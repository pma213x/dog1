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mp" ContentType="image/p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75"/>
  </p:notesMasterIdLst>
  <p:sldIdLst>
    <p:sldId id="410" r:id="rId2"/>
    <p:sldId id="668" r:id="rId3"/>
    <p:sldId id="557" r:id="rId4"/>
    <p:sldId id="593" r:id="rId5"/>
    <p:sldId id="599" r:id="rId6"/>
    <p:sldId id="600" r:id="rId7"/>
    <p:sldId id="601" r:id="rId8"/>
    <p:sldId id="602" r:id="rId9"/>
    <p:sldId id="603" r:id="rId10"/>
    <p:sldId id="604" r:id="rId11"/>
    <p:sldId id="605" r:id="rId12"/>
    <p:sldId id="606" r:id="rId13"/>
    <p:sldId id="607" r:id="rId14"/>
    <p:sldId id="608" r:id="rId15"/>
    <p:sldId id="609" r:id="rId16"/>
    <p:sldId id="610" r:id="rId17"/>
    <p:sldId id="611" r:id="rId18"/>
    <p:sldId id="612" r:id="rId19"/>
    <p:sldId id="613" r:id="rId20"/>
    <p:sldId id="614" r:id="rId21"/>
    <p:sldId id="615" r:id="rId22"/>
    <p:sldId id="616" r:id="rId23"/>
    <p:sldId id="617" r:id="rId24"/>
    <p:sldId id="618" r:id="rId25"/>
    <p:sldId id="619" r:id="rId26"/>
    <p:sldId id="620" r:id="rId27"/>
    <p:sldId id="621" r:id="rId28"/>
    <p:sldId id="622" r:id="rId29"/>
    <p:sldId id="623" r:id="rId30"/>
    <p:sldId id="624" r:id="rId31"/>
    <p:sldId id="625" r:id="rId32"/>
    <p:sldId id="626" r:id="rId33"/>
    <p:sldId id="627" r:id="rId34"/>
    <p:sldId id="628" r:id="rId35"/>
    <p:sldId id="629" r:id="rId36"/>
    <p:sldId id="630" r:id="rId37"/>
    <p:sldId id="631" r:id="rId38"/>
    <p:sldId id="632" r:id="rId39"/>
    <p:sldId id="633" r:id="rId40"/>
    <p:sldId id="634" r:id="rId41"/>
    <p:sldId id="635" r:id="rId42"/>
    <p:sldId id="636" r:id="rId43"/>
    <p:sldId id="637" r:id="rId44"/>
    <p:sldId id="638" r:id="rId45"/>
    <p:sldId id="639" r:id="rId46"/>
    <p:sldId id="640" r:id="rId47"/>
    <p:sldId id="641" r:id="rId48"/>
    <p:sldId id="642" r:id="rId49"/>
    <p:sldId id="643" r:id="rId50"/>
    <p:sldId id="644" r:id="rId51"/>
    <p:sldId id="645" r:id="rId52"/>
    <p:sldId id="646" r:id="rId53"/>
    <p:sldId id="647" r:id="rId54"/>
    <p:sldId id="648" r:id="rId55"/>
    <p:sldId id="649" r:id="rId56"/>
    <p:sldId id="650" r:id="rId57"/>
    <p:sldId id="651" r:id="rId58"/>
    <p:sldId id="652" r:id="rId59"/>
    <p:sldId id="653" r:id="rId60"/>
    <p:sldId id="654" r:id="rId61"/>
    <p:sldId id="655" r:id="rId62"/>
    <p:sldId id="656" r:id="rId63"/>
    <p:sldId id="657" r:id="rId64"/>
    <p:sldId id="658" r:id="rId65"/>
    <p:sldId id="659" r:id="rId66"/>
    <p:sldId id="660" r:id="rId67"/>
    <p:sldId id="661" r:id="rId68"/>
    <p:sldId id="662" r:id="rId69"/>
    <p:sldId id="663" r:id="rId70"/>
    <p:sldId id="664" r:id="rId71"/>
    <p:sldId id="665" r:id="rId72"/>
    <p:sldId id="666" r:id="rId73"/>
    <p:sldId id="667" r:id="rId74"/>
  </p:sldIdLst>
  <p:sldSz cx="12192000" cy="6858000"/>
  <p:notesSz cx="6858000" cy="9144000"/>
  <p:custDataLst>
    <p:tags r:id="rId7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p15:clr>
            <a:srgbClr val="A4A3A4"/>
          </p15:clr>
        </p15:guide>
        <p15:guide id="2" pos="36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94607" autoAdjust="0"/>
  </p:normalViewPr>
  <p:slideViewPr>
    <p:cSldViewPr snapToGrid="0" showGuides="1">
      <p:cViewPr varScale="1">
        <p:scale>
          <a:sx n="81" d="100"/>
          <a:sy n="81" d="100"/>
        </p:scale>
        <p:origin x="749" y="67"/>
      </p:cViewPr>
      <p:guideLst>
        <p:guide orient="horz" pos="2120"/>
        <p:guide pos="3667"/>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DD6CFA72-79F1-4675-A2F1-112645FE0012}" type="datetimeFigureOut">
              <a:rPr kumimoji="0" lang="zh-CN" altLang="en-US" sz="1200" b="0" i="0" u="none" strike="noStrike" kern="1200" cap="none" spc="0" normalizeH="0" baseline="0" noProof="1">
                <a:ln>
                  <a:noFill/>
                </a:ln>
                <a:solidFill>
                  <a:schemeClr val="tx1"/>
                </a:solidFill>
                <a:effectLst/>
                <a:uLnTx/>
                <a:uFillTx/>
                <a:latin typeface="+mn-lt"/>
                <a:ea typeface="+mn-ea"/>
                <a:cs typeface="+mn-cs"/>
              </a:rPr>
              <a:t>2023/6/7</a:t>
            </a:fld>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85554108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241125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852051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783543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561039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104553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70234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662747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847693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618178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307803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932287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19383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749246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997374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995359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11353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398668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530559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0400269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198813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86239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45991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911141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79252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0785462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54114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7431560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076841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631456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169564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9064909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8742298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420157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2508252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8757624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58697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103358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370016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852035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313580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4850678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920580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5438544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5527253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9336957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7027487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2111035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9360171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539810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086281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5014582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8817594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203543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1367950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616545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1777076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06741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7538204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0005708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531926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1400586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7265659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6509771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2709603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150596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5793875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6344461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5430283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17722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AA1B-04BB-01A4-5132-0BDD854CDD5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232CBA4-C165-2021-606B-42BFF3F8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E23921-7945-56A7-ABBE-EDFBFCE704A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8FBBD9E2-622C-8680-00B1-0B80B5876951}"/>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7F1DF61E-5B6A-7E5B-8267-3121D6221A94}"/>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128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2466-3429-36FD-035E-5868865DC2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A633A1-6A05-E72F-6846-4752266607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84CC20-962E-B35E-8F5D-13B9EDDBEC9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D45EBF56-CB95-E782-9B54-5680489C383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EC612C2F-0CAE-E833-CD0E-676D32D65DC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2982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251FF-DAD4-41BF-6A09-B0C695C35A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4F99BA-32F6-0D77-B827-A85089EEF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9A6275-6689-5FD7-9689-EF4D433F3CB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7DE7BE2-BCB4-38C7-AB69-9632A05DC14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D1198C0-207F-6F39-0343-0114189224F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3358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4765-C019-5415-5DFB-336F7FC519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DA83E5-2317-5C83-38B2-702DB0CAFB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C922D5-E5AC-451B-4FE3-DB286C6FA8D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A17DA-98CC-624E-7C9D-733D33878CC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466B618C-79A1-6725-6D60-467C56888D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9BBCAD81-D104-F005-B124-9AA20F94945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59779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538E9-A940-4696-6527-D2231124C6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BCE477-2934-8288-4AAA-AFB0A8D63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69962B-4026-7570-B1D1-0053E303C9E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F0F388-4D5E-08F8-391E-182E79C96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9C8B37-014A-B5DD-F532-55B0F37AE4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B07723-3B3E-B5AC-AF38-C742468531B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a:extLst>
              <a:ext uri="{FF2B5EF4-FFF2-40B4-BE49-F238E27FC236}">
                <a16:creationId xmlns:a16="http://schemas.microsoft.com/office/drawing/2014/main" id="{8F6AF78B-4B58-E232-9485-F655E57884C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a:extLst>
              <a:ext uri="{FF2B5EF4-FFF2-40B4-BE49-F238E27FC236}">
                <a16:creationId xmlns:a16="http://schemas.microsoft.com/office/drawing/2014/main" id="{A662AC73-D351-DCFD-1043-08908AFD375B}"/>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136685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12AF-316A-1F50-596A-60C8C64502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818D3A-2047-9163-58B1-3DC7687409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a:extLst>
              <a:ext uri="{FF2B5EF4-FFF2-40B4-BE49-F238E27FC236}">
                <a16:creationId xmlns:a16="http://schemas.microsoft.com/office/drawing/2014/main" id="{05E2B006-C25A-5D69-086E-78E96B3A74B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a:extLst>
              <a:ext uri="{FF2B5EF4-FFF2-40B4-BE49-F238E27FC236}">
                <a16:creationId xmlns:a16="http://schemas.microsoft.com/office/drawing/2014/main" id="{19A3FE94-AA1B-BE7D-F9C7-E91351A2100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8523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460921-086E-9288-4F1C-703814A6EB0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a:extLst>
              <a:ext uri="{FF2B5EF4-FFF2-40B4-BE49-F238E27FC236}">
                <a16:creationId xmlns:a16="http://schemas.microsoft.com/office/drawing/2014/main" id="{00529960-D4BF-F692-7404-A3CAFA7FB75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a:extLst>
              <a:ext uri="{FF2B5EF4-FFF2-40B4-BE49-F238E27FC236}">
                <a16:creationId xmlns:a16="http://schemas.microsoft.com/office/drawing/2014/main" id="{84F6CEBC-7F84-B714-25EC-AB103B14FDD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745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635F-1176-C574-1B07-9F5F29EDBD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8B056A-BED1-F50D-E457-C54CB2C47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74783-07B6-8C2B-398E-044D32257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11642-BE16-C5AD-3477-7E8BF580C04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F44DAE12-A553-241F-F442-04B65065FD3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81BA4377-2B5F-EFD6-AA1E-A823D272BF80}"/>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2173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EA45-52AA-54CA-A544-B080E4957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065BB-16C0-3BA9-1590-B22230E1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DA224-07E4-DA5B-1CF6-1F82CB034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927686D-D4CE-482F-A5D0-FA7E9B27F1D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39100DF8-CF53-773E-903E-DC08354C3DE8}"/>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590B1A73-88D8-B80C-696E-B624BDCFEA78}"/>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54305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F43F6-B85F-6154-1E0E-27502E522B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13F8D2-367B-2F0A-8D6D-13C46FDC0E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74CBF0-B308-05AD-45B8-3741417A3D6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296ECFC3-2B05-114E-ADD0-247C29ECDE40}"/>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6BAE2C9D-C5A6-28E5-33E5-39FF66A19A1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1074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9718A9-6281-7DD8-AC66-C7F8B5177F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04B563-4C5A-39BF-DFFE-0222306386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8A6C0-EA30-1DEE-FEF7-36F932378B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B1351F0-E29C-A38E-016D-A97A9546F47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BBB3CF6C-FD0E-E93B-0F38-C97EA1DFFBD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24431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1547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604A20-DF1C-0DD6-04E1-E22B4B98D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DEFA4-D0DD-1B9B-6811-7DD45CED8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C525CB-11D0-480D-3910-29A92D097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14532C6E-6C86-8AD6-375C-C792A73BA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DE4CC257-19C4-DFE6-D55D-2D817E7AA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46A-9FEC-4C73-8E69-8E9BDA52C5B1}" type="slidenum">
              <a:rPr lang="zh-CN" altLang="en-US" smtClean="0"/>
              <a:t>‹#›</a:t>
            </a:fld>
            <a:endParaRPr lang="zh-CN" altLang="en-US"/>
          </a:p>
        </p:txBody>
      </p:sp>
      <p:sp>
        <p:nvSpPr>
          <p:cNvPr id="7" name="Line 7">
            <a:extLst>
              <a:ext uri="{FF2B5EF4-FFF2-40B4-BE49-F238E27FC236}">
                <a16:creationId xmlns:a16="http://schemas.microsoft.com/office/drawing/2014/main" id="{20B3D03A-6F5A-FB74-9EED-10031464D27A}"/>
              </a:ext>
            </a:extLst>
          </p:cNvPr>
          <p:cNvSpPr/>
          <p:nvPr userDrawn="1"/>
        </p:nvSpPr>
        <p:spPr>
          <a:xfrm>
            <a:off x="0" y="684213"/>
            <a:ext cx="12192000" cy="0"/>
          </a:xfrm>
          <a:prstGeom prst="line">
            <a:avLst/>
          </a:prstGeom>
          <a:ln w="114300" cap="flat" cmpd="thickThin">
            <a:solidFill>
              <a:srgbClr val="660033"/>
            </a:solidFill>
            <a:prstDash val="solid"/>
            <a:headEnd type="none" w="med" len="med"/>
            <a:tailEnd type="none" w="med" len="med"/>
          </a:ln>
        </p:spPr>
      </p:sp>
    </p:spTree>
    <p:extLst>
      <p:ext uri="{BB962C8B-B14F-4D97-AF65-F5344CB8AC3E}">
        <p14:creationId xmlns:p14="http://schemas.microsoft.com/office/powerpoint/2010/main" val="27990768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3" Type="http://schemas.openxmlformats.org/officeDocument/2006/relationships/oleObject" Target="../embeddings/oleObject6.bin"/><Relationship Id="rId18" Type="http://schemas.openxmlformats.org/officeDocument/2006/relationships/image" Target="../media/image8.wmf"/><Relationship Id="rId26" Type="http://schemas.openxmlformats.org/officeDocument/2006/relationships/image" Target="../media/image12.wmf"/><Relationship Id="rId39" Type="http://schemas.openxmlformats.org/officeDocument/2006/relationships/oleObject" Target="../embeddings/oleObject19.bin"/><Relationship Id="rId21" Type="http://schemas.openxmlformats.org/officeDocument/2006/relationships/oleObject" Target="../embeddings/oleObject10.bin"/><Relationship Id="rId34" Type="http://schemas.openxmlformats.org/officeDocument/2006/relationships/image" Target="../media/image16.wmf"/><Relationship Id="rId42" Type="http://schemas.openxmlformats.org/officeDocument/2006/relationships/image" Target="../media/image20.wmf"/><Relationship Id="rId7" Type="http://schemas.openxmlformats.org/officeDocument/2006/relationships/oleObject" Target="../embeddings/oleObject3.bin"/><Relationship Id="rId2" Type="http://schemas.openxmlformats.org/officeDocument/2006/relationships/notesSlide" Target="../notesSlides/notesSlide2.xml"/><Relationship Id="rId16" Type="http://schemas.openxmlformats.org/officeDocument/2006/relationships/image" Target="../media/image7.wmf"/><Relationship Id="rId20" Type="http://schemas.openxmlformats.org/officeDocument/2006/relationships/image" Target="../media/image9.wmf"/><Relationship Id="rId29" Type="http://schemas.openxmlformats.org/officeDocument/2006/relationships/oleObject" Target="../embeddings/oleObject14.bin"/><Relationship Id="rId41" Type="http://schemas.openxmlformats.org/officeDocument/2006/relationships/oleObject" Target="../embeddings/oleObject20.bin"/><Relationship Id="rId1" Type="http://schemas.openxmlformats.org/officeDocument/2006/relationships/slideLayout" Target="../slideLayouts/slideLayout12.xml"/><Relationship Id="rId6" Type="http://schemas.openxmlformats.org/officeDocument/2006/relationships/image" Target="../media/image2.wmf"/><Relationship Id="rId11" Type="http://schemas.openxmlformats.org/officeDocument/2006/relationships/oleObject" Target="../embeddings/oleObject5.bin"/><Relationship Id="rId24" Type="http://schemas.openxmlformats.org/officeDocument/2006/relationships/image" Target="../media/image11.wmf"/><Relationship Id="rId32" Type="http://schemas.openxmlformats.org/officeDocument/2006/relationships/image" Target="../media/image15.emf"/><Relationship Id="rId37" Type="http://schemas.openxmlformats.org/officeDocument/2006/relationships/oleObject" Target="../embeddings/oleObject18.bin"/><Relationship Id="rId40" Type="http://schemas.openxmlformats.org/officeDocument/2006/relationships/image" Target="../media/image19.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13.wmf"/><Relationship Id="rId36" Type="http://schemas.openxmlformats.org/officeDocument/2006/relationships/image" Target="../media/image17.wmf"/><Relationship Id="rId10" Type="http://schemas.openxmlformats.org/officeDocument/2006/relationships/image" Target="../media/image4.wmf"/><Relationship Id="rId19" Type="http://schemas.openxmlformats.org/officeDocument/2006/relationships/oleObject" Target="../embeddings/oleObject9.bin"/><Relationship Id="rId31" Type="http://schemas.openxmlformats.org/officeDocument/2006/relationships/oleObject" Target="../embeddings/oleObject15.bin"/><Relationship Id="rId44" Type="http://schemas.openxmlformats.org/officeDocument/2006/relationships/image" Target="../media/image21.wmf"/><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 Id="rId22" Type="http://schemas.openxmlformats.org/officeDocument/2006/relationships/image" Target="../media/image10.wmf"/><Relationship Id="rId27" Type="http://schemas.openxmlformats.org/officeDocument/2006/relationships/oleObject" Target="../embeddings/oleObject13.bin"/><Relationship Id="rId30" Type="http://schemas.openxmlformats.org/officeDocument/2006/relationships/image" Target="../media/image14.wmf"/><Relationship Id="rId35" Type="http://schemas.openxmlformats.org/officeDocument/2006/relationships/oleObject" Target="../embeddings/oleObject17.bin"/><Relationship Id="rId43" Type="http://schemas.openxmlformats.org/officeDocument/2006/relationships/oleObject" Target="../embeddings/oleObject21.bin"/><Relationship Id="rId8" Type="http://schemas.openxmlformats.org/officeDocument/2006/relationships/image" Target="../media/image3.wmf"/><Relationship Id="rId3" Type="http://schemas.openxmlformats.org/officeDocument/2006/relationships/oleObject" Target="../embeddings/oleObject1.bin"/><Relationship Id="rId12" Type="http://schemas.openxmlformats.org/officeDocument/2006/relationships/image" Target="../media/image5.wmf"/><Relationship Id="rId17" Type="http://schemas.openxmlformats.org/officeDocument/2006/relationships/oleObject" Target="../embeddings/oleObject8.bin"/><Relationship Id="rId25" Type="http://schemas.openxmlformats.org/officeDocument/2006/relationships/oleObject" Target="../embeddings/oleObject12.bin"/><Relationship Id="rId33" Type="http://schemas.openxmlformats.org/officeDocument/2006/relationships/oleObject" Target="../embeddings/oleObject16.bin"/><Relationship Id="rId38" Type="http://schemas.openxmlformats.org/officeDocument/2006/relationships/image" Target="../media/image18.wmf"/></Relationships>
</file>

<file path=ppt/slides/_rels/slide6.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7.bin"/><Relationship Id="rId18" Type="http://schemas.openxmlformats.org/officeDocument/2006/relationships/image" Target="../media/image29.wmf"/><Relationship Id="rId26" Type="http://schemas.openxmlformats.org/officeDocument/2006/relationships/image" Target="../media/image33.wmf"/><Relationship Id="rId3" Type="http://schemas.openxmlformats.org/officeDocument/2006/relationships/oleObject" Target="../embeddings/oleObject22.bin"/><Relationship Id="rId21" Type="http://schemas.openxmlformats.org/officeDocument/2006/relationships/oleObject" Target="../embeddings/oleObject31.bin"/><Relationship Id="rId7" Type="http://schemas.openxmlformats.org/officeDocument/2006/relationships/oleObject" Target="../embeddings/oleObject24.bin"/><Relationship Id="rId12" Type="http://schemas.openxmlformats.org/officeDocument/2006/relationships/image" Target="../media/image26.wmf"/><Relationship Id="rId17" Type="http://schemas.openxmlformats.org/officeDocument/2006/relationships/oleObject" Target="../embeddings/oleObject29.bin"/><Relationship Id="rId25" Type="http://schemas.openxmlformats.org/officeDocument/2006/relationships/oleObject" Target="../embeddings/oleObject33.bin"/><Relationship Id="rId2" Type="http://schemas.openxmlformats.org/officeDocument/2006/relationships/notesSlide" Target="../notesSlides/notesSlide3.xml"/><Relationship Id="rId16" Type="http://schemas.openxmlformats.org/officeDocument/2006/relationships/image" Target="../media/image28.wmf"/><Relationship Id="rId20" Type="http://schemas.openxmlformats.org/officeDocument/2006/relationships/image" Target="../media/image30.wmf"/><Relationship Id="rId29" Type="http://schemas.openxmlformats.org/officeDocument/2006/relationships/oleObject" Target="../embeddings/oleObject35.bin"/><Relationship Id="rId1" Type="http://schemas.openxmlformats.org/officeDocument/2006/relationships/slideLayout" Target="../slideLayouts/slideLayout12.xml"/><Relationship Id="rId6" Type="http://schemas.openxmlformats.org/officeDocument/2006/relationships/image" Target="../media/image23.wmf"/><Relationship Id="rId11" Type="http://schemas.openxmlformats.org/officeDocument/2006/relationships/oleObject" Target="../embeddings/oleObject26.bin"/><Relationship Id="rId24" Type="http://schemas.openxmlformats.org/officeDocument/2006/relationships/image" Target="../media/image32.wmf"/><Relationship Id="rId5" Type="http://schemas.openxmlformats.org/officeDocument/2006/relationships/oleObject" Target="../embeddings/oleObject23.bin"/><Relationship Id="rId15" Type="http://schemas.openxmlformats.org/officeDocument/2006/relationships/oleObject" Target="../embeddings/oleObject28.bin"/><Relationship Id="rId23" Type="http://schemas.openxmlformats.org/officeDocument/2006/relationships/oleObject" Target="../embeddings/oleObject32.bin"/><Relationship Id="rId28" Type="http://schemas.openxmlformats.org/officeDocument/2006/relationships/image" Target="../media/image34.wmf"/><Relationship Id="rId10" Type="http://schemas.openxmlformats.org/officeDocument/2006/relationships/image" Target="../media/image25.wmf"/><Relationship Id="rId19" Type="http://schemas.openxmlformats.org/officeDocument/2006/relationships/oleObject" Target="../embeddings/oleObject30.bin"/><Relationship Id="rId4" Type="http://schemas.openxmlformats.org/officeDocument/2006/relationships/image" Target="../media/image22.wmf"/><Relationship Id="rId9" Type="http://schemas.openxmlformats.org/officeDocument/2006/relationships/oleObject" Target="../embeddings/oleObject25.bin"/><Relationship Id="rId14" Type="http://schemas.openxmlformats.org/officeDocument/2006/relationships/image" Target="../media/image27.wmf"/><Relationship Id="rId22" Type="http://schemas.openxmlformats.org/officeDocument/2006/relationships/image" Target="../media/image31.wmf"/><Relationship Id="rId27" Type="http://schemas.openxmlformats.org/officeDocument/2006/relationships/oleObject" Target="../embeddings/oleObject34.bin"/><Relationship Id="rId30" Type="http://schemas.openxmlformats.org/officeDocument/2006/relationships/image" Target="../media/image35.wmf"/></Relationships>
</file>

<file path=ppt/slides/_rels/slide7.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7.wmf"/><Relationship Id="rId5" Type="http://schemas.openxmlformats.org/officeDocument/2006/relationships/oleObject" Target="../embeddings/oleObject37.bin"/><Relationship Id="rId4" Type="http://schemas.openxmlformats.org/officeDocument/2006/relationships/image" Target="../media/image36.wmf"/></Relationships>
</file>

<file path=ppt/slides/_rels/slide8.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44.bin"/><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43.wmf"/><Relationship Id="rId2" Type="http://schemas.openxmlformats.org/officeDocument/2006/relationships/notesSlide" Target="../notesSlides/notesSlide5.xml"/><Relationship Id="rId16" Type="http://schemas.openxmlformats.org/officeDocument/2006/relationships/image" Target="../media/image45.wmf"/><Relationship Id="rId1" Type="http://schemas.openxmlformats.org/officeDocument/2006/relationships/slideLayout" Target="../slideLayouts/slideLayout12.xml"/><Relationship Id="rId6" Type="http://schemas.openxmlformats.org/officeDocument/2006/relationships/image" Target="../media/image40.wmf"/><Relationship Id="rId11" Type="http://schemas.openxmlformats.org/officeDocument/2006/relationships/oleObject" Target="../embeddings/oleObject43.bin"/><Relationship Id="rId5" Type="http://schemas.openxmlformats.org/officeDocument/2006/relationships/oleObject" Target="../embeddings/oleObject40.bin"/><Relationship Id="rId15" Type="http://schemas.openxmlformats.org/officeDocument/2006/relationships/oleObject" Target="../embeddings/oleObject45.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42.bin"/><Relationship Id="rId14" Type="http://schemas.openxmlformats.org/officeDocument/2006/relationships/image" Target="../media/image44.wmf"/></Relationships>
</file>

<file path=ppt/slides/_rels/slide9.xml.rels><?xml version="1.0" encoding="UTF-8" standalone="yes"?>
<Relationships xmlns="http://schemas.openxmlformats.org/package/2006/relationships"><Relationship Id="rId13" Type="http://schemas.openxmlformats.org/officeDocument/2006/relationships/oleObject" Target="../embeddings/oleObject51.bin"/><Relationship Id="rId18" Type="http://schemas.openxmlformats.org/officeDocument/2006/relationships/image" Target="../media/image53.wmf"/><Relationship Id="rId26" Type="http://schemas.openxmlformats.org/officeDocument/2006/relationships/image" Target="../media/image57.wmf"/><Relationship Id="rId21" Type="http://schemas.openxmlformats.org/officeDocument/2006/relationships/oleObject" Target="../embeddings/oleObject55.bin"/><Relationship Id="rId34" Type="http://schemas.openxmlformats.org/officeDocument/2006/relationships/image" Target="../media/image61.wmf"/><Relationship Id="rId7" Type="http://schemas.openxmlformats.org/officeDocument/2006/relationships/oleObject" Target="../embeddings/oleObject48.bin"/><Relationship Id="rId12" Type="http://schemas.openxmlformats.org/officeDocument/2006/relationships/image" Target="../media/image50.wmf"/><Relationship Id="rId17" Type="http://schemas.openxmlformats.org/officeDocument/2006/relationships/oleObject" Target="../embeddings/oleObject53.bin"/><Relationship Id="rId25" Type="http://schemas.openxmlformats.org/officeDocument/2006/relationships/oleObject" Target="../embeddings/oleObject57.bin"/><Relationship Id="rId33" Type="http://schemas.openxmlformats.org/officeDocument/2006/relationships/oleObject" Target="../embeddings/oleObject61.bin"/><Relationship Id="rId38" Type="http://schemas.openxmlformats.org/officeDocument/2006/relationships/image" Target="../media/image63.wmf"/><Relationship Id="rId2" Type="http://schemas.openxmlformats.org/officeDocument/2006/relationships/notesSlide" Target="../notesSlides/notesSlide6.xml"/><Relationship Id="rId16" Type="http://schemas.openxmlformats.org/officeDocument/2006/relationships/image" Target="../media/image52.wmf"/><Relationship Id="rId20" Type="http://schemas.openxmlformats.org/officeDocument/2006/relationships/image" Target="../media/image54.wmf"/><Relationship Id="rId29" Type="http://schemas.openxmlformats.org/officeDocument/2006/relationships/oleObject" Target="../embeddings/oleObject59.bin"/><Relationship Id="rId1" Type="http://schemas.openxmlformats.org/officeDocument/2006/relationships/slideLayout" Target="../slideLayouts/slideLayout12.xml"/><Relationship Id="rId6" Type="http://schemas.openxmlformats.org/officeDocument/2006/relationships/image" Target="../media/image47.wmf"/><Relationship Id="rId11" Type="http://schemas.openxmlformats.org/officeDocument/2006/relationships/oleObject" Target="../embeddings/oleObject50.bin"/><Relationship Id="rId24" Type="http://schemas.openxmlformats.org/officeDocument/2006/relationships/image" Target="../media/image56.wmf"/><Relationship Id="rId32" Type="http://schemas.openxmlformats.org/officeDocument/2006/relationships/image" Target="../media/image60.emf"/><Relationship Id="rId37" Type="http://schemas.openxmlformats.org/officeDocument/2006/relationships/oleObject" Target="../embeddings/oleObject63.bin"/><Relationship Id="rId5" Type="http://schemas.openxmlformats.org/officeDocument/2006/relationships/oleObject" Target="../embeddings/oleObject47.bin"/><Relationship Id="rId15" Type="http://schemas.openxmlformats.org/officeDocument/2006/relationships/oleObject" Target="../embeddings/oleObject52.bin"/><Relationship Id="rId23" Type="http://schemas.openxmlformats.org/officeDocument/2006/relationships/oleObject" Target="../embeddings/oleObject56.bin"/><Relationship Id="rId28" Type="http://schemas.openxmlformats.org/officeDocument/2006/relationships/image" Target="../media/image58.wmf"/><Relationship Id="rId36" Type="http://schemas.openxmlformats.org/officeDocument/2006/relationships/image" Target="../media/image62.wmf"/><Relationship Id="rId10" Type="http://schemas.openxmlformats.org/officeDocument/2006/relationships/image" Target="../media/image49.wmf"/><Relationship Id="rId19" Type="http://schemas.openxmlformats.org/officeDocument/2006/relationships/oleObject" Target="../embeddings/oleObject54.bin"/><Relationship Id="rId31" Type="http://schemas.openxmlformats.org/officeDocument/2006/relationships/oleObject" Target="../embeddings/oleObject60.bin"/><Relationship Id="rId4" Type="http://schemas.openxmlformats.org/officeDocument/2006/relationships/image" Target="../media/image46.wmf"/><Relationship Id="rId9" Type="http://schemas.openxmlformats.org/officeDocument/2006/relationships/oleObject" Target="../embeddings/oleObject49.bin"/><Relationship Id="rId14" Type="http://schemas.openxmlformats.org/officeDocument/2006/relationships/image" Target="../media/image51.wmf"/><Relationship Id="rId22" Type="http://schemas.openxmlformats.org/officeDocument/2006/relationships/image" Target="../media/image55.wmf"/><Relationship Id="rId27" Type="http://schemas.openxmlformats.org/officeDocument/2006/relationships/oleObject" Target="../embeddings/oleObject58.bin"/><Relationship Id="rId30" Type="http://schemas.openxmlformats.org/officeDocument/2006/relationships/image" Target="../media/image59.wmf"/><Relationship Id="rId35" Type="http://schemas.openxmlformats.org/officeDocument/2006/relationships/oleObject" Target="../embeddings/oleObject62.bin"/><Relationship Id="rId8" Type="http://schemas.openxmlformats.org/officeDocument/2006/relationships/image" Target="../media/image48.wmf"/><Relationship Id="rId3" Type="http://schemas.openxmlformats.org/officeDocument/2006/relationships/oleObject" Target="../embeddings/oleObject46.bin"/></Relationships>
</file>

<file path=ppt/slides/_rels/slide10.xml.rels><?xml version="1.0" encoding="UTF-8" standalone="yes"?>
<Relationships xmlns="http://schemas.openxmlformats.org/package/2006/relationships"><Relationship Id="rId13" Type="http://schemas.openxmlformats.org/officeDocument/2006/relationships/oleObject" Target="../embeddings/oleObject68.bin"/><Relationship Id="rId18" Type="http://schemas.openxmlformats.org/officeDocument/2006/relationships/image" Target="../media/image71.wmf"/><Relationship Id="rId26" Type="http://schemas.openxmlformats.org/officeDocument/2006/relationships/image" Target="../media/image75.wmf"/><Relationship Id="rId39" Type="http://schemas.openxmlformats.org/officeDocument/2006/relationships/oleObject" Target="../embeddings/oleObject81.bin"/><Relationship Id="rId21" Type="http://schemas.openxmlformats.org/officeDocument/2006/relationships/oleObject" Target="../embeddings/oleObject72.bin"/><Relationship Id="rId34" Type="http://schemas.openxmlformats.org/officeDocument/2006/relationships/image" Target="../media/image79.wmf"/><Relationship Id="rId42" Type="http://schemas.openxmlformats.org/officeDocument/2006/relationships/image" Target="../media/image83.wmf"/><Relationship Id="rId47" Type="http://schemas.openxmlformats.org/officeDocument/2006/relationships/oleObject" Target="../embeddings/oleObject85.bin"/><Relationship Id="rId50" Type="http://schemas.openxmlformats.org/officeDocument/2006/relationships/image" Target="../media/image87.wmf"/><Relationship Id="rId55" Type="http://schemas.openxmlformats.org/officeDocument/2006/relationships/oleObject" Target="../embeddings/oleObject89.bin"/><Relationship Id="rId7" Type="http://schemas.openxmlformats.org/officeDocument/2006/relationships/oleObject" Target="../embeddings/oleObject65.bin"/><Relationship Id="rId2" Type="http://schemas.openxmlformats.org/officeDocument/2006/relationships/notesSlide" Target="../notesSlides/notesSlide7.xml"/><Relationship Id="rId16" Type="http://schemas.openxmlformats.org/officeDocument/2006/relationships/image" Target="../media/image70.wmf"/><Relationship Id="rId29" Type="http://schemas.openxmlformats.org/officeDocument/2006/relationships/oleObject" Target="../embeddings/oleObject76.bin"/><Relationship Id="rId11" Type="http://schemas.openxmlformats.org/officeDocument/2006/relationships/oleObject" Target="../embeddings/oleObject67.bin"/><Relationship Id="rId24" Type="http://schemas.openxmlformats.org/officeDocument/2006/relationships/image" Target="../media/image74.wmf"/><Relationship Id="rId32" Type="http://schemas.openxmlformats.org/officeDocument/2006/relationships/image" Target="../media/image78.wmf"/><Relationship Id="rId37" Type="http://schemas.openxmlformats.org/officeDocument/2006/relationships/oleObject" Target="../embeddings/oleObject80.bin"/><Relationship Id="rId40" Type="http://schemas.openxmlformats.org/officeDocument/2006/relationships/image" Target="../media/image82.wmf"/><Relationship Id="rId45" Type="http://schemas.openxmlformats.org/officeDocument/2006/relationships/oleObject" Target="../embeddings/oleObject84.bin"/><Relationship Id="rId53" Type="http://schemas.openxmlformats.org/officeDocument/2006/relationships/oleObject" Target="../embeddings/oleObject88.bin"/><Relationship Id="rId58" Type="http://schemas.openxmlformats.org/officeDocument/2006/relationships/image" Target="../media/image91.wmf"/><Relationship Id="rId5" Type="http://schemas.openxmlformats.org/officeDocument/2006/relationships/oleObject" Target="../embeddings/oleObject64.bin"/><Relationship Id="rId19" Type="http://schemas.openxmlformats.org/officeDocument/2006/relationships/oleObject" Target="../embeddings/oleObject71.bin"/><Relationship Id="rId4" Type="http://schemas.openxmlformats.org/officeDocument/2006/relationships/image" Target="../media/image64.emf"/><Relationship Id="rId9" Type="http://schemas.openxmlformats.org/officeDocument/2006/relationships/oleObject" Target="../embeddings/oleObject66.bin"/><Relationship Id="rId14" Type="http://schemas.openxmlformats.org/officeDocument/2006/relationships/image" Target="../media/image69.wmf"/><Relationship Id="rId22" Type="http://schemas.openxmlformats.org/officeDocument/2006/relationships/image" Target="../media/image73.wmf"/><Relationship Id="rId27" Type="http://schemas.openxmlformats.org/officeDocument/2006/relationships/oleObject" Target="../embeddings/oleObject75.bin"/><Relationship Id="rId30" Type="http://schemas.openxmlformats.org/officeDocument/2006/relationships/image" Target="../media/image77.wmf"/><Relationship Id="rId35" Type="http://schemas.openxmlformats.org/officeDocument/2006/relationships/oleObject" Target="../embeddings/oleObject79.bin"/><Relationship Id="rId43" Type="http://schemas.openxmlformats.org/officeDocument/2006/relationships/oleObject" Target="../embeddings/oleObject83.bin"/><Relationship Id="rId48" Type="http://schemas.openxmlformats.org/officeDocument/2006/relationships/image" Target="../media/image86.wmf"/><Relationship Id="rId56" Type="http://schemas.openxmlformats.org/officeDocument/2006/relationships/image" Target="../media/image90.wmf"/><Relationship Id="rId8" Type="http://schemas.openxmlformats.org/officeDocument/2006/relationships/image" Target="../media/image66.wmf"/><Relationship Id="rId51" Type="http://schemas.openxmlformats.org/officeDocument/2006/relationships/oleObject" Target="../embeddings/oleObject87.bin"/><Relationship Id="rId3" Type="http://schemas.openxmlformats.org/officeDocument/2006/relationships/package" Target="../embeddings/Microsoft_Visio_Drawing.vsdx"/><Relationship Id="rId12" Type="http://schemas.openxmlformats.org/officeDocument/2006/relationships/image" Target="../media/image68.wmf"/><Relationship Id="rId17" Type="http://schemas.openxmlformats.org/officeDocument/2006/relationships/oleObject" Target="../embeddings/oleObject70.bin"/><Relationship Id="rId25" Type="http://schemas.openxmlformats.org/officeDocument/2006/relationships/oleObject" Target="../embeddings/oleObject74.bin"/><Relationship Id="rId33" Type="http://schemas.openxmlformats.org/officeDocument/2006/relationships/oleObject" Target="../embeddings/oleObject78.bin"/><Relationship Id="rId38" Type="http://schemas.openxmlformats.org/officeDocument/2006/relationships/image" Target="../media/image81.wmf"/><Relationship Id="rId46" Type="http://schemas.openxmlformats.org/officeDocument/2006/relationships/image" Target="../media/image85.wmf"/><Relationship Id="rId59" Type="http://schemas.openxmlformats.org/officeDocument/2006/relationships/oleObject" Target="../embeddings/oleObject91.bin"/><Relationship Id="rId20" Type="http://schemas.openxmlformats.org/officeDocument/2006/relationships/image" Target="../media/image72.wmf"/><Relationship Id="rId41" Type="http://schemas.openxmlformats.org/officeDocument/2006/relationships/oleObject" Target="../embeddings/oleObject82.bin"/><Relationship Id="rId54" Type="http://schemas.openxmlformats.org/officeDocument/2006/relationships/image" Target="../media/image89.wmf"/><Relationship Id="rId1" Type="http://schemas.openxmlformats.org/officeDocument/2006/relationships/slideLayout" Target="../slideLayouts/slideLayout12.xml"/><Relationship Id="rId6" Type="http://schemas.openxmlformats.org/officeDocument/2006/relationships/image" Target="../media/image65.wmf"/><Relationship Id="rId15" Type="http://schemas.openxmlformats.org/officeDocument/2006/relationships/oleObject" Target="../embeddings/oleObject69.bin"/><Relationship Id="rId23" Type="http://schemas.openxmlformats.org/officeDocument/2006/relationships/oleObject" Target="../embeddings/oleObject73.bin"/><Relationship Id="rId28" Type="http://schemas.openxmlformats.org/officeDocument/2006/relationships/image" Target="../media/image76.wmf"/><Relationship Id="rId36" Type="http://schemas.openxmlformats.org/officeDocument/2006/relationships/image" Target="../media/image80.wmf"/><Relationship Id="rId49" Type="http://schemas.openxmlformats.org/officeDocument/2006/relationships/oleObject" Target="../embeddings/oleObject86.bin"/><Relationship Id="rId57" Type="http://schemas.openxmlformats.org/officeDocument/2006/relationships/oleObject" Target="../embeddings/oleObject90.bin"/><Relationship Id="rId10" Type="http://schemas.openxmlformats.org/officeDocument/2006/relationships/image" Target="../media/image67.wmf"/><Relationship Id="rId31" Type="http://schemas.openxmlformats.org/officeDocument/2006/relationships/oleObject" Target="../embeddings/oleObject77.bin"/><Relationship Id="rId44" Type="http://schemas.openxmlformats.org/officeDocument/2006/relationships/image" Target="../media/image84.wmf"/><Relationship Id="rId52" Type="http://schemas.openxmlformats.org/officeDocument/2006/relationships/image" Target="../media/image88.wmf"/><Relationship Id="rId60" Type="http://schemas.openxmlformats.org/officeDocument/2006/relationships/image" Target="../media/image92.wmf"/></Relationships>
</file>

<file path=ppt/slides/_rels/slide11.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96.bin"/><Relationship Id="rId18" Type="http://schemas.openxmlformats.org/officeDocument/2006/relationships/image" Target="../media/image100.wmf"/><Relationship Id="rId3" Type="http://schemas.openxmlformats.org/officeDocument/2006/relationships/package" Target="../embeddings/Microsoft_Visio_Drawing1.vsdx"/><Relationship Id="rId21" Type="http://schemas.openxmlformats.org/officeDocument/2006/relationships/oleObject" Target="../embeddings/oleObject100.bin"/><Relationship Id="rId7" Type="http://schemas.openxmlformats.org/officeDocument/2006/relationships/oleObject" Target="../embeddings/oleObject93.bin"/><Relationship Id="rId12" Type="http://schemas.openxmlformats.org/officeDocument/2006/relationships/image" Target="../media/image97.wmf"/><Relationship Id="rId17" Type="http://schemas.openxmlformats.org/officeDocument/2006/relationships/oleObject" Target="../embeddings/oleObject98.bin"/><Relationship Id="rId2" Type="http://schemas.openxmlformats.org/officeDocument/2006/relationships/notesSlide" Target="../notesSlides/notesSlide8.xml"/><Relationship Id="rId16" Type="http://schemas.openxmlformats.org/officeDocument/2006/relationships/image" Target="../media/image99.wmf"/><Relationship Id="rId20" Type="http://schemas.openxmlformats.org/officeDocument/2006/relationships/image" Target="../media/image101.wmf"/><Relationship Id="rId1" Type="http://schemas.openxmlformats.org/officeDocument/2006/relationships/slideLayout" Target="../slideLayouts/slideLayout12.xml"/><Relationship Id="rId6" Type="http://schemas.openxmlformats.org/officeDocument/2006/relationships/image" Target="../media/image94.wmf"/><Relationship Id="rId11" Type="http://schemas.openxmlformats.org/officeDocument/2006/relationships/oleObject" Target="../embeddings/oleObject95.bin"/><Relationship Id="rId5" Type="http://schemas.openxmlformats.org/officeDocument/2006/relationships/oleObject" Target="../embeddings/oleObject92.bin"/><Relationship Id="rId15" Type="http://schemas.openxmlformats.org/officeDocument/2006/relationships/oleObject" Target="../embeddings/oleObject97.bin"/><Relationship Id="rId10" Type="http://schemas.openxmlformats.org/officeDocument/2006/relationships/image" Target="../media/image96.wmf"/><Relationship Id="rId19" Type="http://schemas.openxmlformats.org/officeDocument/2006/relationships/oleObject" Target="../embeddings/oleObject99.bin"/><Relationship Id="rId4" Type="http://schemas.openxmlformats.org/officeDocument/2006/relationships/image" Target="../media/image93.emf"/><Relationship Id="rId9" Type="http://schemas.openxmlformats.org/officeDocument/2006/relationships/oleObject" Target="../embeddings/oleObject94.bin"/><Relationship Id="rId14" Type="http://schemas.openxmlformats.org/officeDocument/2006/relationships/image" Target="../media/image98.wmf"/><Relationship Id="rId22" Type="http://schemas.openxmlformats.org/officeDocument/2006/relationships/image" Target="../media/image102.wmf"/></Relationships>
</file>

<file path=ppt/slides/_rels/slide12.xml.rels><?xml version="1.0" encoding="UTF-8" standalone="yes"?>
<Relationships xmlns="http://schemas.openxmlformats.org/package/2006/relationships"><Relationship Id="rId13" Type="http://schemas.openxmlformats.org/officeDocument/2006/relationships/oleObject" Target="../embeddings/oleObject106.bin"/><Relationship Id="rId18" Type="http://schemas.openxmlformats.org/officeDocument/2006/relationships/image" Target="../media/image110.wmf"/><Relationship Id="rId26" Type="http://schemas.openxmlformats.org/officeDocument/2006/relationships/image" Target="../media/image114.wmf"/><Relationship Id="rId39" Type="http://schemas.openxmlformats.org/officeDocument/2006/relationships/oleObject" Target="../embeddings/oleObject119.bin"/><Relationship Id="rId21" Type="http://schemas.openxmlformats.org/officeDocument/2006/relationships/oleObject" Target="../embeddings/oleObject110.bin"/><Relationship Id="rId34" Type="http://schemas.openxmlformats.org/officeDocument/2006/relationships/image" Target="../media/image118.wmf"/><Relationship Id="rId42" Type="http://schemas.openxmlformats.org/officeDocument/2006/relationships/image" Target="../media/image122.wmf"/><Relationship Id="rId7" Type="http://schemas.openxmlformats.org/officeDocument/2006/relationships/oleObject" Target="../embeddings/oleObject103.bin"/><Relationship Id="rId2" Type="http://schemas.openxmlformats.org/officeDocument/2006/relationships/notesSlide" Target="../notesSlides/notesSlide9.xml"/><Relationship Id="rId16" Type="http://schemas.openxmlformats.org/officeDocument/2006/relationships/image" Target="../media/image109.wmf"/><Relationship Id="rId29" Type="http://schemas.openxmlformats.org/officeDocument/2006/relationships/oleObject" Target="../embeddings/oleObject114.bin"/><Relationship Id="rId1" Type="http://schemas.openxmlformats.org/officeDocument/2006/relationships/slideLayout" Target="../slideLayouts/slideLayout12.xml"/><Relationship Id="rId6" Type="http://schemas.openxmlformats.org/officeDocument/2006/relationships/image" Target="../media/image104.wmf"/><Relationship Id="rId11" Type="http://schemas.openxmlformats.org/officeDocument/2006/relationships/oleObject" Target="../embeddings/oleObject105.bin"/><Relationship Id="rId24" Type="http://schemas.openxmlformats.org/officeDocument/2006/relationships/image" Target="../media/image113.wmf"/><Relationship Id="rId32" Type="http://schemas.openxmlformats.org/officeDocument/2006/relationships/image" Target="../media/image117.wmf"/><Relationship Id="rId37" Type="http://schemas.openxmlformats.org/officeDocument/2006/relationships/oleObject" Target="../embeddings/oleObject118.bin"/><Relationship Id="rId40" Type="http://schemas.openxmlformats.org/officeDocument/2006/relationships/image" Target="../media/image121.wmf"/><Relationship Id="rId45" Type="http://schemas.openxmlformats.org/officeDocument/2006/relationships/oleObject" Target="../embeddings/oleObject122.bin"/><Relationship Id="rId5" Type="http://schemas.openxmlformats.org/officeDocument/2006/relationships/oleObject" Target="../embeddings/oleObject102.bin"/><Relationship Id="rId15" Type="http://schemas.openxmlformats.org/officeDocument/2006/relationships/oleObject" Target="../embeddings/oleObject107.bin"/><Relationship Id="rId23" Type="http://schemas.openxmlformats.org/officeDocument/2006/relationships/oleObject" Target="../embeddings/oleObject111.bin"/><Relationship Id="rId28" Type="http://schemas.openxmlformats.org/officeDocument/2006/relationships/image" Target="../media/image115.wmf"/><Relationship Id="rId36" Type="http://schemas.openxmlformats.org/officeDocument/2006/relationships/image" Target="../media/image119.wmf"/><Relationship Id="rId10" Type="http://schemas.openxmlformats.org/officeDocument/2006/relationships/image" Target="../media/image106.wmf"/><Relationship Id="rId19" Type="http://schemas.openxmlformats.org/officeDocument/2006/relationships/oleObject" Target="../embeddings/oleObject109.bin"/><Relationship Id="rId31" Type="http://schemas.openxmlformats.org/officeDocument/2006/relationships/oleObject" Target="../embeddings/oleObject115.bin"/><Relationship Id="rId44" Type="http://schemas.openxmlformats.org/officeDocument/2006/relationships/image" Target="../media/image123.wmf"/><Relationship Id="rId4" Type="http://schemas.openxmlformats.org/officeDocument/2006/relationships/image" Target="../media/image103.wmf"/><Relationship Id="rId9" Type="http://schemas.openxmlformats.org/officeDocument/2006/relationships/oleObject" Target="../embeddings/oleObject104.bin"/><Relationship Id="rId14" Type="http://schemas.openxmlformats.org/officeDocument/2006/relationships/image" Target="../media/image108.wmf"/><Relationship Id="rId22" Type="http://schemas.openxmlformats.org/officeDocument/2006/relationships/image" Target="../media/image112.wmf"/><Relationship Id="rId27" Type="http://schemas.openxmlformats.org/officeDocument/2006/relationships/oleObject" Target="../embeddings/oleObject113.bin"/><Relationship Id="rId30" Type="http://schemas.openxmlformats.org/officeDocument/2006/relationships/image" Target="../media/image116.wmf"/><Relationship Id="rId35" Type="http://schemas.openxmlformats.org/officeDocument/2006/relationships/oleObject" Target="../embeddings/oleObject117.bin"/><Relationship Id="rId43" Type="http://schemas.openxmlformats.org/officeDocument/2006/relationships/oleObject" Target="../embeddings/oleObject121.bin"/><Relationship Id="rId8" Type="http://schemas.openxmlformats.org/officeDocument/2006/relationships/image" Target="../media/image105.wmf"/><Relationship Id="rId3" Type="http://schemas.openxmlformats.org/officeDocument/2006/relationships/oleObject" Target="../embeddings/oleObject101.bin"/><Relationship Id="rId12" Type="http://schemas.openxmlformats.org/officeDocument/2006/relationships/image" Target="../media/image107.wmf"/><Relationship Id="rId17" Type="http://schemas.openxmlformats.org/officeDocument/2006/relationships/oleObject" Target="../embeddings/oleObject108.bin"/><Relationship Id="rId25" Type="http://schemas.openxmlformats.org/officeDocument/2006/relationships/oleObject" Target="../embeddings/oleObject112.bin"/><Relationship Id="rId33" Type="http://schemas.openxmlformats.org/officeDocument/2006/relationships/oleObject" Target="../embeddings/oleObject116.bin"/><Relationship Id="rId38" Type="http://schemas.openxmlformats.org/officeDocument/2006/relationships/image" Target="../media/image120.wmf"/><Relationship Id="rId46" Type="http://schemas.openxmlformats.org/officeDocument/2006/relationships/image" Target="../media/image124.wmf"/><Relationship Id="rId20" Type="http://schemas.openxmlformats.org/officeDocument/2006/relationships/image" Target="../media/image111.wmf"/><Relationship Id="rId41" Type="http://schemas.openxmlformats.org/officeDocument/2006/relationships/oleObject" Target="../embeddings/oleObject120.bin"/></Relationships>
</file>

<file path=ppt/slides/_rels/slide13.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128.bin"/><Relationship Id="rId18" Type="http://schemas.openxmlformats.org/officeDocument/2006/relationships/image" Target="../media/image132.wmf"/><Relationship Id="rId3" Type="http://schemas.openxmlformats.org/officeDocument/2006/relationships/oleObject" Target="../embeddings/oleObject123.bin"/><Relationship Id="rId7" Type="http://schemas.openxmlformats.org/officeDocument/2006/relationships/oleObject" Target="../embeddings/oleObject125.bin"/><Relationship Id="rId12" Type="http://schemas.openxmlformats.org/officeDocument/2006/relationships/image" Target="../media/image129.wmf"/><Relationship Id="rId17" Type="http://schemas.openxmlformats.org/officeDocument/2006/relationships/oleObject" Target="../embeddings/oleObject130.bin"/><Relationship Id="rId2" Type="http://schemas.openxmlformats.org/officeDocument/2006/relationships/notesSlide" Target="../notesSlides/notesSlide10.xml"/><Relationship Id="rId16" Type="http://schemas.openxmlformats.org/officeDocument/2006/relationships/image" Target="../media/image131.wmf"/><Relationship Id="rId1" Type="http://schemas.openxmlformats.org/officeDocument/2006/relationships/slideLayout" Target="../slideLayouts/slideLayout12.xml"/><Relationship Id="rId6" Type="http://schemas.openxmlformats.org/officeDocument/2006/relationships/image" Target="../media/image126.wmf"/><Relationship Id="rId11" Type="http://schemas.openxmlformats.org/officeDocument/2006/relationships/oleObject" Target="../embeddings/oleObject127.bin"/><Relationship Id="rId5" Type="http://schemas.openxmlformats.org/officeDocument/2006/relationships/oleObject" Target="../embeddings/oleObject124.bin"/><Relationship Id="rId15" Type="http://schemas.openxmlformats.org/officeDocument/2006/relationships/oleObject" Target="../embeddings/oleObject129.bin"/><Relationship Id="rId10" Type="http://schemas.openxmlformats.org/officeDocument/2006/relationships/image" Target="../media/image128.wmf"/><Relationship Id="rId4" Type="http://schemas.openxmlformats.org/officeDocument/2006/relationships/image" Target="../media/image125.wmf"/><Relationship Id="rId9" Type="http://schemas.openxmlformats.org/officeDocument/2006/relationships/oleObject" Target="../embeddings/oleObject126.bin"/><Relationship Id="rId14" Type="http://schemas.openxmlformats.org/officeDocument/2006/relationships/image" Target="../media/image130.wmf"/></Relationships>
</file>

<file path=ppt/slides/_rels/slide14.xml.rels><?xml version="1.0" encoding="UTF-8" standalone="yes"?>
<Relationships xmlns="http://schemas.openxmlformats.org/package/2006/relationships"><Relationship Id="rId8" Type="http://schemas.openxmlformats.org/officeDocument/2006/relationships/image" Target="../media/image135.wmf"/><Relationship Id="rId13" Type="http://schemas.openxmlformats.org/officeDocument/2006/relationships/oleObject" Target="../embeddings/oleObject136.bin"/><Relationship Id="rId3" Type="http://schemas.openxmlformats.org/officeDocument/2006/relationships/oleObject" Target="../embeddings/oleObject131.bin"/><Relationship Id="rId7" Type="http://schemas.openxmlformats.org/officeDocument/2006/relationships/oleObject" Target="../embeddings/oleObject133.bin"/><Relationship Id="rId12" Type="http://schemas.openxmlformats.org/officeDocument/2006/relationships/image" Target="../media/image137.wmf"/><Relationship Id="rId2" Type="http://schemas.openxmlformats.org/officeDocument/2006/relationships/notesSlide" Target="../notesSlides/notesSlide11.xml"/><Relationship Id="rId16" Type="http://schemas.openxmlformats.org/officeDocument/2006/relationships/image" Target="../media/image139.wmf"/><Relationship Id="rId1" Type="http://schemas.openxmlformats.org/officeDocument/2006/relationships/slideLayout" Target="../slideLayouts/slideLayout12.xml"/><Relationship Id="rId6" Type="http://schemas.openxmlformats.org/officeDocument/2006/relationships/image" Target="../media/image134.wmf"/><Relationship Id="rId11" Type="http://schemas.openxmlformats.org/officeDocument/2006/relationships/oleObject" Target="../embeddings/oleObject135.bin"/><Relationship Id="rId5" Type="http://schemas.openxmlformats.org/officeDocument/2006/relationships/oleObject" Target="../embeddings/oleObject132.bin"/><Relationship Id="rId15" Type="http://schemas.openxmlformats.org/officeDocument/2006/relationships/oleObject" Target="../embeddings/oleObject137.bin"/><Relationship Id="rId10" Type="http://schemas.openxmlformats.org/officeDocument/2006/relationships/image" Target="../media/image136.wmf"/><Relationship Id="rId4" Type="http://schemas.openxmlformats.org/officeDocument/2006/relationships/image" Target="../media/image133.wmf"/><Relationship Id="rId9" Type="http://schemas.openxmlformats.org/officeDocument/2006/relationships/oleObject" Target="../embeddings/oleObject134.bin"/><Relationship Id="rId14" Type="http://schemas.openxmlformats.org/officeDocument/2006/relationships/image" Target="../media/image138.wmf"/></Relationships>
</file>

<file path=ppt/slides/_rels/slide15.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138.bin"/><Relationship Id="rId7" Type="http://schemas.openxmlformats.org/officeDocument/2006/relationships/oleObject" Target="../embeddings/oleObject140.bin"/><Relationship Id="rId12" Type="http://schemas.openxmlformats.org/officeDocument/2006/relationships/image" Target="../media/image144.wmf"/><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41.wmf"/><Relationship Id="rId11" Type="http://schemas.openxmlformats.org/officeDocument/2006/relationships/oleObject" Target="../embeddings/oleObject142.bin"/><Relationship Id="rId5" Type="http://schemas.openxmlformats.org/officeDocument/2006/relationships/oleObject" Target="../embeddings/oleObject139.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141.bin"/></Relationships>
</file>

<file path=ppt/slides/_rels/slide16.xml.rels><?xml version="1.0" encoding="UTF-8" standalone="yes"?>
<Relationships xmlns="http://schemas.openxmlformats.org/package/2006/relationships"><Relationship Id="rId8" Type="http://schemas.openxmlformats.org/officeDocument/2006/relationships/image" Target="../media/image147.wmf"/><Relationship Id="rId13" Type="http://schemas.openxmlformats.org/officeDocument/2006/relationships/oleObject" Target="../embeddings/oleObject148.bin"/><Relationship Id="rId18" Type="http://schemas.openxmlformats.org/officeDocument/2006/relationships/image" Target="../media/image152.wmf"/><Relationship Id="rId26" Type="http://schemas.openxmlformats.org/officeDocument/2006/relationships/image" Target="../media/image156.wmf"/><Relationship Id="rId3" Type="http://schemas.openxmlformats.org/officeDocument/2006/relationships/oleObject" Target="../embeddings/oleObject143.bin"/><Relationship Id="rId21" Type="http://schemas.openxmlformats.org/officeDocument/2006/relationships/oleObject" Target="../embeddings/oleObject152.bin"/><Relationship Id="rId7" Type="http://schemas.openxmlformats.org/officeDocument/2006/relationships/oleObject" Target="../embeddings/oleObject145.bin"/><Relationship Id="rId12" Type="http://schemas.openxmlformats.org/officeDocument/2006/relationships/image" Target="../media/image149.wmf"/><Relationship Id="rId17" Type="http://schemas.openxmlformats.org/officeDocument/2006/relationships/oleObject" Target="../embeddings/oleObject150.bin"/><Relationship Id="rId25" Type="http://schemas.openxmlformats.org/officeDocument/2006/relationships/oleObject" Target="../embeddings/oleObject154.bin"/><Relationship Id="rId2" Type="http://schemas.openxmlformats.org/officeDocument/2006/relationships/notesSlide" Target="../notesSlides/notesSlide13.xml"/><Relationship Id="rId16" Type="http://schemas.openxmlformats.org/officeDocument/2006/relationships/image" Target="../media/image151.wmf"/><Relationship Id="rId20" Type="http://schemas.openxmlformats.org/officeDocument/2006/relationships/image" Target="../media/image153.wmf"/><Relationship Id="rId1" Type="http://schemas.openxmlformats.org/officeDocument/2006/relationships/slideLayout" Target="../slideLayouts/slideLayout12.xml"/><Relationship Id="rId6" Type="http://schemas.openxmlformats.org/officeDocument/2006/relationships/image" Target="../media/image146.wmf"/><Relationship Id="rId11" Type="http://schemas.openxmlformats.org/officeDocument/2006/relationships/oleObject" Target="../embeddings/oleObject147.bin"/><Relationship Id="rId24" Type="http://schemas.openxmlformats.org/officeDocument/2006/relationships/image" Target="../media/image155.wmf"/><Relationship Id="rId5" Type="http://schemas.openxmlformats.org/officeDocument/2006/relationships/oleObject" Target="../embeddings/oleObject144.bin"/><Relationship Id="rId15" Type="http://schemas.openxmlformats.org/officeDocument/2006/relationships/oleObject" Target="../embeddings/oleObject149.bin"/><Relationship Id="rId23" Type="http://schemas.openxmlformats.org/officeDocument/2006/relationships/oleObject" Target="../embeddings/oleObject153.bin"/><Relationship Id="rId28" Type="http://schemas.openxmlformats.org/officeDocument/2006/relationships/image" Target="../media/image157.wmf"/><Relationship Id="rId10" Type="http://schemas.openxmlformats.org/officeDocument/2006/relationships/image" Target="../media/image148.wmf"/><Relationship Id="rId19" Type="http://schemas.openxmlformats.org/officeDocument/2006/relationships/oleObject" Target="../embeddings/oleObject151.bin"/><Relationship Id="rId4" Type="http://schemas.openxmlformats.org/officeDocument/2006/relationships/image" Target="../media/image145.wmf"/><Relationship Id="rId9" Type="http://schemas.openxmlformats.org/officeDocument/2006/relationships/oleObject" Target="../embeddings/oleObject146.bin"/><Relationship Id="rId14" Type="http://schemas.openxmlformats.org/officeDocument/2006/relationships/image" Target="../media/image150.wmf"/><Relationship Id="rId22" Type="http://schemas.openxmlformats.org/officeDocument/2006/relationships/image" Target="../media/image154.wmf"/><Relationship Id="rId27" Type="http://schemas.openxmlformats.org/officeDocument/2006/relationships/oleObject" Target="../embeddings/oleObject155.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image" Target="../media/image163.wmf"/><Relationship Id="rId18" Type="http://schemas.openxmlformats.org/officeDocument/2006/relationships/oleObject" Target="../embeddings/oleObject163.bin"/><Relationship Id="rId3" Type="http://schemas.openxmlformats.org/officeDocument/2006/relationships/image" Target="../media/image158.png"/><Relationship Id="rId21" Type="http://schemas.openxmlformats.org/officeDocument/2006/relationships/image" Target="../media/image167.wmf"/><Relationship Id="rId7" Type="http://schemas.openxmlformats.org/officeDocument/2006/relationships/image" Target="../media/image160.wmf"/><Relationship Id="rId12" Type="http://schemas.openxmlformats.org/officeDocument/2006/relationships/oleObject" Target="../embeddings/oleObject160.bin"/><Relationship Id="rId17" Type="http://schemas.openxmlformats.org/officeDocument/2006/relationships/image" Target="../media/image165.wmf"/><Relationship Id="rId25" Type="http://schemas.openxmlformats.org/officeDocument/2006/relationships/image" Target="../media/image169.wmf"/><Relationship Id="rId2" Type="http://schemas.openxmlformats.org/officeDocument/2006/relationships/notesSlide" Target="../notesSlides/notesSlide14.xml"/><Relationship Id="rId16" Type="http://schemas.openxmlformats.org/officeDocument/2006/relationships/oleObject" Target="../embeddings/oleObject162.bin"/><Relationship Id="rId20" Type="http://schemas.openxmlformats.org/officeDocument/2006/relationships/oleObject" Target="../embeddings/oleObject164.bin"/><Relationship Id="rId1" Type="http://schemas.openxmlformats.org/officeDocument/2006/relationships/slideLayout" Target="../slideLayouts/slideLayout12.xml"/><Relationship Id="rId6" Type="http://schemas.openxmlformats.org/officeDocument/2006/relationships/oleObject" Target="../embeddings/oleObject157.bin"/><Relationship Id="rId11" Type="http://schemas.openxmlformats.org/officeDocument/2006/relationships/image" Target="../media/image162.wmf"/><Relationship Id="rId24" Type="http://schemas.openxmlformats.org/officeDocument/2006/relationships/oleObject" Target="../embeddings/oleObject166.bin"/><Relationship Id="rId5" Type="http://schemas.openxmlformats.org/officeDocument/2006/relationships/image" Target="../media/image159.wmf"/><Relationship Id="rId15" Type="http://schemas.openxmlformats.org/officeDocument/2006/relationships/image" Target="../media/image164.wmf"/><Relationship Id="rId23" Type="http://schemas.openxmlformats.org/officeDocument/2006/relationships/image" Target="../media/image168.wmf"/><Relationship Id="rId10" Type="http://schemas.openxmlformats.org/officeDocument/2006/relationships/oleObject" Target="../embeddings/oleObject159.bin"/><Relationship Id="rId19" Type="http://schemas.openxmlformats.org/officeDocument/2006/relationships/image" Target="../media/image166.wmf"/><Relationship Id="rId4" Type="http://schemas.openxmlformats.org/officeDocument/2006/relationships/oleObject" Target="../embeddings/oleObject156.bin"/><Relationship Id="rId9" Type="http://schemas.openxmlformats.org/officeDocument/2006/relationships/image" Target="../media/image161.wmf"/><Relationship Id="rId14" Type="http://schemas.openxmlformats.org/officeDocument/2006/relationships/oleObject" Target="../embeddings/oleObject161.bin"/><Relationship Id="rId22" Type="http://schemas.openxmlformats.org/officeDocument/2006/relationships/oleObject" Target="../embeddings/oleObject165.bin"/></Relationships>
</file>

<file path=ppt/slides/_rels/slide18.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oleObject" Target="../embeddings/oleObject172.bin"/><Relationship Id="rId18" Type="http://schemas.openxmlformats.org/officeDocument/2006/relationships/image" Target="../media/image177.wmf"/><Relationship Id="rId26" Type="http://schemas.openxmlformats.org/officeDocument/2006/relationships/image" Target="../media/image181.wmf"/><Relationship Id="rId3" Type="http://schemas.openxmlformats.org/officeDocument/2006/relationships/oleObject" Target="../embeddings/oleObject167.bin"/><Relationship Id="rId21" Type="http://schemas.openxmlformats.org/officeDocument/2006/relationships/oleObject" Target="../embeddings/oleObject176.bin"/><Relationship Id="rId7" Type="http://schemas.openxmlformats.org/officeDocument/2006/relationships/oleObject" Target="../embeddings/oleObject169.bin"/><Relationship Id="rId12" Type="http://schemas.openxmlformats.org/officeDocument/2006/relationships/image" Target="../media/image174.wmf"/><Relationship Id="rId17" Type="http://schemas.openxmlformats.org/officeDocument/2006/relationships/oleObject" Target="../embeddings/oleObject174.bin"/><Relationship Id="rId25" Type="http://schemas.openxmlformats.org/officeDocument/2006/relationships/oleObject" Target="../embeddings/oleObject178.bin"/><Relationship Id="rId2" Type="http://schemas.openxmlformats.org/officeDocument/2006/relationships/notesSlide" Target="../notesSlides/notesSlide15.xml"/><Relationship Id="rId16" Type="http://schemas.openxmlformats.org/officeDocument/2006/relationships/image" Target="../media/image176.wmf"/><Relationship Id="rId20" Type="http://schemas.openxmlformats.org/officeDocument/2006/relationships/image" Target="../media/image178.wmf"/><Relationship Id="rId29" Type="http://schemas.openxmlformats.org/officeDocument/2006/relationships/oleObject" Target="../embeddings/oleObject180.bin"/><Relationship Id="rId1" Type="http://schemas.openxmlformats.org/officeDocument/2006/relationships/slideLayout" Target="../slideLayouts/slideLayout12.xml"/><Relationship Id="rId6" Type="http://schemas.openxmlformats.org/officeDocument/2006/relationships/image" Target="../media/image171.wmf"/><Relationship Id="rId11" Type="http://schemas.openxmlformats.org/officeDocument/2006/relationships/oleObject" Target="../embeddings/oleObject171.bin"/><Relationship Id="rId24" Type="http://schemas.openxmlformats.org/officeDocument/2006/relationships/image" Target="../media/image180.wmf"/><Relationship Id="rId5" Type="http://schemas.openxmlformats.org/officeDocument/2006/relationships/oleObject" Target="../embeddings/oleObject168.bin"/><Relationship Id="rId15" Type="http://schemas.openxmlformats.org/officeDocument/2006/relationships/oleObject" Target="../embeddings/oleObject173.bin"/><Relationship Id="rId23" Type="http://schemas.openxmlformats.org/officeDocument/2006/relationships/oleObject" Target="../embeddings/oleObject177.bin"/><Relationship Id="rId28" Type="http://schemas.openxmlformats.org/officeDocument/2006/relationships/image" Target="../media/image182.wmf"/><Relationship Id="rId10" Type="http://schemas.openxmlformats.org/officeDocument/2006/relationships/image" Target="../media/image173.wmf"/><Relationship Id="rId19" Type="http://schemas.openxmlformats.org/officeDocument/2006/relationships/oleObject" Target="../embeddings/oleObject175.bin"/><Relationship Id="rId4" Type="http://schemas.openxmlformats.org/officeDocument/2006/relationships/image" Target="../media/image170.wmf"/><Relationship Id="rId9" Type="http://schemas.openxmlformats.org/officeDocument/2006/relationships/oleObject" Target="../embeddings/oleObject170.bin"/><Relationship Id="rId14" Type="http://schemas.openxmlformats.org/officeDocument/2006/relationships/image" Target="../media/image175.wmf"/><Relationship Id="rId22" Type="http://schemas.openxmlformats.org/officeDocument/2006/relationships/image" Target="../media/image179.wmf"/><Relationship Id="rId27" Type="http://schemas.openxmlformats.org/officeDocument/2006/relationships/oleObject" Target="../embeddings/oleObject179.bin"/><Relationship Id="rId30" Type="http://schemas.openxmlformats.org/officeDocument/2006/relationships/image" Target="../media/image183.wmf"/></Relationships>
</file>

<file path=ppt/slides/_rels/slide19.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81.bin"/><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85.wmf"/></Relationships>
</file>

<file path=ppt/slides/_rels/slide21.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187.bin"/><Relationship Id="rId18" Type="http://schemas.openxmlformats.org/officeDocument/2006/relationships/image" Target="../media/image193.wmf"/><Relationship Id="rId3" Type="http://schemas.openxmlformats.org/officeDocument/2006/relationships/oleObject" Target="../embeddings/oleObject182.bin"/><Relationship Id="rId21" Type="http://schemas.openxmlformats.org/officeDocument/2006/relationships/oleObject" Target="../embeddings/oleObject191.bin"/><Relationship Id="rId7" Type="http://schemas.openxmlformats.org/officeDocument/2006/relationships/oleObject" Target="../embeddings/oleObject184.bin"/><Relationship Id="rId12" Type="http://schemas.openxmlformats.org/officeDocument/2006/relationships/image" Target="../media/image190.wmf"/><Relationship Id="rId17" Type="http://schemas.openxmlformats.org/officeDocument/2006/relationships/oleObject" Target="../embeddings/oleObject189.bin"/><Relationship Id="rId2" Type="http://schemas.openxmlformats.org/officeDocument/2006/relationships/notesSlide" Target="../notesSlides/notesSlide18.xml"/><Relationship Id="rId16" Type="http://schemas.openxmlformats.org/officeDocument/2006/relationships/image" Target="../media/image192.wmf"/><Relationship Id="rId20" Type="http://schemas.openxmlformats.org/officeDocument/2006/relationships/image" Target="../media/image194.wmf"/><Relationship Id="rId1" Type="http://schemas.openxmlformats.org/officeDocument/2006/relationships/slideLayout" Target="../slideLayouts/slideLayout12.xml"/><Relationship Id="rId6" Type="http://schemas.openxmlformats.org/officeDocument/2006/relationships/image" Target="../media/image187.wmf"/><Relationship Id="rId11" Type="http://schemas.openxmlformats.org/officeDocument/2006/relationships/oleObject" Target="../embeddings/oleObject186.bin"/><Relationship Id="rId5" Type="http://schemas.openxmlformats.org/officeDocument/2006/relationships/oleObject" Target="../embeddings/oleObject183.bin"/><Relationship Id="rId15" Type="http://schemas.openxmlformats.org/officeDocument/2006/relationships/oleObject" Target="../embeddings/oleObject188.bin"/><Relationship Id="rId10" Type="http://schemas.openxmlformats.org/officeDocument/2006/relationships/image" Target="../media/image189.wmf"/><Relationship Id="rId19" Type="http://schemas.openxmlformats.org/officeDocument/2006/relationships/oleObject" Target="../embeddings/oleObject190.bin"/><Relationship Id="rId4" Type="http://schemas.openxmlformats.org/officeDocument/2006/relationships/image" Target="../media/image186.wmf"/><Relationship Id="rId9" Type="http://schemas.openxmlformats.org/officeDocument/2006/relationships/oleObject" Target="../embeddings/oleObject185.bin"/><Relationship Id="rId14" Type="http://schemas.openxmlformats.org/officeDocument/2006/relationships/image" Target="../media/image191.wmf"/><Relationship Id="rId22" Type="http://schemas.openxmlformats.org/officeDocument/2006/relationships/image" Target="../media/image195.wmf"/></Relationships>
</file>

<file path=ppt/slides/_rels/slide22.x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oleObject" Target="../embeddings/oleObject197.bin"/><Relationship Id="rId18" Type="http://schemas.openxmlformats.org/officeDocument/2006/relationships/image" Target="../media/image203.wmf"/><Relationship Id="rId26" Type="http://schemas.openxmlformats.org/officeDocument/2006/relationships/image" Target="../media/image207.wmf"/><Relationship Id="rId3" Type="http://schemas.openxmlformats.org/officeDocument/2006/relationships/oleObject" Target="../embeddings/oleObject192.bin"/><Relationship Id="rId21" Type="http://schemas.openxmlformats.org/officeDocument/2006/relationships/oleObject" Target="../embeddings/oleObject201.bin"/><Relationship Id="rId7" Type="http://schemas.openxmlformats.org/officeDocument/2006/relationships/oleObject" Target="../embeddings/oleObject194.bin"/><Relationship Id="rId12" Type="http://schemas.openxmlformats.org/officeDocument/2006/relationships/image" Target="../media/image200.wmf"/><Relationship Id="rId17" Type="http://schemas.openxmlformats.org/officeDocument/2006/relationships/oleObject" Target="../embeddings/oleObject199.bin"/><Relationship Id="rId25" Type="http://schemas.openxmlformats.org/officeDocument/2006/relationships/oleObject" Target="../embeddings/oleObject203.bin"/><Relationship Id="rId2" Type="http://schemas.openxmlformats.org/officeDocument/2006/relationships/notesSlide" Target="../notesSlides/notesSlide19.xml"/><Relationship Id="rId16" Type="http://schemas.openxmlformats.org/officeDocument/2006/relationships/image" Target="../media/image202.wmf"/><Relationship Id="rId20" Type="http://schemas.openxmlformats.org/officeDocument/2006/relationships/image" Target="../media/image204.wmf"/><Relationship Id="rId29" Type="http://schemas.openxmlformats.org/officeDocument/2006/relationships/oleObject" Target="../embeddings/oleObject205.bin"/><Relationship Id="rId1" Type="http://schemas.openxmlformats.org/officeDocument/2006/relationships/slideLayout" Target="../slideLayouts/slideLayout12.xml"/><Relationship Id="rId6" Type="http://schemas.openxmlformats.org/officeDocument/2006/relationships/image" Target="../media/image197.wmf"/><Relationship Id="rId11" Type="http://schemas.openxmlformats.org/officeDocument/2006/relationships/oleObject" Target="../embeddings/oleObject196.bin"/><Relationship Id="rId24" Type="http://schemas.openxmlformats.org/officeDocument/2006/relationships/image" Target="../media/image206.wmf"/><Relationship Id="rId5" Type="http://schemas.openxmlformats.org/officeDocument/2006/relationships/oleObject" Target="../embeddings/oleObject193.bin"/><Relationship Id="rId15" Type="http://schemas.openxmlformats.org/officeDocument/2006/relationships/oleObject" Target="../embeddings/oleObject198.bin"/><Relationship Id="rId23" Type="http://schemas.openxmlformats.org/officeDocument/2006/relationships/oleObject" Target="../embeddings/oleObject202.bin"/><Relationship Id="rId28" Type="http://schemas.openxmlformats.org/officeDocument/2006/relationships/image" Target="../media/image208.wmf"/><Relationship Id="rId10" Type="http://schemas.openxmlformats.org/officeDocument/2006/relationships/image" Target="../media/image199.wmf"/><Relationship Id="rId19" Type="http://schemas.openxmlformats.org/officeDocument/2006/relationships/oleObject" Target="../embeddings/oleObject200.bin"/><Relationship Id="rId4" Type="http://schemas.openxmlformats.org/officeDocument/2006/relationships/image" Target="../media/image196.wmf"/><Relationship Id="rId9" Type="http://schemas.openxmlformats.org/officeDocument/2006/relationships/oleObject" Target="../embeddings/oleObject195.bin"/><Relationship Id="rId14" Type="http://schemas.openxmlformats.org/officeDocument/2006/relationships/image" Target="../media/image201.wmf"/><Relationship Id="rId22" Type="http://schemas.openxmlformats.org/officeDocument/2006/relationships/image" Target="../media/image205.wmf"/><Relationship Id="rId27" Type="http://schemas.openxmlformats.org/officeDocument/2006/relationships/oleObject" Target="../embeddings/oleObject204.bin"/><Relationship Id="rId30" Type="http://schemas.openxmlformats.org/officeDocument/2006/relationships/image" Target="../media/image209.wmf"/></Relationships>
</file>

<file path=ppt/slides/_rels/slide23.xml.rels><?xml version="1.0" encoding="UTF-8" standalone="yes"?>
<Relationships xmlns="http://schemas.openxmlformats.org/package/2006/relationships"><Relationship Id="rId13" Type="http://schemas.openxmlformats.org/officeDocument/2006/relationships/oleObject" Target="../embeddings/oleObject211.bin"/><Relationship Id="rId18" Type="http://schemas.openxmlformats.org/officeDocument/2006/relationships/image" Target="../media/image217.wmf"/><Relationship Id="rId26" Type="http://schemas.openxmlformats.org/officeDocument/2006/relationships/image" Target="../media/image221.wmf"/><Relationship Id="rId39" Type="http://schemas.openxmlformats.org/officeDocument/2006/relationships/oleObject" Target="../embeddings/oleObject224.bin"/><Relationship Id="rId21" Type="http://schemas.openxmlformats.org/officeDocument/2006/relationships/oleObject" Target="../embeddings/oleObject215.bin"/><Relationship Id="rId34" Type="http://schemas.openxmlformats.org/officeDocument/2006/relationships/image" Target="../media/image225.wmf"/><Relationship Id="rId42" Type="http://schemas.openxmlformats.org/officeDocument/2006/relationships/image" Target="../media/image229.wmf"/><Relationship Id="rId47" Type="http://schemas.openxmlformats.org/officeDocument/2006/relationships/oleObject" Target="../embeddings/oleObject228.bin"/><Relationship Id="rId50" Type="http://schemas.openxmlformats.org/officeDocument/2006/relationships/image" Target="../media/image233.wmf"/><Relationship Id="rId7" Type="http://schemas.openxmlformats.org/officeDocument/2006/relationships/oleObject" Target="../embeddings/oleObject208.bin"/><Relationship Id="rId2" Type="http://schemas.openxmlformats.org/officeDocument/2006/relationships/notesSlide" Target="../notesSlides/notesSlide20.xml"/><Relationship Id="rId16" Type="http://schemas.openxmlformats.org/officeDocument/2006/relationships/image" Target="../media/image216.wmf"/><Relationship Id="rId29" Type="http://schemas.openxmlformats.org/officeDocument/2006/relationships/oleObject" Target="../embeddings/oleObject219.bin"/><Relationship Id="rId11" Type="http://schemas.openxmlformats.org/officeDocument/2006/relationships/oleObject" Target="../embeddings/oleObject210.bin"/><Relationship Id="rId24" Type="http://schemas.openxmlformats.org/officeDocument/2006/relationships/image" Target="../media/image220.wmf"/><Relationship Id="rId32" Type="http://schemas.openxmlformats.org/officeDocument/2006/relationships/image" Target="../media/image224.wmf"/><Relationship Id="rId37" Type="http://schemas.openxmlformats.org/officeDocument/2006/relationships/oleObject" Target="../embeddings/oleObject223.bin"/><Relationship Id="rId40" Type="http://schemas.openxmlformats.org/officeDocument/2006/relationships/image" Target="../media/image228.wmf"/><Relationship Id="rId45" Type="http://schemas.openxmlformats.org/officeDocument/2006/relationships/oleObject" Target="../embeddings/oleObject227.bin"/><Relationship Id="rId53" Type="http://schemas.openxmlformats.org/officeDocument/2006/relationships/oleObject" Target="../embeddings/oleObject231.bin"/><Relationship Id="rId5" Type="http://schemas.openxmlformats.org/officeDocument/2006/relationships/oleObject" Target="../embeddings/oleObject207.bin"/><Relationship Id="rId10" Type="http://schemas.openxmlformats.org/officeDocument/2006/relationships/image" Target="../media/image213.wmf"/><Relationship Id="rId19" Type="http://schemas.openxmlformats.org/officeDocument/2006/relationships/oleObject" Target="../embeddings/oleObject214.bin"/><Relationship Id="rId31" Type="http://schemas.openxmlformats.org/officeDocument/2006/relationships/oleObject" Target="../embeddings/oleObject220.bin"/><Relationship Id="rId44" Type="http://schemas.openxmlformats.org/officeDocument/2006/relationships/image" Target="../media/image230.wmf"/><Relationship Id="rId52" Type="http://schemas.openxmlformats.org/officeDocument/2006/relationships/image" Target="../media/image234.wmf"/><Relationship Id="rId4" Type="http://schemas.openxmlformats.org/officeDocument/2006/relationships/image" Target="../media/image210.wmf"/><Relationship Id="rId9" Type="http://schemas.openxmlformats.org/officeDocument/2006/relationships/oleObject" Target="../embeddings/oleObject209.bin"/><Relationship Id="rId14" Type="http://schemas.openxmlformats.org/officeDocument/2006/relationships/image" Target="../media/image215.wmf"/><Relationship Id="rId22" Type="http://schemas.openxmlformats.org/officeDocument/2006/relationships/image" Target="../media/image219.wmf"/><Relationship Id="rId27" Type="http://schemas.openxmlformats.org/officeDocument/2006/relationships/oleObject" Target="../embeddings/oleObject218.bin"/><Relationship Id="rId30" Type="http://schemas.openxmlformats.org/officeDocument/2006/relationships/image" Target="../media/image223.wmf"/><Relationship Id="rId35" Type="http://schemas.openxmlformats.org/officeDocument/2006/relationships/oleObject" Target="../embeddings/oleObject222.bin"/><Relationship Id="rId43" Type="http://schemas.openxmlformats.org/officeDocument/2006/relationships/oleObject" Target="../embeddings/oleObject226.bin"/><Relationship Id="rId48" Type="http://schemas.openxmlformats.org/officeDocument/2006/relationships/image" Target="../media/image232.wmf"/><Relationship Id="rId8" Type="http://schemas.openxmlformats.org/officeDocument/2006/relationships/image" Target="../media/image212.wmf"/><Relationship Id="rId51" Type="http://schemas.openxmlformats.org/officeDocument/2006/relationships/oleObject" Target="../embeddings/oleObject230.bin"/><Relationship Id="rId3" Type="http://schemas.openxmlformats.org/officeDocument/2006/relationships/oleObject" Target="../embeddings/oleObject206.bin"/><Relationship Id="rId12" Type="http://schemas.openxmlformats.org/officeDocument/2006/relationships/image" Target="../media/image214.wmf"/><Relationship Id="rId17" Type="http://schemas.openxmlformats.org/officeDocument/2006/relationships/oleObject" Target="../embeddings/oleObject213.bin"/><Relationship Id="rId25" Type="http://schemas.openxmlformats.org/officeDocument/2006/relationships/oleObject" Target="../embeddings/oleObject217.bin"/><Relationship Id="rId33" Type="http://schemas.openxmlformats.org/officeDocument/2006/relationships/oleObject" Target="../embeddings/oleObject221.bin"/><Relationship Id="rId38" Type="http://schemas.openxmlformats.org/officeDocument/2006/relationships/image" Target="../media/image227.wmf"/><Relationship Id="rId46" Type="http://schemas.openxmlformats.org/officeDocument/2006/relationships/image" Target="../media/image231.wmf"/><Relationship Id="rId20" Type="http://schemas.openxmlformats.org/officeDocument/2006/relationships/image" Target="../media/image218.wmf"/><Relationship Id="rId41" Type="http://schemas.openxmlformats.org/officeDocument/2006/relationships/oleObject" Target="../embeddings/oleObject225.bin"/><Relationship Id="rId54" Type="http://schemas.openxmlformats.org/officeDocument/2006/relationships/image" Target="../media/image235.wmf"/><Relationship Id="rId1" Type="http://schemas.openxmlformats.org/officeDocument/2006/relationships/slideLayout" Target="../slideLayouts/slideLayout12.xml"/><Relationship Id="rId6" Type="http://schemas.openxmlformats.org/officeDocument/2006/relationships/image" Target="../media/image211.wmf"/><Relationship Id="rId15" Type="http://schemas.openxmlformats.org/officeDocument/2006/relationships/oleObject" Target="../embeddings/oleObject212.bin"/><Relationship Id="rId23" Type="http://schemas.openxmlformats.org/officeDocument/2006/relationships/oleObject" Target="../embeddings/oleObject216.bin"/><Relationship Id="rId28" Type="http://schemas.openxmlformats.org/officeDocument/2006/relationships/image" Target="../media/image222.wmf"/><Relationship Id="rId36" Type="http://schemas.openxmlformats.org/officeDocument/2006/relationships/image" Target="../media/image226.wmf"/><Relationship Id="rId49" Type="http://schemas.openxmlformats.org/officeDocument/2006/relationships/oleObject" Target="../embeddings/oleObject229.bin"/></Relationships>
</file>

<file path=ppt/slides/_rels/slide24.xml.rels><?xml version="1.0" encoding="UTF-8" standalone="yes"?>
<Relationships xmlns="http://schemas.openxmlformats.org/package/2006/relationships"><Relationship Id="rId8" Type="http://schemas.openxmlformats.org/officeDocument/2006/relationships/image" Target="../media/image238.wmf"/><Relationship Id="rId13" Type="http://schemas.openxmlformats.org/officeDocument/2006/relationships/oleObject" Target="../embeddings/oleObject237.bin"/><Relationship Id="rId18" Type="http://schemas.openxmlformats.org/officeDocument/2006/relationships/image" Target="../media/image243.wmf"/><Relationship Id="rId26" Type="http://schemas.openxmlformats.org/officeDocument/2006/relationships/image" Target="../media/image247.wmf"/><Relationship Id="rId3" Type="http://schemas.openxmlformats.org/officeDocument/2006/relationships/oleObject" Target="../embeddings/oleObject232.bin"/><Relationship Id="rId21" Type="http://schemas.openxmlformats.org/officeDocument/2006/relationships/oleObject" Target="../embeddings/oleObject241.bin"/><Relationship Id="rId7" Type="http://schemas.openxmlformats.org/officeDocument/2006/relationships/oleObject" Target="../embeddings/oleObject234.bin"/><Relationship Id="rId12" Type="http://schemas.openxmlformats.org/officeDocument/2006/relationships/image" Target="../media/image240.wmf"/><Relationship Id="rId17" Type="http://schemas.openxmlformats.org/officeDocument/2006/relationships/oleObject" Target="../embeddings/oleObject239.bin"/><Relationship Id="rId25" Type="http://schemas.openxmlformats.org/officeDocument/2006/relationships/oleObject" Target="../embeddings/oleObject243.bin"/><Relationship Id="rId2" Type="http://schemas.openxmlformats.org/officeDocument/2006/relationships/notesSlide" Target="../notesSlides/notesSlide21.xml"/><Relationship Id="rId16" Type="http://schemas.openxmlformats.org/officeDocument/2006/relationships/image" Target="../media/image242.wmf"/><Relationship Id="rId20" Type="http://schemas.openxmlformats.org/officeDocument/2006/relationships/image" Target="../media/image244.wmf"/><Relationship Id="rId29" Type="http://schemas.openxmlformats.org/officeDocument/2006/relationships/oleObject" Target="../embeddings/oleObject245.bin"/><Relationship Id="rId1" Type="http://schemas.openxmlformats.org/officeDocument/2006/relationships/slideLayout" Target="../slideLayouts/slideLayout12.xml"/><Relationship Id="rId6" Type="http://schemas.openxmlformats.org/officeDocument/2006/relationships/image" Target="../media/image237.wmf"/><Relationship Id="rId11" Type="http://schemas.openxmlformats.org/officeDocument/2006/relationships/oleObject" Target="../embeddings/oleObject236.bin"/><Relationship Id="rId24" Type="http://schemas.openxmlformats.org/officeDocument/2006/relationships/image" Target="../media/image246.wmf"/><Relationship Id="rId32" Type="http://schemas.openxmlformats.org/officeDocument/2006/relationships/image" Target="../media/image250.wmf"/><Relationship Id="rId5" Type="http://schemas.openxmlformats.org/officeDocument/2006/relationships/oleObject" Target="../embeddings/oleObject233.bin"/><Relationship Id="rId15" Type="http://schemas.openxmlformats.org/officeDocument/2006/relationships/oleObject" Target="../embeddings/oleObject238.bin"/><Relationship Id="rId23" Type="http://schemas.openxmlformats.org/officeDocument/2006/relationships/oleObject" Target="../embeddings/oleObject242.bin"/><Relationship Id="rId28" Type="http://schemas.openxmlformats.org/officeDocument/2006/relationships/image" Target="../media/image248.wmf"/><Relationship Id="rId10" Type="http://schemas.openxmlformats.org/officeDocument/2006/relationships/image" Target="../media/image239.wmf"/><Relationship Id="rId19" Type="http://schemas.openxmlformats.org/officeDocument/2006/relationships/oleObject" Target="../embeddings/oleObject240.bin"/><Relationship Id="rId31" Type="http://schemas.openxmlformats.org/officeDocument/2006/relationships/oleObject" Target="../embeddings/oleObject246.bin"/><Relationship Id="rId4" Type="http://schemas.openxmlformats.org/officeDocument/2006/relationships/image" Target="../media/image236.wmf"/><Relationship Id="rId9" Type="http://schemas.openxmlformats.org/officeDocument/2006/relationships/oleObject" Target="../embeddings/oleObject235.bin"/><Relationship Id="rId14" Type="http://schemas.openxmlformats.org/officeDocument/2006/relationships/image" Target="../media/image241.emf"/><Relationship Id="rId22" Type="http://schemas.openxmlformats.org/officeDocument/2006/relationships/image" Target="../media/image245.wmf"/><Relationship Id="rId27" Type="http://schemas.openxmlformats.org/officeDocument/2006/relationships/oleObject" Target="../embeddings/oleObject244.bin"/><Relationship Id="rId30" Type="http://schemas.openxmlformats.org/officeDocument/2006/relationships/image" Target="../media/image249.wmf"/></Relationships>
</file>

<file path=ppt/slides/_rels/slide25.xml.rels><?xml version="1.0" encoding="UTF-8" standalone="yes"?>
<Relationships xmlns="http://schemas.openxmlformats.org/package/2006/relationships"><Relationship Id="rId8" Type="http://schemas.openxmlformats.org/officeDocument/2006/relationships/image" Target="../media/image253.emf"/><Relationship Id="rId13" Type="http://schemas.openxmlformats.org/officeDocument/2006/relationships/oleObject" Target="../embeddings/oleObject252.bin"/><Relationship Id="rId3" Type="http://schemas.openxmlformats.org/officeDocument/2006/relationships/oleObject" Target="../embeddings/oleObject247.bin"/><Relationship Id="rId7" Type="http://schemas.openxmlformats.org/officeDocument/2006/relationships/oleObject" Target="../embeddings/oleObject249.bin"/><Relationship Id="rId12" Type="http://schemas.openxmlformats.org/officeDocument/2006/relationships/image" Target="../media/image255.wmf"/><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52.wmf"/><Relationship Id="rId11" Type="http://schemas.openxmlformats.org/officeDocument/2006/relationships/oleObject" Target="../embeddings/oleObject251.bin"/><Relationship Id="rId5" Type="http://schemas.openxmlformats.org/officeDocument/2006/relationships/oleObject" Target="../embeddings/oleObject248.bin"/><Relationship Id="rId10" Type="http://schemas.openxmlformats.org/officeDocument/2006/relationships/image" Target="../media/image254.wmf"/><Relationship Id="rId4" Type="http://schemas.openxmlformats.org/officeDocument/2006/relationships/image" Target="../media/image251.wmf"/><Relationship Id="rId9" Type="http://schemas.openxmlformats.org/officeDocument/2006/relationships/oleObject" Target="../embeddings/oleObject250.bin"/><Relationship Id="rId14" Type="http://schemas.openxmlformats.org/officeDocument/2006/relationships/image" Target="../media/image256.wmf"/></Relationships>
</file>

<file path=ppt/slides/_rels/slide26.xml.rels><?xml version="1.0" encoding="UTF-8" standalone="yes"?>
<Relationships xmlns="http://schemas.openxmlformats.org/package/2006/relationships"><Relationship Id="rId8" Type="http://schemas.openxmlformats.org/officeDocument/2006/relationships/image" Target="../media/image259.wmf"/><Relationship Id="rId13" Type="http://schemas.openxmlformats.org/officeDocument/2006/relationships/oleObject" Target="../embeddings/oleObject258.bin"/><Relationship Id="rId3" Type="http://schemas.openxmlformats.org/officeDocument/2006/relationships/oleObject" Target="../embeddings/oleObject253.bin"/><Relationship Id="rId7" Type="http://schemas.openxmlformats.org/officeDocument/2006/relationships/oleObject" Target="../embeddings/oleObject255.bin"/><Relationship Id="rId12" Type="http://schemas.openxmlformats.org/officeDocument/2006/relationships/image" Target="../media/image261.wmf"/><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58.wmf"/><Relationship Id="rId11" Type="http://schemas.openxmlformats.org/officeDocument/2006/relationships/oleObject" Target="../embeddings/oleObject257.bin"/><Relationship Id="rId5" Type="http://schemas.openxmlformats.org/officeDocument/2006/relationships/oleObject" Target="../embeddings/oleObject254.bin"/><Relationship Id="rId10" Type="http://schemas.openxmlformats.org/officeDocument/2006/relationships/image" Target="../media/image260.wmf"/><Relationship Id="rId4" Type="http://schemas.openxmlformats.org/officeDocument/2006/relationships/image" Target="../media/image257.wmf"/><Relationship Id="rId9" Type="http://schemas.openxmlformats.org/officeDocument/2006/relationships/oleObject" Target="../embeddings/oleObject256.bin"/><Relationship Id="rId14" Type="http://schemas.openxmlformats.org/officeDocument/2006/relationships/image" Target="../media/image262.wmf"/></Relationships>
</file>

<file path=ppt/slides/_rels/slide27.xml.rels><?xml version="1.0" encoding="UTF-8" standalone="yes"?>
<Relationships xmlns="http://schemas.openxmlformats.org/package/2006/relationships"><Relationship Id="rId8" Type="http://schemas.openxmlformats.org/officeDocument/2006/relationships/image" Target="../media/image265.wmf"/><Relationship Id="rId3" Type="http://schemas.openxmlformats.org/officeDocument/2006/relationships/oleObject" Target="../embeddings/oleObject259.bin"/><Relationship Id="rId7" Type="http://schemas.openxmlformats.org/officeDocument/2006/relationships/oleObject" Target="../embeddings/oleObject261.bin"/><Relationship Id="rId12" Type="http://schemas.openxmlformats.org/officeDocument/2006/relationships/image" Target="../media/image267.wmf"/><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264.wmf"/><Relationship Id="rId11" Type="http://schemas.openxmlformats.org/officeDocument/2006/relationships/oleObject" Target="../embeddings/oleObject263.bin"/><Relationship Id="rId5" Type="http://schemas.openxmlformats.org/officeDocument/2006/relationships/oleObject" Target="../embeddings/oleObject260.bin"/><Relationship Id="rId10" Type="http://schemas.openxmlformats.org/officeDocument/2006/relationships/image" Target="../media/image266.wmf"/><Relationship Id="rId4" Type="http://schemas.openxmlformats.org/officeDocument/2006/relationships/image" Target="../media/image263.wmf"/><Relationship Id="rId9" Type="http://schemas.openxmlformats.org/officeDocument/2006/relationships/oleObject" Target="../embeddings/oleObject262.bin"/></Relationships>
</file>

<file path=ppt/slides/_rels/slide28.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271.wmf"/><Relationship Id="rId13" Type="http://schemas.openxmlformats.org/officeDocument/2006/relationships/oleObject" Target="../embeddings/oleObject269.bin"/><Relationship Id="rId18" Type="http://schemas.openxmlformats.org/officeDocument/2006/relationships/image" Target="../media/image276.wmf"/><Relationship Id="rId3" Type="http://schemas.openxmlformats.org/officeDocument/2006/relationships/oleObject" Target="../embeddings/oleObject264.bin"/><Relationship Id="rId7" Type="http://schemas.openxmlformats.org/officeDocument/2006/relationships/oleObject" Target="../embeddings/oleObject266.bin"/><Relationship Id="rId12" Type="http://schemas.openxmlformats.org/officeDocument/2006/relationships/image" Target="../media/image273.wmf"/><Relationship Id="rId17" Type="http://schemas.openxmlformats.org/officeDocument/2006/relationships/oleObject" Target="../embeddings/oleObject271.bin"/><Relationship Id="rId2" Type="http://schemas.openxmlformats.org/officeDocument/2006/relationships/notesSlide" Target="../notesSlides/notesSlide26.xml"/><Relationship Id="rId16" Type="http://schemas.openxmlformats.org/officeDocument/2006/relationships/image" Target="../media/image275.wmf"/><Relationship Id="rId1" Type="http://schemas.openxmlformats.org/officeDocument/2006/relationships/slideLayout" Target="../slideLayouts/slideLayout12.xml"/><Relationship Id="rId6" Type="http://schemas.openxmlformats.org/officeDocument/2006/relationships/image" Target="../media/image270.wmf"/><Relationship Id="rId11" Type="http://schemas.openxmlformats.org/officeDocument/2006/relationships/oleObject" Target="../embeddings/oleObject268.bin"/><Relationship Id="rId5" Type="http://schemas.openxmlformats.org/officeDocument/2006/relationships/oleObject" Target="../embeddings/oleObject265.bin"/><Relationship Id="rId15" Type="http://schemas.openxmlformats.org/officeDocument/2006/relationships/oleObject" Target="../embeddings/oleObject270.bin"/><Relationship Id="rId10" Type="http://schemas.openxmlformats.org/officeDocument/2006/relationships/image" Target="../media/image272.wmf"/><Relationship Id="rId4" Type="http://schemas.openxmlformats.org/officeDocument/2006/relationships/image" Target="../media/image269.wmf"/><Relationship Id="rId9" Type="http://schemas.openxmlformats.org/officeDocument/2006/relationships/oleObject" Target="../embeddings/oleObject267.bin"/><Relationship Id="rId14" Type="http://schemas.openxmlformats.org/officeDocument/2006/relationships/image" Target="../media/image274.wmf"/></Relationships>
</file>

<file path=ppt/slides/_rels/slide30.xml.rels><?xml version="1.0" encoding="UTF-8" standalone="yes"?>
<Relationships xmlns="http://schemas.openxmlformats.org/package/2006/relationships"><Relationship Id="rId8" Type="http://schemas.openxmlformats.org/officeDocument/2006/relationships/image" Target="../media/image279.wmf"/><Relationship Id="rId13" Type="http://schemas.openxmlformats.org/officeDocument/2006/relationships/image" Target="../media/image282.png"/><Relationship Id="rId3" Type="http://schemas.openxmlformats.org/officeDocument/2006/relationships/oleObject" Target="../embeddings/oleObject272.bin"/><Relationship Id="rId7" Type="http://schemas.openxmlformats.org/officeDocument/2006/relationships/oleObject" Target="../embeddings/oleObject274.bin"/><Relationship Id="rId12" Type="http://schemas.openxmlformats.org/officeDocument/2006/relationships/image" Target="../media/image281.emf"/><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278.wmf"/><Relationship Id="rId11" Type="http://schemas.openxmlformats.org/officeDocument/2006/relationships/oleObject" Target="../embeddings/oleObject276.bin"/><Relationship Id="rId5" Type="http://schemas.openxmlformats.org/officeDocument/2006/relationships/oleObject" Target="../embeddings/oleObject273.bin"/><Relationship Id="rId10" Type="http://schemas.openxmlformats.org/officeDocument/2006/relationships/image" Target="../media/image280.wmf"/><Relationship Id="rId4" Type="http://schemas.openxmlformats.org/officeDocument/2006/relationships/image" Target="../media/image277.wmf"/><Relationship Id="rId9" Type="http://schemas.openxmlformats.org/officeDocument/2006/relationships/oleObject" Target="../embeddings/oleObject275.bin"/></Relationships>
</file>

<file path=ppt/slides/_rels/slide31.xml.rels><?xml version="1.0" encoding="UTF-8" standalone="yes"?>
<Relationships xmlns="http://schemas.openxmlformats.org/package/2006/relationships"><Relationship Id="rId8" Type="http://schemas.openxmlformats.org/officeDocument/2006/relationships/image" Target="../media/image285.wmf"/><Relationship Id="rId13" Type="http://schemas.openxmlformats.org/officeDocument/2006/relationships/oleObject" Target="../embeddings/oleObject282.bin"/><Relationship Id="rId18" Type="http://schemas.openxmlformats.org/officeDocument/2006/relationships/image" Target="../media/image290.wmf"/><Relationship Id="rId3" Type="http://schemas.openxmlformats.org/officeDocument/2006/relationships/oleObject" Target="../embeddings/oleObject277.bin"/><Relationship Id="rId7" Type="http://schemas.openxmlformats.org/officeDocument/2006/relationships/oleObject" Target="../embeddings/oleObject279.bin"/><Relationship Id="rId12" Type="http://schemas.openxmlformats.org/officeDocument/2006/relationships/image" Target="../media/image287.wmf"/><Relationship Id="rId17" Type="http://schemas.openxmlformats.org/officeDocument/2006/relationships/oleObject" Target="../embeddings/oleObject284.bin"/><Relationship Id="rId2" Type="http://schemas.openxmlformats.org/officeDocument/2006/relationships/notesSlide" Target="../notesSlides/notesSlide28.xml"/><Relationship Id="rId16" Type="http://schemas.openxmlformats.org/officeDocument/2006/relationships/image" Target="../media/image289.wmf"/><Relationship Id="rId20" Type="http://schemas.openxmlformats.org/officeDocument/2006/relationships/image" Target="../media/image291.wmf"/><Relationship Id="rId1" Type="http://schemas.openxmlformats.org/officeDocument/2006/relationships/slideLayout" Target="../slideLayouts/slideLayout12.xml"/><Relationship Id="rId6" Type="http://schemas.openxmlformats.org/officeDocument/2006/relationships/image" Target="../media/image284.wmf"/><Relationship Id="rId11" Type="http://schemas.openxmlformats.org/officeDocument/2006/relationships/oleObject" Target="../embeddings/oleObject281.bin"/><Relationship Id="rId5" Type="http://schemas.openxmlformats.org/officeDocument/2006/relationships/oleObject" Target="../embeddings/oleObject278.bin"/><Relationship Id="rId15" Type="http://schemas.openxmlformats.org/officeDocument/2006/relationships/oleObject" Target="../embeddings/oleObject283.bin"/><Relationship Id="rId10" Type="http://schemas.openxmlformats.org/officeDocument/2006/relationships/image" Target="../media/image286.wmf"/><Relationship Id="rId19" Type="http://schemas.openxmlformats.org/officeDocument/2006/relationships/oleObject" Target="../embeddings/oleObject285.bin"/><Relationship Id="rId4" Type="http://schemas.openxmlformats.org/officeDocument/2006/relationships/image" Target="../media/image283.wmf"/><Relationship Id="rId9" Type="http://schemas.openxmlformats.org/officeDocument/2006/relationships/oleObject" Target="../embeddings/oleObject280.bin"/><Relationship Id="rId14" Type="http://schemas.openxmlformats.org/officeDocument/2006/relationships/image" Target="../media/image288.wmf"/></Relationships>
</file>

<file path=ppt/slides/_rels/slide32.xml.rels><?xml version="1.0" encoding="UTF-8" standalone="yes"?>
<Relationships xmlns="http://schemas.openxmlformats.org/package/2006/relationships"><Relationship Id="rId13" Type="http://schemas.openxmlformats.org/officeDocument/2006/relationships/oleObject" Target="../embeddings/oleObject291.bin"/><Relationship Id="rId18" Type="http://schemas.openxmlformats.org/officeDocument/2006/relationships/image" Target="../media/image299.wmf"/><Relationship Id="rId26" Type="http://schemas.openxmlformats.org/officeDocument/2006/relationships/image" Target="../media/image303.wmf"/><Relationship Id="rId39" Type="http://schemas.openxmlformats.org/officeDocument/2006/relationships/oleObject" Target="../embeddings/oleObject304.bin"/><Relationship Id="rId21" Type="http://schemas.openxmlformats.org/officeDocument/2006/relationships/oleObject" Target="../embeddings/oleObject295.bin"/><Relationship Id="rId34" Type="http://schemas.openxmlformats.org/officeDocument/2006/relationships/image" Target="../media/image307.wmf"/><Relationship Id="rId42" Type="http://schemas.openxmlformats.org/officeDocument/2006/relationships/image" Target="../media/image311.wmf"/><Relationship Id="rId47" Type="http://schemas.openxmlformats.org/officeDocument/2006/relationships/oleObject" Target="../embeddings/oleObject308.bin"/><Relationship Id="rId50" Type="http://schemas.openxmlformats.org/officeDocument/2006/relationships/image" Target="../media/image315.wmf"/><Relationship Id="rId55" Type="http://schemas.openxmlformats.org/officeDocument/2006/relationships/oleObject" Target="../embeddings/oleObject312.bin"/><Relationship Id="rId7" Type="http://schemas.openxmlformats.org/officeDocument/2006/relationships/oleObject" Target="../embeddings/oleObject288.bin"/><Relationship Id="rId2" Type="http://schemas.openxmlformats.org/officeDocument/2006/relationships/notesSlide" Target="../notesSlides/notesSlide29.xml"/><Relationship Id="rId16" Type="http://schemas.openxmlformats.org/officeDocument/2006/relationships/image" Target="../media/image298.wmf"/><Relationship Id="rId29" Type="http://schemas.openxmlformats.org/officeDocument/2006/relationships/oleObject" Target="../embeddings/oleObject299.bin"/><Relationship Id="rId11" Type="http://schemas.openxmlformats.org/officeDocument/2006/relationships/oleObject" Target="../embeddings/oleObject290.bin"/><Relationship Id="rId24" Type="http://schemas.openxmlformats.org/officeDocument/2006/relationships/image" Target="../media/image302.wmf"/><Relationship Id="rId32" Type="http://schemas.openxmlformats.org/officeDocument/2006/relationships/image" Target="../media/image306.wmf"/><Relationship Id="rId37" Type="http://schemas.openxmlformats.org/officeDocument/2006/relationships/oleObject" Target="../embeddings/oleObject303.bin"/><Relationship Id="rId40" Type="http://schemas.openxmlformats.org/officeDocument/2006/relationships/image" Target="../media/image310.wmf"/><Relationship Id="rId45" Type="http://schemas.openxmlformats.org/officeDocument/2006/relationships/oleObject" Target="../embeddings/oleObject307.bin"/><Relationship Id="rId53" Type="http://schemas.openxmlformats.org/officeDocument/2006/relationships/oleObject" Target="../embeddings/oleObject311.bin"/><Relationship Id="rId5" Type="http://schemas.openxmlformats.org/officeDocument/2006/relationships/oleObject" Target="../embeddings/oleObject287.bin"/><Relationship Id="rId10" Type="http://schemas.openxmlformats.org/officeDocument/2006/relationships/image" Target="../media/image295.wmf"/><Relationship Id="rId19" Type="http://schemas.openxmlformats.org/officeDocument/2006/relationships/oleObject" Target="../embeddings/oleObject294.bin"/><Relationship Id="rId31" Type="http://schemas.openxmlformats.org/officeDocument/2006/relationships/oleObject" Target="../embeddings/oleObject300.bin"/><Relationship Id="rId44" Type="http://schemas.openxmlformats.org/officeDocument/2006/relationships/image" Target="../media/image312.wmf"/><Relationship Id="rId52" Type="http://schemas.openxmlformats.org/officeDocument/2006/relationships/image" Target="../media/image316.wmf"/><Relationship Id="rId4" Type="http://schemas.openxmlformats.org/officeDocument/2006/relationships/image" Target="../media/image292.wmf"/><Relationship Id="rId9" Type="http://schemas.openxmlformats.org/officeDocument/2006/relationships/oleObject" Target="../embeddings/oleObject289.bin"/><Relationship Id="rId14" Type="http://schemas.openxmlformats.org/officeDocument/2006/relationships/image" Target="../media/image297.wmf"/><Relationship Id="rId22" Type="http://schemas.openxmlformats.org/officeDocument/2006/relationships/image" Target="../media/image301.wmf"/><Relationship Id="rId27" Type="http://schemas.openxmlformats.org/officeDocument/2006/relationships/oleObject" Target="../embeddings/oleObject298.bin"/><Relationship Id="rId30" Type="http://schemas.openxmlformats.org/officeDocument/2006/relationships/image" Target="../media/image305.wmf"/><Relationship Id="rId35" Type="http://schemas.openxmlformats.org/officeDocument/2006/relationships/oleObject" Target="../embeddings/oleObject302.bin"/><Relationship Id="rId43" Type="http://schemas.openxmlformats.org/officeDocument/2006/relationships/oleObject" Target="../embeddings/oleObject306.bin"/><Relationship Id="rId48" Type="http://schemas.openxmlformats.org/officeDocument/2006/relationships/image" Target="../media/image314.wmf"/><Relationship Id="rId56" Type="http://schemas.openxmlformats.org/officeDocument/2006/relationships/image" Target="../media/image318.wmf"/><Relationship Id="rId8" Type="http://schemas.openxmlformats.org/officeDocument/2006/relationships/image" Target="../media/image294.wmf"/><Relationship Id="rId51" Type="http://schemas.openxmlformats.org/officeDocument/2006/relationships/oleObject" Target="../embeddings/oleObject310.bin"/><Relationship Id="rId3" Type="http://schemas.openxmlformats.org/officeDocument/2006/relationships/oleObject" Target="../embeddings/oleObject286.bin"/><Relationship Id="rId12" Type="http://schemas.openxmlformats.org/officeDocument/2006/relationships/image" Target="../media/image296.wmf"/><Relationship Id="rId17" Type="http://schemas.openxmlformats.org/officeDocument/2006/relationships/oleObject" Target="../embeddings/oleObject293.bin"/><Relationship Id="rId25" Type="http://schemas.openxmlformats.org/officeDocument/2006/relationships/oleObject" Target="../embeddings/oleObject297.bin"/><Relationship Id="rId33" Type="http://schemas.openxmlformats.org/officeDocument/2006/relationships/oleObject" Target="../embeddings/oleObject301.bin"/><Relationship Id="rId38" Type="http://schemas.openxmlformats.org/officeDocument/2006/relationships/image" Target="../media/image309.wmf"/><Relationship Id="rId46" Type="http://schemas.openxmlformats.org/officeDocument/2006/relationships/image" Target="../media/image313.wmf"/><Relationship Id="rId20" Type="http://schemas.openxmlformats.org/officeDocument/2006/relationships/image" Target="../media/image300.wmf"/><Relationship Id="rId41" Type="http://schemas.openxmlformats.org/officeDocument/2006/relationships/oleObject" Target="../embeddings/oleObject305.bin"/><Relationship Id="rId54" Type="http://schemas.openxmlformats.org/officeDocument/2006/relationships/image" Target="../media/image317.wmf"/><Relationship Id="rId1" Type="http://schemas.openxmlformats.org/officeDocument/2006/relationships/slideLayout" Target="../slideLayouts/slideLayout12.xml"/><Relationship Id="rId6" Type="http://schemas.openxmlformats.org/officeDocument/2006/relationships/image" Target="../media/image293.emf"/><Relationship Id="rId15" Type="http://schemas.openxmlformats.org/officeDocument/2006/relationships/oleObject" Target="../embeddings/oleObject292.bin"/><Relationship Id="rId23" Type="http://schemas.openxmlformats.org/officeDocument/2006/relationships/oleObject" Target="../embeddings/oleObject296.bin"/><Relationship Id="rId28" Type="http://schemas.openxmlformats.org/officeDocument/2006/relationships/image" Target="../media/image304.wmf"/><Relationship Id="rId36" Type="http://schemas.openxmlformats.org/officeDocument/2006/relationships/image" Target="../media/image308.wmf"/><Relationship Id="rId49" Type="http://schemas.openxmlformats.org/officeDocument/2006/relationships/oleObject" Target="../embeddings/oleObject309.bin"/></Relationships>
</file>

<file path=ppt/slides/_rels/slide33.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320.png"/></Relationships>
</file>

<file path=ppt/slides/_rels/slide34.xml.rels><?xml version="1.0" encoding="UTF-8" standalone="yes"?>
<Relationships xmlns="http://schemas.openxmlformats.org/package/2006/relationships"><Relationship Id="rId13" Type="http://schemas.openxmlformats.org/officeDocument/2006/relationships/image" Target="../media/image326.wmf"/><Relationship Id="rId18" Type="http://schemas.openxmlformats.org/officeDocument/2006/relationships/oleObject" Target="../embeddings/oleObject320.bin"/><Relationship Id="rId26" Type="http://schemas.openxmlformats.org/officeDocument/2006/relationships/oleObject" Target="../embeddings/oleObject324.bin"/><Relationship Id="rId39" Type="http://schemas.openxmlformats.org/officeDocument/2006/relationships/image" Target="../media/image339.wmf"/><Relationship Id="rId21" Type="http://schemas.openxmlformats.org/officeDocument/2006/relationships/image" Target="../media/image330.wmf"/><Relationship Id="rId34" Type="http://schemas.openxmlformats.org/officeDocument/2006/relationships/oleObject" Target="../embeddings/oleObject328.bin"/><Relationship Id="rId42" Type="http://schemas.openxmlformats.org/officeDocument/2006/relationships/oleObject" Target="../embeddings/oleObject332.bin"/><Relationship Id="rId47" Type="http://schemas.openxmlformats.org/officeDocument/2006/relationships/image" Target="../media/image343.wmf"/><Relationship Id="rId50" Type="http://schemas.openxmlformats.org/officeDocument/2006/relationships/oleObject" Target="../embeddings/oleObject336.bin"/><Relationship Id="rId7" Type="http://schemas.openxmlformats.org/officeDocument/2006/relationships/image" Target="../media/image323.wmf"/><Relationship Id="rId2" Type="http://schemas.openxmlformats.org/officeDocument/2006/relationships/notesSlide" Target="../notesSlides/notesSlide31.xml"/><Relationship Id="rId16" Type="http://schemas.openxmlformats.org/officeDocument/2006/relationships/oleObject" Target="../embeddings/oleObject319.bin"/><Relationship Id="rId29" Type="http://schemas.openxmlformats.org/officeDocument/2006/relationships/image" Target="../media/image334.wmf"/><Relationship Id="rId11" Type="http://schemas.openxmlformats.org/officeDocument/2006/relationships/image" Target="../media/image325.wmf"/><Relationship Id="rId24" Type="http://schemas.openxmlformats.org/officeDocument/2006/relationships/oleObject" Target="../embeddings/oleObject323.bin"/><Relationship Id="rId32" Type="http://schemas.openxmlformats.org/officeDocument/2006/relationships/oleObject" Target="../embeddings/oleObject327.bin"/><Relationship Id="rId37" Type="http://schemas.openxmlformats.org/officeDocument/2006/relationships/image" Target="../media/image338.wmf"/><Relationship Id="rId40" Type="http://schemas.openxmlformats.org/officeDocument/2006/relationships/oleObject" Target="../embeddings/oleObject331.bin"/><Relationship Id="rId45" Type="http://schemas.openxmlformats.org/officeDocument/2006/relationships/image" Target="../media/image342.wmf"/><Relationship Id="rId53" Type="http://schemas.openxmlformats.org/officeDocument/2006/relationships/image" Target="../media/image346.wmf"/><Relationship Id="rId5" Type="http://schemas.openxmlformats.org/officeDocument/2006/relationships/image" Target="../media/image322.wmf"/><Relationship Id="rId10" Type="http://schemas.openxmlformats.org/officeDocument/2006/relationships/oleObject" Target="../embeddings/oleObject316.bin"/><Relationship Id="rId19" Type="http://schemas.openxmlformats.org/officeDocument/2006/relationships/image" Target="../media/image329.wmf"/><Relationship Id="rId31" Type="http://schemas.openxmlformats.org/officeDocument/2006/relationships/image" Target="../media/image335.wmf"/><Relationship Id="rId44" Type="http://schemas.openxmlformats.org/officeDocument/2006/relationships/oleObject" Target="../embeddings/oleObject333.bin"/><Relationship Id="rId52" Type="http://schemas.openxmlformats.org/officeDocument/2006/relationships/oleObject" Target="../embeddings/oleObject337.bin"/><Relationship Id="rId4" Type="http://schemas.openxmlformats.org/officeDocument/2006/relationships/oleObject" Target="../embeddings/oleObject313.bin"/><Relationship Id="rId9" Type="http://schemas.openxmlformats.org/officeDocument/2006/relationships/image" Target="../media/image324.wmf"/><Relationship Id="rId14" Type="http://schemas.openxmlformats.org/officeDocument/2006/relationships/oleObject" Target="../embeddings/oleObject318.bin"/><Relationship Id="rId22" Type="http://schemas.openxmlformats.org/officeDocument/2006/relationships/oleObject" Target="../embeddings/oleObject322.bin"/><Relationship Id="rId27" Type="http://schemas.openxmlformats.org/officeDocument/2006/relationships/image" Target="../media/image333.emf"/><Relationship Id="rId30" Type="http://schemas.openxmlformats.org/officeDocument/2006/relationships/oleObject" Target="../embeddings/oleObject326.bin"/><Relationship Id="rId35" Type="http://schemas.openxmlformats.org/officeDocument/2006/relationships/image" Target="../media/image337.wmf"/><Relationship Id="rId43" Type="http://schemas.openxmlformats.org/officeDocument/2006/relationships/image" Target="../media/image341.wmf"/><Relationship Id="rId48" Type="http://schemas.openxmlformats.org/officeDocument/2006/relationships/oleObject" Target="../embeddings/oleObject335.bin"/><Relationship Id="rId8" Type="http://schemas.openxmlformats.org/officeDocument/2006/relationships/oleObject" Target="../embeddings/oleObject315.bin"/><Relationship Id="rId51" Type="http://schemas.openxmlformats.org/officeDocument/2006/relationships/image" Target="../media/image345.wmf"/><Relationship Id="rId3" Type="http://schemas.openxmlformats.org/officeDocument/2006/relationships/image" Target="../media/image321.png"/><Relationship Id="rId12" Type="http://schemas.openxmlformats.org/officeDocument/2006/relationships/oleObject" Target="../embeddings/oleObject317.bin"/><Relationship Id="rId17" Type="http://schemas.openxmlformats.org/officeDocument/2006/relationships/image" Target="../media/image328.wmf"/><Relationship Id="rId25" Type="http://schemas.openxmlformats.org/officeDocument/2006/relationships/image" Target="../media/image332.wmf"/><Relationship Id="rId33" Type="http://schemas.openxmlformats.org/officeDocument/2006/relationships/image" Target="../media/image336.wmf"/><Relationship Id="rId38" Type="http://schemas.openxmlformats.org/officeDocument/2006/relationships/oleObject" Target="../embeddings/oleObject330.bin"/><Relationship Id="rId46" Type="http://schemas.openxmlformats.org/officeDocument/2006/relationships/oleObject" Target="../embeddings/oleObject334.bin"/><Relationship Id="rId20" Type="http://schemas.openxmlformats.org/officeDocument/2006/relationships/oleObject" Target="../embeddings/oleObject321.bin"/><Relationship Id="rId41" Type="http://schemas.openxmlformats.org/officeDocument/2006/relationships/image" Target="../media/image340.wmf"/><Relationship Id="rId1" Type="http://schemas.openxmlformats.org/officeDocument/2006/relationships/slideLayout" Target="../slideLayouts/slideLayout12.xml"/><Relationship Id="rId6" Type="http://schemas.openxmlformats.org/officeDocument/2006/relationships/oleObject" Target="../embeddings/oleObject314.bin"/><Relationship Id="rId15" Type="http://schemas.openxmlformats.org/officeDocument/2006/relationships/image" Target="../media/image327.wmf"/><Relationship Id="rId23" Type="http://schemas.openxmlformats.org/officeDocument/2006/relationships/image" Target="../media/image331.wmf"/><Relationship Id="rId28" Type="http://schemas.openxmlformats.org/officeDocument/2006/relationships/oleObject" Target="../embeddings/oleObject325.bin"/><Relationship Id="rId36" Type="http://schemas.openxmlformats.org/officeDocument/2006/relationships/oleObject" Target="../embeddings/oleObject329.bin"/><Relationship Id="rId49" Type="http://schemas.openxmlformats.org/officeDocument/2006/relationships/image" Target="../media/image344.wmf"/></Relationships>
</file>

<file path=ppt/slides/_rels/slide35.xml.rels><?xml version="1.0" encoding="UTF-8" standalone="yes"?>
<Relationships xmlns="http://schemas.openxmlformats.org/package/2006/relationships"><Relationship Id="rId8" Type="http://schemas.openxmlformats.org/officeDocument/2006/relationships/image" Target="../media/image349.wmf"/><Relationship Id="rId3" Type="http://schemas.openxmlformats.org/officeDocument/2006/relationships/oleObject" Target="../embeddings/oleObject338.bin"/><Relationship Id="rId7" Type="http://schemas.openxmlformats.org/officeDocument/2006/relationships/oleObject" Target="../embeddings/oleObject340.bin"/><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48.wmf"/><Relationship Id="rId5" Type="http://schemas.openxmlformats.org/officeDocument/2006/relationships/oleObject" Target="../embeddings/oleObject339.bin"/><Relationship Id="rId4" Type="http://schemas.openxmlformats.org/officeDocument/2006/relationships/image" Target="../media/image347.wmf"/></Relationships>
</file>

<file path=ppt/slides/_rels/slide36.xml.rels><?xml version="1.0" encoding="UTF-8" standalone="yes"?>
<Relationships xmlns="http://schemas.openxmlformats.org/package/2006/relationships"><Relationship Id="rId3" Type="http://schemas.openxmlformats.org/officeDocument/2006/relationships/image" Target="../media/image350.tmp"/><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351.png"/></Relationships>
</file>

<file path=ppt/slides/_rels/slide37.xml.rels><?xml version="1.0" encoding="UTF-8" standalone="yes"?>
<Relationships xmlns="http://schemas.openxmlformats.org/package/2006/relationships"><Relationship Id="rId3" Type="http://schemas.openxmlformats.org/officeDocument/2006/relationships/image" Target="../media/image352.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353.tmp"/></Relationships>
</file>

<file path=ppt/slides/_rels/slide38.xml.rels><?xml version="1.0" encoding="UTF-8" standalone="yes"?>
<Relationships xmlns="http://schemas.openxmlformats.org/package/2006/relationships"><Relationship Id="rId3" Type="http://schemas.openxmlformats.org/officeDocument/2006/relationships/image" Target="../media/image354.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55.tmp"/><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356.wmf"/><Relationship Id="rId4" Type="http://schemas.openxmlformats.org/officeDocument/2006/relationships/oleObject" Target="../embeddings/oleObject341.bin"/></Relationships>
</file>

<file path=ppt/slides/_rels/slide40.xml.rels><?xml version="1.0" encoding="UTF-8" standalone="yes"?>
<Relationships xmlns="http://schemas.openxmlformats.org/package/2006/relationships"><Relationship Id="rId8" Type="http://schemas.openxmlformats.org/officeDocument/2006/relationships/image" Target="../media/image359.wmf"/><Relationship Id="rId13" Type="http://schemas.openxmlformats.org/officeDocument/2006/relationships/oleObject" Target="../embeddings/oleObject347.bin"/><Relationship Id="rId3" Type="http://schemas.openxmlformats.org/officeDocument/2006/relationships/oleObject" Target="../embeddings/oleObject342.bin"/><Relationship Id="rId7" Type="http://schemas.openxmlformats.org/officeDocument/2006/relationships/oleObject" Target="../embeddings/oleObject344.bin"/><Relationship Id="rId12" Type="http://schemas.openxmlformats.org/officeDocument/2006/relationships/image" Target="../media/image361.wmf"/><Relationship Id="rId2" Type="http://schemas.openxmlformats.org/officeDocument/2006/relationships/notesSlide" Target="../notesSlides/notesSlide37.xml"/><Relationship Id="rId16" Type="http://schemas.openxmlformats.org/officeDocument/2006/relationships/image" Target="../media/image363.wmf"/><Relationship Id="rId1" Type="http://schemas.openxmlformats.org/officeDocument/2006/relationships/slideLayout" Target="../slideLayouts/slideLayout12.xml"/><Relationship Id="rId6" Type="http://schemas.openxmlformats.org/officeDocument/2006/relationships/image" Target="../media/image358.wmf"/><Relationship Id="rId11" Type="http://schemas.openxmlformats.org/officeDocument/2006/relationships/oleObject" Target="../embeddings/oleObject346.bin"/><Relationship Id="rId5" Type="http://schemas.openxmlformats.org/officeDocument/2006/relationships/oleObject" Target="../embeddings/oleObject343.bin"/><Relationship Id="rId15" Type="http://schemas.openxmlformats.org/officeDocument/2006/relationships/oleObject" Target="../embeddings/oleObject348.bin"/><Relationship Id="rId10" Type="http://schemas.openxmlformats.org/officeDocument/2006/relationships/image" Target="../media/image360.wmf"/><Relationship Id="rId4" Type="http://schemas.openxmlformats.org/officeDocument/2006/relationships/image" Target="../media/image357.wmf"/><Relationship Id="rId9" Type="http://schemas.openxmlformats.org/officeDocument/2006/relationships/oleObject" Target="../embeddings/oleObject345.bin"/><Relationship Id="rId14" Type="http://schemas.openxmlformats.org/officeDocument/2006/relationships/image" Target="../media/image362.wmf"/></Relationships>
</file>

<file path=ppt/slides/_rels/slide41.xml.rels><?xml version="1.0" encoding="UTF-8" standalone="yes"?>
<Relationships xmlns="http://schemas.openxmlformats.org/package/2006/relationships"><Relationship Id="rId8" Type="http://schemas.openxmlformats.org/officeDocument/2006/relationships/image" Target="../media/image366.wmf"/><Relationship Id="rId13" Type="http://schemas.openxmlformats.org/officeDocument/2006/relationships/image" Target="../media/image369.wmf"/><Relationship Id="rId18" Type="http://schemas.openxmlformats.org/officeDocument/2006/relationships/oleObject" Target="../embeddings/oleObject356.bin"/><Relationship Id="rId3" Type="http://schemas.openxmlformats.org/officeDocument/2006/relationships/oleObject" Target="../embeddings/oleObject349.bin"/><Relationship Id="rId21" Type="http://schemas.openxmlformats.org/officeDocument/2006/relationships/image" Target="../media/image373.wmf"/><Relationship Id="rId7" Type="http://schemas.openxmlformats.org/officeDocument/2006/relationships/oleObject" Target="../embeddings/oleObject351.bin"/><Relationship Id="rId12" Type="http://schemas.openxmlformats.org/officeDocument/2006/relationships/oleObject" Target="../embeddings/oleObject353.bin"/><Relationship Id="rId17" Type="http://schemas.openxmlformats.org/officeDocument/2006/relationships/image" Target="../media/image371.wmf"/><Relationship Id="rId25" Type="http://schemas.openxmlformats.org/officeDocument/2006/relationships/image" Target="../media/image375.wmf"/><Relationship Id="rId2" Type="http://schemas.openxmlformats.org/officeDocument/2006/relationships/notesSlide" Target="../notesSlides/notesSlide38.xml"/><Relationship Id="rId16" Type="http://schemas.openxmlformats.org/officeDocument/2006/relationships/oleObject" Target="../embeddings/oleObject355.bin"/><Relationship Id="rId20" Type="http://schemas.openxmlformats.org/officeDocument/2006/relationships/oleObject" Target="../embeddings/oleObject357.bin"/><Relationship Id="rId1" Type="http://schemas.openxmlformats.org/officeDocument/2006/relationships/slideLayout" Target="../slideLayouts/slideLayout12.xml"/><Relationship Id="rId6" Type="http://schemas.openxmlformats.org/officeDocument/2006/relationships/image" Target="../media/image365.wmf"/><Relationship Id="rId11" Type="http://schemas.openxmlformats.org/officeDocument/2006/relationships/image" Target="../media/image368.wmf"/><Relationship Id="rId24" Type="http://schemas.openxmlformats.org/officeDocument/2006/relationships/oleObject" Target="../embeddings/oleObject359.bin"/><Relationship Id="rId5" Type="http://schemas.openxmlformats.org/officeDocument/2006/relationships/oleObject" Target="../embeddings/oleObject350.bin"/><Relationship Id="rId15" Type="http://schemas.openxmlformats.org/officeDocument/2006/relationships/image" Target="../media/image370.wmf"/><Relationship Id="rId23" Type="http://schemas.openxmlformats.org/officeDocument/2006/relationships/image" Target="../media/image374.wmf"/><Relationship Id="rId10" Type="http://schemas.openxmlformats.org/officeDocument/2006/relationships/oleObject" Target="../embeddings/oleObject352.bin"/><Relationship Id="rId19" Type="http://schemas.openxmlformats.org/officeDocument/2006/relationships/image" Target="../media/image372.wmf"/><Relationship Id="rId4" Type="http://schemas.openxmlformats.org/officeDocument/2006/relationships/image" Target="../media/image364.wmf"/><Relationship Id="rId9" Type="http://schemas.openxmlformats.org/officeDocument/2006/relationships/image" Target="../media/image367.emf"/><Relationship Id="rId14" Type="http://schemas.openxmlformats.org/officeDocument/2006/relationships/oleObject" Target="../embeddings/oleObject354.bin"/><Relationship Id="rId22" Type="http://schemas.openxmlformats.org/officeDocument/2006/relationships/oleObject" Target="../embeddings/oleObject358.bin"/></Relationships>
</file>

<file path=ppt/slides/_rels/slide42.xml.rels><?xml version="1.0" encoding="UTF-8" standalone="yes"?>
<Relationships xmlns="http://schemas.openxmlformats.org/package/2006/relationships"><Relationship Id="rId13" Type="http://schemas.openxmlformats.org/officeDocument/2006/relationships/oleObject" Target="../embeddings/oleObject365.bin"/><Relationship Id="rId18" Type="http://schemas.openxmlformats.org/officeDocument/2006/relationships/image" Target="../media/image383.wmf"/><Relationship Id="rId26" Type="http://schemas.openxmlformats.org/officeDocument/2006/relationships/image" Target="../media/image387.wmf"/><Relationship Id="rId39" Type="http://schemas.openxmlformats.org/officeDocument/2006/relationships/oleObject" Target="../embeddings/oleObject378.bin"/><Relationship Id="rId21" Type="http://schemas.openxmlformats.org/officeDocument/2006/relationships/oleObject" Target="../embeddings/oleObject369.bin"/><Relationship Id="rId34" Type="http://schemas.openxmlformats.org/officeDocument/2006/relationships/image" Target="../media/image391.wmf"/><Relationship Id="rId42" Type="http://schemas.openxmlformats.org/officeDocument/2006/relationships/image" Target="../media/image395.wmf"/><Relationship Id="rId47" Type="http://schemas.openxmlformats.org/officeDocument/2006/relationships/oleObject" Target="../embeddings/oleObject382.bin"/><Relationship Id="rId7" Type="http://schemas.openxmlformats.org/officeDocument/2006/relationships/oleObject" Target="../embeddings/oleObject362.bin"/><Relationship Id="rId2" Type="http://schemas.openxmlformats.org/officeDocument/2006/relationships/notesSlide" Target="../notesSlides/notesSlide39.xml"/><Relationship Id="rId16" Type="http://schemas.openxmlformats.org/officeDocument/2006/relationships/image" Target="../media/image382.wmf"/><Relationship Id="rId29" Type="http://schemas.openxmlformats.org/officeDocument/2006/relationships/oleObject" Target="../embeddings/oleObject373.bin"/><Relationship Id="rId1" Type="http://schemas.openxmlformats.org/officeDocument/2006/relationships/slideLayout" Target="../slideLayouts/slideLayout12.xml"/><Relationship Id="rId6" Type="http://schemas.openxmlformats.org/officeDocument/2006/relationships/image" Target="../media/image377.wmf"/><Relationship Id="rId11" Type="http://schemas.openxmlformats.org/officeDocument/2006/relationships/oleObject" Target="../embeddings/oleObject364.bin"/><Relationship Id="rId24" Type="http://schemas.openxmlformats.org/officeDocument/2006/relationships/image" Target="../media/image386.wmf"/><Relationship Id="rId32" Type="http://schemas.openxmlformats.org/officeDocument/2006/relationships/image" Target="../media/image390.wmf"/><Relationship Id="rId37" Type="http://schemas.openxmlformats.org/officeDocument/2006/relationships/oleObject" Target="../embeddings/oleObject377.bin"/><Relationship Id="rId40" Type="http://schemas.openxmlformats.org/officeDocument/2006/relationships/image" Target="../media/image394.wmf"/><Relationship Id="rId45" Type="http://schemas.openxmlformats.org/officeDocument/2006/relationships/oleObject" Target="../embeddings/oleObject381.bin"/><Relationship Id="rId5" Type="http://schemas.openxmlformats.org/officeDocument/2006/relationships/oleObject" Target="../embeddings/oleObject361.bin"/><Relationship Id="rId15" Type="http://schemas.openxmlformats.org/officeDocument/2006/relationships/oleObject" Target="../embeddings/oleObject366.bin"/><Relationship Id="rId23" Type="http://schemas.openxmlformats.org/officeDocument/2006/relationships/oleObject" Target="../embeddings/oleObject370.bin"/><Relationship Id="rId28" Type="http://schemas.openxmlformats.org/officeDocument/2006/relationships/image" Target="../media/image388.wmf"/><Relationship Id="rId36" Type="http://schemas.openxmlformats.org/officeDocument/2006/relationships/image" Target="../media/image392.wmf"/><Relationship Id="rId10" Type="http://schemas.openxmlformats.org/officeDocument/2006/relationships/image" Target="../media/image379.wmf"/><Relationship Id="rId19" Type="http://schemas.openxmlformats.org/officeDocument/2006/relationships/oleObject" Target="../embeddings/oleObject368.bin"/><Relationship Id="rId31" Type="http://schemas.openxmlformats.org/officeDocument/2006/relationships/oleObject" Target="../embeddings/oleObject374.bin"/><Relationship Id="rId44" Type="http://schemas.openxmlformats.org/officeDocument/2006/relationships/image" Target="../media/image396.wmf"/><Relationship Id="rId4" Type="http://schemas.openxmlformats.org/officeDocument/2006/relationships/image" Target="../media/image376.wmf"/><Relationship Id="rId9" Type="http://schemas.openxmlformats.org/officeDocument/2006/relationships/oleObject" Target="../embeddings/oleObject363.bin"/><Relationship Id="rId14" Type="http://schemas.openxmlformats.org/officeDocument/2006/relationships/image" Target="../media/image381.wmf"/><Relationship Id="rId22" Type="http://schemas.openxmlformats.org/officeDocument/2006/relationships/image" Target="../media/image385.wmf"/><Relationship Id="rId27" Type="http://schemas.openxmlformats.org/officeDocument/2006/relationships/oleObject" Target="../embeddings/oleObject372.bin"/><Relationship Id="rId30" Type="http://schemas.openxmlformats.org/officeDocument/2006/relationships/image" Target="../media/image389.wmf"/><Relationship Id="rId35" Type="http://schemas.openxmlformats.org/officeDocument/2006/relationships/oleObject" Target="../embeddings/oleObject376.bin"/><Relationship Id="rId43" Type="http://schemas.openxmlformats.org/officeDocument/2006/relationships/oleObject" Target="../embeddings/oleObject380.bin"/><Relationship Id="rId48" Type="http://schemas.openxmlformats.org/officeDocument/2006/relationships/image" Target="../media/image398.wmf"/><Relationship Id="rId8" Type="http://schemas.openxmlformats.org/officeDocument/2006/relationships/image" Target="../media/image378.wmf"/><Relationship Id="rId3" Type="http://schemas.openxmlformats.org/officeDocument/2006/relationships/oleObject" Target="../embeddings/oleObject360.bin"/><Relationship Id="rId12" Type="http://schemas.openxmlformats.org/officeDocument/2006/relationships/image" Target="../media/image380.wmf"/><Relationship Id="rId17" Type="http://schemas.openxmlformats.org/officeDocument/2006/relationships/oleObject" Target="../embeddings/oleObject367.bin"/><Relationship Id="rId25" Type="http://schemas.openxmlformats.org/officeDocument/2006/relationships/oleObject" Target="../embeddings/oleObject371.bin"/><Relationship Id="rId33" Type="http://schemas.openxmlformats.org/officeDocument/2006/relationships/oleObject" Target="../embeddings/oleObject375.bin"/><Relationship Id="rId38" Type="http://schemas.openxmlformats.org/officeDocument/2006/relationships/image" Target="../media/image393.wmf"/><Relationship Id="rId46" Type="http://schemas.openxmlformats.org/officeDocument/2006/relationships/image" Target="../media/image397.wmf"/><Relationship Id="rId20" Type="http://schemas.openxmlformats.org/officeDocument/2006/relationships/image" Target="../media/image384.wmf"/><Relationship Id="rId41" Type="http://schemas.openxmlformats.org/officeDocument/2006/relationships/oleObject" Target="../embeddings/oleObject379.bin"/></Relationships>
</file>

<file path=ppt/slides/_rels/slide43.xml.rels><?xml version="1.0" encoding="UTF-8" standalone="yes"?>
<Relationships xmlns="http://schemas.openxmlformats.org/package/2006/relationships"><Relationship Id="rId3" Type="http://schemas.openxmlformats.org/officeDocument/2006/relationships/image" Target="../media/image399.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3" Type="http://schemas.openxmlformats.org/officeDocument/2006/relationships/oleObject" Target="../embeddings/oleObject388.bin"/><Relationship Id="rId18" Type="http://schemas.openxmlformats.org/officeDocument/2006/relationships/image" Target="../media/image407.wmf"/><Relationship Id="rId26" Type="http://schemas.openxmlformats.org/officeDocument/2006/relationships/image" Target="../media/image411.wmf"/><Relationship Id="rId39" Type="http://schemas.openxmlformats.org/officeDocument/2006/relationships/oleObject" Target="../embeddings/oleObject401.bin"/><Relationship Id="rId21" Type="http://schemas.openxmlformats.org/officeDocument/2006/relationships/oleObject" Target="../embeddings/oleObject392.bin"/><Relationship Id="rId34" Type="http://schemas.openxmlformats.org/officeDocument/2006/relationships/image" Target="../media/image415.wmf"/><Relationship Id="rId42" Type="http://schemas.openxmlformats.org/officeDocument/2006/relationships/image" Target="../media/image419.wmf"/><Relationship Id="rId47" Type="http://schemas.openxmlformats.org/officeDocument/2006/relationships/image" Target="../media/image422.tmp"/><Relationship Id="rId7" Type="http://schemas.openxmlformats.org/officeDocument/2006/relationships/oleObject" Target="../embeddings/oleObject385.bin"/><Relationship Id="rId2" Type="http://schemas.openxmlformats.org/officeDocument/2006/relationships/notesSlide" Target="../notesSlides/notesSlide41.xml"/><Relationship Id="rId16" Type="http://schemas.openxmlformats.org/officeDocument/2006/relationships/image" Target="../media/image406.wmf"/><Relationship Id="rId29" Type="http://schemas.openxmlformats.org/officeDocument/2006/relationships/oleObject" Target="../embeddings/oleObject396.bin"/><Relationship Id="rId1" Type="http://schemas.openxmlformats.org/officeDocument/2006/relationships/slideLayout" Target="../slideLayouts/slideLayout12.xml"/><Relationship Id="rId6" Type="http://schemas.openxmlformats.org/officeDocument/2006/relationships/image" Target="../media/image401.wmf"/><Relationship Id="rId11" Type="http://schemas.openxmlformats.org/officeDocument/2006/relationships/oleObject" Target="../embeddings/oleObject387.bin"/><Relationship Id="rId24" Type="http://schemas.openxmlformats.org/officeDocument/2006/relationships/image" Target="../media/image410.wmf"/><Relationship Id="rId32" Type="http://schemas.openxmlformats.org/officeDocument/2006/relationships/image" Target="../media/image414.wmf"/><Relationship Id="rId37" Type="http://schemas.openxmlformats.org/officeDocument/2006/relationships/oleObject" Target="../embeddings/oleObject400.bin"/><Relationship Id="rId40" Type="http://schemas.openxmlformats.org/officeDocument/2006/relationships/image" Target="../media/image418.wmf"/><Relationship Id="rId45" Type="http://schemas.openxmlformats.org/officeDocument/2006/relationships/oleObject" Target="../embeddings/oleObject404.bin"/><Relationship Id="rId5" Type="http://schemas.openxmlformats.org/officeDocument/2006/relationships/oleObject" Target="../embeddings/oleObject384.bin"/><Relationship Id="rId15" Type="http://schemas.openxmlformats.org/officeDocument/2006/relationships/oleObject" Target="../embeddings/oleObject389.bin"/><Relationship Id="rId23" Type="http://schemas.openxmlformats.org/officeDocument/2006/relationships/oleObject" Target="../embeddings/oleObject393.bin"/><Relationship Id="rId28" Type="http://schemas.openxmlformats.org/officeDocument/2006/relationships/image" Target="../media/image412.wmf"/><Relationship Id="rId36" Type="http://schemas.openxmlformats.org/officeDocument/2006/relationships/image" Target="../media/image416.wmf"/><Relationship Id="rId10" Type="http://schemas.openxmlformats.org/officeDocument/2006/relationships/image" Target="../media/image403.wmf"/><Relationship Id="rId19" Type="http://schemas.openxmlformats.org/officeDocument/2006/relationships/oleObject" Target="../embeddings/oleObject391.bin"/><Relationship Id="rId31" Type="http://schemas.openxmlformats.org/officeDocument/2006/relationships/oleObject" Target="../embeddings/oleObject397.bin"/><Relationship Id="rId44" Type="http://schemas.openxmlformats.org/officeDocument/2006/relationships/image" Target="../media/image420.wmf"/><Relationship Id="rId4" Type="http://schemas.openxmlformats.org/officeDocument/2006/relationships/image" Target="../media/image400.wmf"/><Relationship Id="rId9" Type="http://schemas.openxmlformats.org/officeDocument/2006/relationships/oleObject" Target="../embeddings/oleObject386.bin"/><Relationship Id="rId14" Type="http://schemas.openxmlformats.org/officeDocument/2006/relationships/image" Target="../media/image405.wmf"/><Relationship Id="rId22" Type="http://schemas.openxmlformats.org/officeDocument/2006/relationships/image" Target="../media/image409.wmf"/><Relationship Id="rId27" Type="http://schemas.openxmlformats.org/officeDocument/2006/relationships/oleObject" Target="../embeddings/oleObject395.bin"/><Relationship Id="rId30" Type="http://schemas.openxmlformats.org/officeDocument/2006/relationships/image" Target="../media/image413.wmf"/><Relationship Id="rId35" Type="http://schemas.openxmlformats.org/officeDocument/2006/relationships/oleObject" Target="../embeddings/oleObject399.bin"/><Relationship Id="rId43" Type="http://schemas.openxmlformats.org/officeDocument/2006/relationships/oleObject" Target="../embeddings/oleObject403.bin"/><Relationship Id="rId8" Type="http://schemas.openxmlformats.org/officeDocument/2006/relationships/image" Target="../media/image402.wmf"/><Relationship Id="rId3" Type="http://schemas.openxmlformats.org/officeDocument/2006/relationships/oleObject" Target="../embeddings/oleObject383.bin"/><Relationship Id="rId12" Type="http://schemas.openxmlformats.org/officeDocument/2006/relationships/image" Target="../media/image404.wmf"/><Relationship Id="rId17" Type="http://schemas.openxmlformats.org/officeDocument/2006/relationships/oleObject" Target="../embeddings/oleObject390.bin"/><Relationship Id="rId25" Type="http://schemas.openxmlformats.org/officeDocument/2006/relationships/oleObject" Target="../embeddings/oleObject394.bin"/><Relationship Id="rId33" Type="http://schemas.openxmlformats.org/officeDocument/2006/relationships/oleObject" Target="../embeddings/oleObject398.bin"/><Relationship Id="rId38" Type="http://schemas.openxmlformats.org/officeDocument/2006/relationships/image" Target="../media/image417.wmf"/><Relationship Id="rId46" Type="http://schemas.openxmlformats.org/officeDocument/2006/relationships/image" Target="../media/image421.wmf"/><Relationship Id="rId20" Type="http://schemas.openxmlformats.org/officeDocument/2006/relationships/image" Target="../media/image408.wmf"/><Relationship Id="rId41" Type="http://schemas.openxmlformats.org/officeDocument/2006/relationships/oleObject" Target="../embeddings/oleObject402.bin"/></Relationships>
</file>

<file path=ppt/slides/_rels/slide45.xml.rels><?xml version="1.0" encoding="UTF-8" standalone="yes"?>
<Relationships xmlns="http://schemas.openxmlformats.org/package/2006/relationships"><Relationship Id="rId8" Type="http://schemas.openxmlformats.org/officeDocument/2006/relationships/image" Target="../media/image425.wmf"/><Relationship Id="rId13" Type="http://schemas.openxmlformats.org/officeDocument/2006/relationships/oleObject" Target="../embeddings/oleObject410.bin"/><Relationship Id="rId3" Type="http://schemas.openxmlformats.org/officeDocument/2006/relationships/oleObject" Target="../embeddings/oleObject405.bin"/><Relationship Id="rId7" Type="http://schemas.openxmlformats.org/officeDocument/2006/relationships/oleObject" Target="../embeddings/oleObject407.bin"/><Relationship Id="rId12" Type="http://schemas.openxmlformats.org/officeDocument/2006/relationships/image" Target="../media/image427.wmf"/><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424.wmf"/><Relationship Id="rId11" Type="http://schemas.openxmlformats.org/officeDocument/2006/relationships/oleObject" Target="../embeddings/oleObject409.bin"/><Relationship Id="rId5" Type="http://schemas.openxmlformats.org/officeDocument/2006/relationships/oleObject" Target="../embeddings/oleObject406.bin"/><Relationship Id="rId10" Type="http://schemas.openxmlformats.org/officeDocument/2006/relationships/image" Target="../media/image426.wmf"/><Relationship Id="rId4" Type="http://schemas.openxmlformats.org/officeDocument/2006/relationships/image" Target="../media/image423.wmf"/><Relationship Id="rId9" Type="http://schemas.openxmlformats.org/officeDocument/2006/relationships/oleObject" Target="../embeddings/oleObject408.bin"/><Relationship Id="rId14" Type="http://schemas.openxmlformats.org/officeDocument/2006/relationships/image" Target="../media/image428.wmf"/></Relationships>
</file>

<file path=ppt/slides/_rels/slide46.xml.rels><?xml version="1.0" encoding="UTF-8" standalone="yes"?>
<Relationships xmlns="http://schemas.openxmlformats.org/package/2006/relationships"><Relationship Id="rId8" Type="http://schemas.openxmlformats.org/officeDocument/2006/relationships/image" Target="../media/image431.wmf"/><Relationship Id="rId3" Type="http://schemas.openxmlformats.org/officeDocument/2006/relationships/oleObject" Target="../embeddings/oleObject411.bin"/><Relationship Id="rId7" Type="http://schemas.openxmlformats.org/officeDocument/2006/relationships/oleObject" Target="../embeddings/oleObject413.bin"/><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430.wmf"/><Relationship Id="rId5" Type="http://schemas.openxmlformats.org/officeDocument/2006/relationships/oleObject" Target="../embeddings/oleObject412.bin"/><Relationship Id="rId4" Type="http://schemas.openxmlformats.org/officeDocument/2006/relationships/image" Target="../media/image429.wmf"/></Relationships>
</file>

<file path=ppt/slides/_rels/slide47.xml.rels><?xml version="1.0" encoding="UTF-8" standalone="yes"?>
<Relationships xmlns="http://schemas.openxmlformats.org/package/2006/relationships"><Relationship Id="rId8" Type="http://schemas.openxmlformats.org/officeDocument/2006/relationships/image" Target="../media/image434.wmf"/><Relationship Id="rId13" Type="http://schemas.openxmlformats.org/officeDocument/2006/relationships/oleObject" Target="../embeddings/oleObject419.bin"/><Relationship Id="rId3" Type="http://schemas.openxmlformats.org/officeDocument/2006/relationships/oleObject" Target="../embeddings/oleObject414.bin"/><Relationship Id="rId7" Type="http://schemas.openxmlformats.org/officeDocument/2006/relationships/oleObject" Target="../embeddings/oleObject416.bin"/><Relationship Id="rId12" Type="http://schemas.openxmlformats.org/officeDocument/2006/relationships/image" Target="../media/image436.wmf"/><Relationship Id="rId2" Type="http://schemas.openxmlformats.org/officeDocument/2006/relationships/notesSlide" Target="../notesSlides/notesSlide44.xml"/><Relationship Id="rId16" Type="http://schemas.openxmlformats.org/officeDocument/2006/relationships/image" Target="../media/image438.wmf"/><Relationship Id="rId1" Type="http://schemas.openxmlformats.org/officeDocument/2006/relationships/slideLayout" Target="../slideLayouts/slideLayout12.xml"/><Relationship Id="rId6" Type="http://schemas.openxmlformats.org/officeDocument/2006/relationships/image" Target="../media/image433.wmf"/><Relationship Id="rId11" Type="http://schemas.openxmlformats.org/officeDocument/2006/relationships/oleObject" Target="../embeddings/oleObject418.bin"/><Relationship Id="rId5" Type="http://schemas.openxmlformats.org/officeDocument/2006/relationships/oleObject" Target="../embeddings/oleObject415.bin"/><Relationship Id="rId15" Type="http://schemas.openxmlformats.org/officeDocument/2006/relationships/oleObject" Target="../embeddings/oleObject420.bin"/><Relationship Id="rId10" Type="http://schemas.openxmlformats.org/officeDocument/2006/relationships/image" Target="../media/image435.wmf"/><Relationship Id="rId4" Type="http://schemas.openxmlformats.org/officeDocument/2006/relationships/image" Target="../media/image432.wmf"/><Relationship Id="rId9" Type="http://schemas.openxmlformats.org/officeDocument/2006/relationships/oleObject" Target="../embeddings/oleObject417.bin"/><Relationship Id="rId14" Type="http://schemas.openxmlformats.org/officeDocument/2006/relationships/image" Target="../media/image437.wmf"/></Relationships>
</file>

<file path=ppt/slides/_rels/slide48.xml.rels><?xml version="1.0" encoding="UTF-8" standalone="yes"?>
<Relationships xmlns="http://schemas.openxmlformats.org/package/2006/relationships"><Relationship Id="rId8" Type="http://schemas.openxmlformats.org/officeDocument/2006/relationships/image" Target="../media/image441.wmf"/><Relationship Id="rId3" Type="http://schemas.openxmlformats.org/officeDocument/2006/relationships/oleObject" Target="../embeddings/oleObject421.bin"/><Relationship Id="rId7" Type="http://schemas.openxmlformats.org/officeDocument/2006/relationships/oleObject" Target="../embeddings/oleObject423.bin"/><Relationship Id="rId12" Type="http://schemas.openxmlformats.org/officeDocument/2006/relationships/image" Target="../media/image443.wmf"/><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440.wmf"/><Relationship Id="rId11" Type="http://schemas.openxmlformats.org/officeDocument/2006/relationships/oleObject" Target="../embeddings/oleObject425.bin"/><Relationship Id="rId5" Type="http://schemas.openxmlformats.org/officeDocument/2006/relationships/oleObject" Target="../embeddings/oleObject422.bin"/><Relationship Id="rId10" Type="http://schemas.openxmlformats.org/officeDocument/2006/relationships/image" Target="../media/image442.wmf"/><Relationship Id="rId4" Type="http://schemas.openxmlformats.org/officeDocument/2006/relationships/image" Target="../media/image439.wmf"/><Relationship Id="rId9" Type="http://schemas.openxmlformats.org/officeDocument/2006/relationships/oleObject" Target="../embeddings/oleObject424.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26.bin"/><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445.wmf"/><Relationship Id="rId5" Type="http://schemas.openxmlformats.org/officeDocument/2006/relationships/oleObject" Target="../embeddings/oleObject427.bin"/><Relationship Id="rId4" Type="http://schemas.openxmlformats.org/officeDocument/2006/relationships/image" Target="../media/image444.wmf"/></Relationships>
</file>

<file path=ppt/slides/_rels/slide50.xml.rels><?xml version="1.0" encoding="UTF-8" standalone="yes"?>
<Relationships xmlns="http://schemas.openxmlformats.org/package/2006/relationships"><Relationship Id="rId8" Type="http://schemas.openxmlformats.org/officeDocument/2006/relationships/image" Target="../media/image448.wmf"/><Relationship Id="rId3" Type="http://schemas.openxmlformats.org/officeDocument/2006/relationships/oleObject" Target="../embeddings/oleObject428.bin"/><Relationship Id="rId7" Type="http://schemas.openxmlformats.org/officeDocument/2006/relationships/oleObject" Target="../embeddings/oleObject430.bin"/><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447.wmf"/><Relationship Id="rId5" Type="http://schemas.openxmlformats.org/officeDocument/2006/relationships/oleObject" Target="../embeddings/oleObject429.bin"/><Relationship Id="rId10" Type="http://schemas.openxmlformats.org/officeDocument/2006/relationships/image" Target="../media/image449.wmf"/><Relationship Id="rId4" Type="http://schemas.openxmlformats.org/officeDocument/2006/relationships/image" Target="../media/image446.wmf"/><Relationship Id="rId9" Type="http://schemas.openxmlformats.org/officeDocument/2006/relationships/oleObject" Target="../embeddings/oleObject431.bin"/></Relationships>
</file>

<file path=ppt/slides/_rels/slide51.xml.rels><?xml version="1.0" encoding="UTF-8" standalone="yes"?>
<Relationships xmlns="http://schemas.openxmlformats.org/package/2006/relationships"><Relationship Id="rId8" Type="http://schemas.openxmlformats.org/officeDocument/2006/relationships/image" Target="../media/image452.wmf"/><Relationship Id="rId13" Type="http://schemas.openxmlformats.org/officeDocument/2006/relationships/oleObject" Target="../embeddings/oleObject437.bin"/><Relationship Id="rId3" Type="http://schemas.openxmlformats.org/officeDocument/2006/relationships/oleObject" Target="../embeddings/oleObject432.bin"/><Relationship Id="rId7" Type="http://schemas.openxmlformats.org/officeDocument/2006/relationships/oleObject" Target="../embeddings/oleObject434.bin"/><Relationship Id="rId12" Type="http://schemas.openxmlformats.org/officeDocument/2006/relationships/image" Target="../media/image454.wmf"/><Relationship Id="rId2" Type="http://schemas.openxmlformats.org/officeDocument/2006/relationships/notesSlide" Target="../notesSlides/notesSlide48.xml"/><Relationship Id="rId16" Type="http://schemas.openxmlformats.org/officeDocument/2006/relationships/image" Target="../media/image456.wmf"/><Relationship Id="rId1" Type="http://schemas.openxmlformats.org/officeDocument/2006/relationships/slideLayout" Target="../slideLayouts/slideLayout12.xml"/><Relationship Id="rId6" Type="http://schemas.openxmlformats.org/officeDocument/2006/relationships/image" Target="../media/image451.wmf"/><Relationship Id="rId11" Type="http://schemas.openxmlformats.org/officeDocument/2006/relationships/oleObject" Target="../embeddings/oleObject436.bin"/><Relationship Id="rId5" Type="http://schemas.openxmlformats.org/officeDocument/2006/relationships/oleObject" Target="../embeddings/oleObject433.bin"/><Relationship Id="rId15" Type="http://schemas.openxmlformats.org/officeDocument/2006/relationships/oleObject" Target="../embeddings/oleObject438.bin"/><Relationship Id="rId10" Type="http://schemas.openxmlformats.org/officeDocument/2006/relationships/image" Target="../media/image453.wmf"/><Relationship Id="rId4" Type="http://schemas.openxmlformats.org/officeDocument/2006/relationships/image" Target="../media/image450.wmf"/><Relationship Id="rId9" Type="http://schemas.openxmlformats.org/officeDocument/2006/relationships/oleObject" Target="../embeddings/oleObject435.bin"/><Relationship Id="rId14" Type="http://schemas.openxmlformats.org/officeDocument/2006/relationships/image" Target="../media/image455.wmf"/></Relationships>
</file>

<file path=ppt/slides/_rels/slide52.xml.rels><?xml version="1.0" encoding="UTF-8" standalone="yes"?>
<Relationships xmlns="http://schemas.openxmlformats.org/package/2006/relationships"><Relationship Id="rId8" Type="http://schemas.openxmlformats.org/officeDocument/2006/relationships/image" Target="../media/image459.wmf"/><Relationship Id="rId13" Type="http://schemas.openxmlformats.org/officeDocument/2006/relationships/oleObject" Target="../embeddings/oleObject444.bin"/><Relationship Id="rId18" Type="http://schemas.openxmlformats.org/officeDocument/2006/relationships/image" Target="../media/image464.wmf"/><Relationship Id="rId3" Type="http://schemas.openxmlformats.org/officeDocument/2006/relationships/oleObject" Target="../embeddings/oleObject439.bin"/><Relationship Id="rId21" Type="http://schemas.openxmlformats.org/officeDocument/2006/relationships/oleObject" Target="../embeddings/oleObject448.bin"/><Relationship Id="rId7" Type="http://schemas.openxmlformats.org/officeDocument/2006/relationships/oleObject" Target="../embeddings/oleObject441.bin"/><Relationship Id="rId12" Type="http://schemas.openxmlformats.org/officeDocument/2006/relationships/image" Target="../media/image461.wmf"/><Relationship Id="rId17" Type="http://schemas.openxmlformats.org/officeDocument/2006/relationships/oleObject" Target="../embeddings/oleObject446.bin"/><Relationship Id="rId2" Type="http://schemas.openxmlformats.org/officeDocument/2006/relationships/notesSlide" Target="../notesSlides/notesSlide49.xml"/><Relationship Id="rId16" Type="http://schemas.openxmlformats.org/officeDocument/2006/relationships/image" Target="../media/image463.wmf"/><Relationship Id="rId20" Type="http://schemas.openxmlformats.org/officeDocument/2006/relationships/image" Target="../media/image465.wmf"/><Relationship Id="rId1" Type="http://schemas.openxmlformats.org/officeDocument/2006/relationships/slideLayout" Target="../slideLayouts/slideLayout12.xml"/><Relationship Id="rId6" Type="http://schemas.openxmlformats.org/officeDocument/2006/relationships/image" Target="../media/image458.wmf"/><Relationship Id="rId11" Type="http://schemas.openxmlformats.org/officeDocument/2006/relationships/oleObject" Target="../embeddings/oleObject443.bin"/><Relationship Id="rId24" Type="http://schemas.openxmlformats.org/officeDocument/2006/relationships/image" Target="../media/image467.wmf"/><Relationship Id="rId5" Type="http://schemas.openxmlformats.org/officeDocument/2006/relationships/oleObject" Target="../embeddings/oleObject440.bin"/><Relationship Id="rId15" Type="http://schemas.openxmlformats.org/officeDocument/2006/relationships/oleObject" Target="../embeddings/oleObject445.bin"/><Relationship Id="rId23" Type="http://schemas.openxmlformats.org/officeDocument/2006/relationships/oleObject" Target="../embeddings/oleObject449.bin"/><Relationship Id="rId10" Type="http://schemas.openxmlformats.org/officeDocument/2006/relationships/image" Target="../media/image460.wmf"/><Relationship Id="rId19" Type="http://schemas.openxmlformats.org/officeDocument/2006/relationships/oleObject" Target="../embeddings/oleObject447.bin"/><Relationship Id="rId4" Type="http://schemas.openxmlformats.org/officeDocument/2006/relationships/image" Target="../media/image457.wmf"/><Relationship Id="rId9" Type="http://schemas.openxmlformats.org/officeDocument/2006/relationships/oleObject" Target="../embeddings/oleObject442.bin"/><Relationship Id="rId14" Type="http://schemas.openxmlformats.org/officeDocument/2006/relationships/image" Target="../media/image462.wmf"/><Relationship Id="rId22" Type="http://schemas.openxmlformats.org/officeDocument/2006/relationships/image" Target="../media/image466.wmf"/></Relationships>
</file>

<file path=ppt/slides/_rels/slide53.xml.rels><?xml version="1.0" encoding="UTF-8" standalone="yes"?>
<Relationships xmlns="http://schemas.openxmlformats.org/package/2006/relationships"><Relationship Id="rId8" Type="http://schemas.openxmlformats.org/officeDocument/2006/relationships/image" Target="../media/image470.wmf"/><Relationship Id="rId13" Type="http://schemas.openxmlformats.org/officeDocument/2006/relationships/oleObject" Target="../embeddings/oleObject455.bin"/><Relationship Id="rId18" Type="http://schemas.openxmlformats.org/officeDocument/2006/relationships/image" Target="../media/image475.wmf"/><Relationship Id="rId3" Type="http://schemas.openxmlformats.org/officeDocument/2006/relationships/oleObject" Target="../embeddings/oleObject450.bin"/><Relationship Id="rId21" Type="http://schemas.openxmlformats.org/officeDocument/2006/relationships/oleObject" Target="../embeddings/oleObject459.bin"/><Relationship Id="rId7" Type="http://schemas.openxmlformats.org/officeDocument/2006/relationships/oleObject" Target="../embeddings/oleObject452.bin"/><Relationship Id="rId12" Type="http://schemas.openxmlformats.org/officeDocument/2006/relationships/image" Target="../media/image472.wmf"/><Relationship Id="rId17" Type="http://schemas.openxmlformats.org/officeDocument/2006/relationships/oleObject" Target="../embeddings/oleObject457.bin"/><Relationship Id="rId2" Type="http://schemas.openxmlformats.org/officeDocument/2006/relationships/notesSlide" Target="../notesSlides/notesSlide50.xml"/><Relationship Id="rId16" Type="http://schemas.openxmlformats.org/officeDocument/2006/relationships/image" Target="../media/image474.wmf"/><Relationship Id="rId20" Type="http://schemas.openxmlformats.org/officeDocument/2006/relationships/image" Target="../media/image476.wmf"/><Relationship Id="rId1" Type="http://schemas.openxmlformats.org/officeDocument/2006/relationships/slideLayout" Target="../slideLayouts/slideLayout12.xml"/><Relationship Id="rId6" Type="http://schemas.openxmlformats.org/officeDocument/2006/relationships/image" Target="../media/image469.wmf"/><Relationship Id="rId11" Type="http://schemas.openxmlformats.org/officeDocument/2006/relationships/oleObject" Target="../embeddings/oleObject454.bin"/><Relationship Id="rId24" Type="http://schemas.openxmlformats.org/officeDocument/2006/relationships/image" Target="../media/image478.wmf"/><Relationship Id="rId5" Type="http://schemas.openxmlformats.org/officeDocument/2006/relationships/oleObject" Target="../embeddings/oleObject451.bin"/><Relationship Id="rId15" Type="http://schemas.openxmlformats.org/officeDocument/2006/relationships/oleObject" Target="../embeddings/oleObject456.bin"/><Relationship Id="rId23" Type="http://schemas.openxmlformats.org/officeDocument/2006/relationships/oleObject" Target="../embeddings/oleObject460.bin"/><Relationship Id="rId10" Type="http://schemas.openxmlformats.org/officeDocument/2006/relationships/image" Target="../media/image471.wmf"/><Relationship Id="rId19" Type="http://schemas.openxmlformats.org/officeDocument/2006/relationships/oleObject" Target="../embeddings/oleObject458.bin"/><Relationship Id="rId4" Type="http://schemas.openxmlformats.org/officeDocument/2006/relationships/image" Target="../media/image468.wmf"/><Relationship Id="rId9" Type="http://schemas.openxmlformats.org/officeDocument/2006/relationships/oleObject" Target="../embeddings/oleObject453.bin"/><Relationship Id="rId14" Type="http://schemas.openxmlformats.org/officeDocument/2006/relationships/image" Target="../media/image473.wmf"/><Relationship Id="rId22" Type="http://schemas.openxmlformats.org/officeDocument/2006/relationships/image" Target="../media/image477.wmf"/></Relationships>
</file>

<file path=ppt/slides/_rels/slide54.xml.rels><?xml version="1.0" encoding="UTF-8" standalone="yes"?>
<Relationships xmlns="http://schemas.openxmlformats.org/package/2006/relationships"><Relationship Id="rId8" Type="http://schemas.openxmlformats.org/officeDocument/2006/relationships/image" Target="../media/image481.wmf"/><Relationship Id="rId13" Type="http://schemas.openxmlformats.org/officeDocument/2006/relationships/oleObject" Target="../embeddings/oleObject466.bin"/><Relationship Id="rId18" Type="http://schemas.openxmlformats.org/officeDocument/2006/relationships/image" Target="../media/image486.wmf"/><Relationship Id="rId3" Type="http://schemas.openxmlformats.org/officeDocument/2006/relationships/oleObject" Target="../embeddings/oleObject461.bin"/><Relationship Id="rId7" Type="http://schemas.openxmlformats.org/officeDocument/2006/relationships/oleObject" Target="../embeddings/oleObject463.bin"/><Relationship Id="rId12" Type="http://schemas.openxmlformats.org/officeDocument/2006/relationships/image" Target="../media/image483.wmf"/><Relationship Id="rId17" Type="http://schemas.openxmlformats.org/officeDocument/2006/relationships/oleObject" Target="../embeddings/oleObject468.bin"/><Relationship Id="rId2" Type="http://schemas.openxmlformats.org/officeDocument/2006/relationships/notesSlide" Target="../notesSlides/notesSlide51.xml"/><Relationship Id="rId16" Type="http://schemas.openxmlformats.org/officeDocument/2006/relationships/image" Target="../media/image485.wmf"/><Relationship Id="rId1" Type="http://schemas.openxmlformats.org/officeDocument/2006/relationships/slideLayout" Target="../slideLayouts/slideLayout12.xml"/><Relationship Id="rId6" Type="http://schemas.openxmlformats.org/officeDocument/2006/relationships/image" Target="../media/image480.wmf"/><Relationship Id="rId11" Type="http://schemas.openxmlformats.org/officeDocument/2006/relationships/oleObject" Target="../embeddings/oleObject465.bin"/><Relationship Id="rId5" Type="http://schemas.openxmlformats.org/officeDocument/2006/relationships/oleObject" Target="../embeddings/oleObject462.bin"/><Relationship Id="rId15" Type="http://schemas.openxmlformats.org/officeDocument/2006/relationships/oleObject" Target="../embeddings/oleObject467.bin"/><Relationship Id="rId10" Type="http://schemas.openxmlformats.org/officeDocument/2006/relationships/image" Target="../media/image482.wmf"/><Relationship Id="rId4" Type="http://schemas.openxmlformats.org/officeDocument/2006/relationships/image" Target="../media/image479.wmf"/><Relationship Id="rId9" Type="http://schemas.openxmlformats.org/officeDocument/2006/relationships/oleObject" Target="../embeddings/oleObject464.bin"/><Relationship Id="rId14" Type="http://schemas.openxmlformats.org/officeDocument/2006/relationships/image" Target="../media/image484.wmf"/></Relationships>
</file>

<file path=ppt/slides/_rels/slide55.xml.rels><?xml version="1.0" encoding="UTF-8" standalone="yes"?>
<Relationships xmlns="http://schemas.openxmlformats.org/package/2006/relationships"><Relationship Id="rId8" Type="http://schemas.openxmlformats.org/officeDocument/2006/relationships/image" Target="../media/image489.wmf"/><Relationship Id="rId13" Type="http://schemas.openxmlformats.org/officeDocument/2006/relationships/oleObject" Target="../embeddings/oleObject474.bin"/><Relationship Id="rId18" Type="http://schemas.openxmlformats.org/officeDocument/2006/relationships/image" Target="../media/image494.wmf"/><Relationship Id="rId26" Type="http://schemas.openxmlformats.org/officeDocument/2006/relationships/image" Target="../media/image498.wmf"/><Relationship Id="rId3" Type="http://schemas.openxmlformats.org/officeDocument/2006/relationships/oleObject" Target="../embeddings/oleObject469.bin"/><Relationship Id="rId21" Type="http://schemas.openxmlformats.org/officeDocument/2006/relationships/oleObject" Target="../embeddings/oleObject478.bin"/><Relationship Id="rId7" Type="http://schemas.openxmlformats.org/officeDocument/2006/relationships/oleObject" Target="../embeddings/oleObject471.bin"/><Relationship Id="rId12" Type="http://schemas.openxmlformats.org/officeDocument/2006/relationships/image" Target="../media/image491.wmf"/><Relationship Id="rId17" Type="http://schemas.openxmlformats.org/officeDocument/2006/relationships/oleObject" Target="../embeddings/oleObject476.bin"/><Relationship Id="rId25" Type="http://schemas.openxmlformats.org/officeDocument/2006/relationships/oleObject" Target="../embeddings/oleObject480.bin"/><Relationship Id="rId2" Type="http://schemas.openxmlformats.org/officeDocument/2006/relationships/notesSlide" Target="../notesSlides/notesSlide52.xml"/><Relationship Id="rId16" Type="http://schemas.openxmlformats.org/officeDocument/2006/relationships/image" Target="../media/image493.wmf"/><Relationship Id="rId20" Type="http://schemas.openxmlformats.org/officeDocument/2006/relationships/image" Target="../media/image495.wmf"/><Relationship Id="rId1" Type="http://schemas.openxmlformats.org/officeDocument/2006/relationships/slideLayout" Target="../slideLayouts/slideLayout12.xml"/><Relationship Id="rId6" Type="http://schemas.openxmlformats.org/officeDocument/2006/relationships/image" Target="../media/image488.wmf"/><Relationship Id="rId11" Type="http://schemas.openxmlformats.org/officeDocument/2006/relationships/oleObject" Target="../embeddings/oleObject473.bin"/><Relationship Id="rId24" Type="http://schemas.openxmlformats.org/officeDocument/2006/relationships/image" Target="../media/image497.wmf"/><Relationship Id="rId5" Type="http://schemas.openxmlformats.org/officeDocument/2006/relationships/oleObject" Target="../embeddings/oleObject470.bin"/><Relationship Id="rId15" Type="http://schemas.openxmlformats.org/officeDocument/2006/relationships/oleObject" Target="../embeddings/oleObject475.bin"/><Relationship Id="rId23" Type="http://schemas.openxmlformats.org/officeDocument/2006/relationships/oleObject" Target="../embeddings/oleObject479.bin"/><Relationship Id="rId10" Type="http://schemas.openxmlformats.org/officeDocument/2006/relationships/image" Target="../media/image490.wmf"/><Relationship Id="rId19" Type="http://schemas.openxmlformats.org/officeDocument/2006/relationships/oleObject" Target="../embeddings/oleObject477.bin"/><Relationship Id="rId4" Type="http://schemas.openxmlformats.org/officeDocument/2006/relationships/image" Target="../media/image487.wmf"/><Relationship Id="rId9" Type="http://schemas.openxmlformats.org/officeDocument/2006/relationships/oleObject" Target="../embeddings/oleObject472.bin"/><Relationship Id="rId14" Type="http://schemas.openxmlformats.org/officeDocument/2006/relationships/image" Target="../media/image492.wmf"/><Relationship Id="rId22" Type="http://schemas.openxmlformats.org/officeDocument/2006/relationships/image" Target="../media/image496.emf"/></Relationships>
</file>

<file path=ppt/slides/_rels/slide56.xml.rels><?xml version="1.0" encoding="UTF-8" standalone="yes"?>
<Relationships xmlns="http://schemas.openxmlformats.org/package/2006/relationships"><Relationship Id="rId8" Type="http://schemas.openxmlformats.org/officeDocument/2006/relationships/image" Target="../media/image501.wmf"/><Relationship Id="rId3" Type="http://schemas.openxmlformats.org/officeDocument/2006/relationships/oleObject" Target="../embeddings/oleObject481.bin"/><Relationship Id="rId7" Type="http://schemas.openxmlformats.org/officeDocument/2006/relationships/oleObject" Target="../embeddings/oleObject483.bin"/><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500.wmf"/><Relationship Id="rId5" Type="http://schemas.openxmlformats.org/officeDocument/2006/relationships/oleObject" Target="../embeddings/oleObject482.bin"/><Relationship Id="rId4" Type="http://schemas.openxmlformats.org/officeDocument/2006/relationships/image" Target="../media/image499.wmf"/></Relationships>
</file>

<file path=ppt/slides/_rels/slide57.xml.rels><?xml version="1.0" encoding="UTF-8" standalone="yes"?>
<Relationships xmlns="http://schemas.openxmlformats.org/package/2006/relationships"><Relationship Id="rId3" Type="http://schemas.openxmlformats.org/officeDocument/2006/relationships/image" Target="../media/image502.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openxmlformats.org/officeDocument/2006/relationships/image" Target="../media/image505.wmf"/><Relationship Id="rId13" Type="http://schemas.openxmlformats.org/officeDocument/2006/relationships/oleObject" Target="../embeddings/oleObject489.bin"/><Relationship Id="rId3" Type="http://schemas.openxmlformats.org/officeDocument/2006/relationships/oleObject" Target="../embeddings/oleObject484.bin"/><Relationship Id="rId7" Type="http://schemas.openxmlformats.org/officeDocument/2006/relationships/oleObject" Target="../embeddings/oleObject486.bin"/><Relationship Id="rId12" Type="http://schemas.openxmlformats.org/officeDocument/2006/relationships/image" Target="../media/image507.wmf"/><Relationship Id="rId2" Type="http://schemas.openxmlformats.org/officeDocument/2006/relationships/notesSlide" Target="../notesSlides/notesSlide55.xml"/><Relationship Id="rId16" Type="http://schemas.openxmlformats.org/officeDocument/2006/relationships/image" Target="../media/image509.wmf"/><Relationship Id="rId1" Type="http://schemas.openxmlformats.org/officeDocument/2006/relationships/slideLayout" Target="../slideLayouts/slideLayout12.xml"/><Relationship Id="rId6" Type="http://schemas.openxmlformats.org/officeDocument/2006/relationships/image" Target="../media/image504.wmf"/><Relationship Id="rId11" Type="http://schemas.openxmlformats.org/officeDocument/2006/relationships/oleObject" Target="../embeddings/oleObject488.bin"/><Relationship Id="rId5" Type="http://schemas.openxmlformats.org/officeDocument/2006/relationships/oleObject" Target="../embeddings/oleObject485.bin"/><Relationship Id="rId15" Type="http://schemas.openxmlformats.org/officeDocument/2006/relationships/oleObject" Target="../embeddings/oleObject490.bin"/><Relationship Id="rId10" Type="http://schemas.openxmlformats.org/officeDocument/2006/relationships/image" Target="../media/image506.wmf"/><Relationship Id="rId4" Type="http://schemas.openxmlformats.org/officeDocument/2006/relationships/image" Target="../media/image503.wmf"/><Relationship Id="rId9" Type="http://schemas.openxmlformats.org/officeDocument/2006/relationships/oleObject" Target="../embeddings/oleObject487.bin"/><Relationship Id="rId14" Type="http://schemas.openxmlformats.org/officeDocument/2006/relationships/image" Target="../media/image508.wmf"/></Relationships>
</file>

<file path=ppt/slides/_rels/slide59.xml.rels><?xml version="1.0" encoding="UTF-8" standalone="yes"?>
<Relationships xmlns="http://schemas.openxmlformats.org/package/2006/relationships"><Relationship Id="rId8" Type="http://schemas.openxmlformats.org/officeDocument/2006/relationships/image" Target="../media/image512.wmf"/><Relationship Id="rId3" Type="http://schemas.openxmlformats.org/officeDocument/2006/relationships/oleObject" Target="../embeddings/oleObject491.bin"/><Relationship Id="rId7" Type="http://schemas.openxmlformats.org/officeDocument/2006/relationships/oleObject" Target="../embeddings/oleObject493.bin"/><Relationship Id="rId2" Type="http://schemas.openxmlformats.org/officeDocument/2006/relationships/notesSlide" Target="../notesSlides/notesSlide56.xml"/><Relationship Id="rId1" Type="http://schemas.openxmlformats.org/officeDocument/2006/relationships/slideLayout" Target="../slideLayouts/slideLayout12.xml"/><Relationship Id="rId6" Type="http://schemas.openxmlformats.org/officeDocument/2006/relationships/image" Target="../media/image511.wmf"/><Relationship Id="rId5" Type="http://schemas.openxmlformats.org/officeDocument/2006/relationships/oleObject" Target="../embeddings/oleObject492.bin"/><Relationship Id="rId10" Type="http://schemas.openxmlformats.org/officeDocument/2006/relationships/image" Target="../media/image513.wmf"/><Relationship Id="rId4" Type="http://schemas.openxmlformats.org/officeDocument/2006/relationships/image" Target="../media/image510.wmf"/><Relationship Id="rId9" Type="http://schemas.openxmlformats.org/officeDocument/2006/relationships/oleObject" Target="../embeddings/oleObject494.bin"/></Relationships>
</file>

<file path=ppt/slides/_rels/slide60.xml.rels><?xml version="1.0" encoding="UTF-8" standalone="yes"?>
<Relationships xmlns="http://schemas.openxmlformats.org/package/2006/relationships"><Relationship Id="rId8" Type="http://schemas.openxmlformats.org/officeDocument/2006/relationships/image" Target="../media/image516.wmf"/><Relationship Id="rId13" Type="http://schemas.openxmlformats.org/officeDocument/2006/relationships/oleObject" Target="../embeddings/oleObject500.bin"/><Relationship Id="rId18" Type="http://schemas.openxmlformats.org/officeDocument/2006/relationships/image" Target="../media/image521.wmf"/><Relationship Id="rId3" Type="http://schemas.openxmlformats.org/officeDocument/2006/relationships/oleObject" Target="../embeddings/oleObject495.bin"/><Relationship Id="rId21" Type="http://schemas.openxmlformats.org/officeDocument/2006/relationships/oleObject" Target="../embeddings/oleObject504.bin"/><Relationship Id="rId7" Type="http://schemas.openxmlformats.org/officeDocument/2006/relationships/oleObject" Target="../embeddings/oleObject497.bin"/><Relationship Id="rId12" Type="http://schemas.openxmlformats.org/officeDocument/2006/relationships/image" Target="../media/image518.wmf"/><Relationship Id="rId17" Type="http://schemas.openxmlformats.org/officeDocument/2006/relationships/oleObject" Target="../embeddings/oleObject502.bin"/><Relationship Id="rId2" Type="http://schemas.openxmlformats.org/officeDocument/2006/relationships/notesSlide" Target="../notesSlides/notesSlide57.xml"/><Relationship Id="rId16" Type="http://schemas.openxmlformats.org/officeDocument/2006/relationships/image" Target="../media/image520.wmf"/><Relationship Id="rId20" Type="http://schemas.openxmlformats.org/officeDocument/2006/relationships/image" Target="../media/image522.wmf"/><Relationship Id="rId1" Type="http://schemas.openxmlformats.org/officeDocument/2006/relationships/slideLayout" Target="../slideLayouts/slideLayout12.xml"/><Relationship Id="rId6" Type="http://schemas.openxmlformats.org/officeDocument/2006/relationships/image" Target="../media/image515.wmf"/><Relationship Id="rId11" Type="http://schemas.openxmlformats.org/officeDocument/2006/relationships/oleObject" Target="../embeddings/oleObject499.bin"/><Relationship Id="rId5" Type="http://schemas.openxmlformats.org/officeDocument/2006/relationships/oleObject" Target="../embeddings/oleObject496.bin"/><Relationship Id="rId15" Type="http://schemas.openxmlformats.org/officeDocument/2006/relationships/oleObject" Target="../embeddings/oleObject501.bin"/><Relationship Id="rId10" Type="http://schemas.openxmlformats.org/officeDocument/2006/relationships/image" Target="../media/image517.wmf"/><Relationship Id="rId19" Type="http://schemas.openxmlformats.org/officeDocument/2006/relationships/oleObject" Target="../embeddings/oleObject503.bin"/><Relationship Id="rId4" Type="http://schemas.openxmlformats.org/officeDocument/2006/relationships/image" Target="../media/image514.wmf"/><Relationship Id="rId9" Type="http://schemas.openxmlformats.org/officeDocument/2006/relationships/oleObject" Target="../embeddings/oleObject498.bin"/><Relationship Id="rId14" Type="http://schemas.openxmlformats.org/officeDocument/2006/relationships/image" Target="../media/image519.wmf"/><Relationship Id="rId22" Type="http://schemas.openxmlformats.org/officeDocument/2006/relationships/image" Target="../media/image523.wmf"/></Relationships>
</file>

<file path=ppt/slides/_rels/slide61.xml.rels><?xml version="1.0" encoding="UTF-8" standalone="yes"?>
<Relationships xmlns="http://schemas.openxmlformats.org/package/2006/relationships"><Relationship Id="rId8" Type="http://schemas.openxmlformats.org/officeDocument/2006/relationships/image" Target="../media/image526.wmf"/><Relationship Id="rId3" Type="http://schemas.openxmlformats.org/officeDocument/2006/relationships/oleObject" Target="../embeddings/oleObject505.bin"/><Relationship Id="rId7" Type="http://schemas.openxmlformats.org/officeDocument/2006/relationships/oleObject" Target="../embeddings/oleObject507.bin"/><Relationship Id="rId2" Type="http://schemas.openxmlformats.org/officeDocument/2006/relationships/notesSlide" Target="../notesSlides/notesSlide58.xml"/><Relationship Id="rId1" Type="http://schemas.openxmlformats.org/officeDocument/2006/relationships/slideLayout" Target="../slideLayouts/slideLayout12.xml"/><Relationship Id="rId6" Type="http://schemas.openxmlformats.org/officeDocument/2006/relationships/image" Target="../media/image525.wmf"/><Relationship Id="rId5" Type="http://schemas.openxmlformats.org/officeDocument/2006/relationships/oleObject" Target="../embeddings/oleObject506.bin"/><Relationship Id="rId10" Type="http://schemas.openxmlformats.org/officeDocument/2006/relationships/image" Target="../media/image527.wmf"/><Relationship Id="rId4" Type="http://schemas.openxmlformats.org/officeDocument/2006/relationships/image" Target="../media/image524.wmf"/><Relationship Id="rId9" Type="http://schemas.openxmlformats.org/officeDocument/2006/relationships/oleObject" Target="../embeddings/oleObject508.bin"/></Relationships>
</file>

<file path=ppt/slides/_rels/slide62.xml.rels><?xml version="1.0" encoding="UTF-8" standalone="yes"?>
<Relationships xmlns="http://schemas.openxmlformats.org/package/2006/relationships"><Relationship Id="rId8" Type="http://schemas.openxmlformats.org/officeDocument/2006/relationships/image" Target="../media/image530.wmf"/><Relationship Id="rId13" Type="http://schemas.openxmlformats.org/officeDocument/2006/relationships/oleObject" Target="../embeddings/oleObject514.bin"/><Relationship Id="rId18" Type="http://schemas.openxmlformats.org/officeDocument/2006/relationships/image" Target="../media/image535.wmf"/><Relationship Id="rId3" Type="http://schemas.openxmlformats.org/officeDocument/2006/relationships/oleObject" Target="../embeddings/oleObject509.bin"/><Relationship Id="rId21" Type="http://schemas.openxmlformats.org/officeDocument/2006/relationships/oleObject" Target="../embeddings/oleObject518.bin"/><Relationship Id="rId7" Type="http://schemas.openxmlformats.org/officeDocument/2006/relationships/oleObject" Target="../embeddings/oleObject511.bin"/><Relationship Id="rId12" Type="http://schemas.openxmlformats.org/officeDocument/2006/relationships/image" Target="../media/image532.wmf"/><Relationship Id="rId17" Type="http://schemas.openxmlformats.org/officeDocument/2006/relationships/oleObject" Target="../embeddings/oleObject516.bin"/><Relationship Id="rId2" Type="http://schemas.openxmlformats.org/officeDocument/2006/relationships/notesSlide" Target="../notesSlides/notesSlide59.xml"/><Relationship Id="rId16" Type="http://schemas.openxmlformats.org/officeDocument/2006/relationships/image" Target="../media/image534.wmf"/><Relationship Id="rId20" Type="http://schemas.openxmlformats.org/officeDocument/2006/relationships/image" Target="../media/image536.wmf"/><Relationship Id="rId1" Type="http://schemas.openxmlformats.org/officeDocument/2006/relationships/slideLayout" Target="../slideLayouts/slideLayout12.xml"/><Relationship Id="rId6" Type="http://schemas.openxmlformats.org/officeDocument/2006/relationships/image" Target="../media/image529.wmf"/><Relationship Id="rId11" Type="http://schemas.openxmlformats.org/officeDocument/2006/relationships/oleObject" Target="../embeddings/oleObject513.bin"/><Relationship Id="rId5" Type="http://schemas.openxmlformats.org/officeDocument/2006/relationships/oleObject" Target="../embeddings/oleObject510.bin"/><Relationship Id="rId15" Type="http://schemas.openxmlformats.org/officeDocument/2006/relationships/oleObject" Target="../embeddings/oleObject515.bin"/><Relationship Id="rId10" Type="http://schemas.openxmlformats.org/officeDocument/2006/relationships/image" Target="../media/image531.wmf"/><Relationship Id="rId19" Type="http://schemas.openxmlformats.org/officeDocument/2006/relationships/oleObject" Target="../embeddings/oleObject517.bin"/><Relationship Id="rId4" Type="http://schemas.openxmlformats.org/officeDocument/2006/relationships/image" Target="../media/image528.wmf"/><Relationship Id="rId9" Type="http://schemas.openxmlformats.org/officeDocument/2006/relationships/oleObject" Target="../embeddings/oleObject512.bin"/><Relationship Id="rId14" Type="http://schemas.openxmlformats.org/officeDocument/2006/relationships/image" Target="../media/image533.wmf"/><Relationship Id="rId22" Type="http://schemas.openxmlformats.org/officeDocument/2006/relationships/image" Target="../media/image537.wmf"/></Relationships>
</file>

<file path=ppt/slides/_rels/slide63.xml.rels><?xml version="1.0" encoding="UTF-8" standalone="yes"?>
<Relationships xmlns="http://schemas.openxmlformats.org/package/2006/relationships"><Relationship Id="rId8" Type="http://schemas.openxmlformats.org/officeDocument/2006/relationships/image" Target="../media/image540.wmf"/><Relationship Id="rId13" Type="http://schemas.openxmlformats.org/officeDocument/2006/relationships/oleObject" Target="../embeddings/oleObject524.bin"/><Relationship Id="rId18" Type="http://schemas.openxmlformats.org/officeDocument/2006/relationships/image" Target="../media/image545.wmf"/><Relationship Id="rId3" Type="http://schemas.openxmlformats.org/officeDocument/2006/relationships/oleObject" Target="../embeddings/oleObject519.bin"/><Relationship Id="rId7" Type="http://schemas.openxmlformats.org/officeDocument/2006/relationships/oleObject" Target="../embeddings/oleObject521.bin"/><Relationship Id="rId12" Type="http://schemas.openxmlformats.org/officeDocument/2006/relationships/image" Target="../media/image542.wmf"/><Relationship Id="rId17" Type="http://schemas.openxmlformats.org/officeDocument/2006/relationships/oleObject" Target="../embeddings/oleObject526.bin"/><Relationship Id="rId2" Type="http://schemas.openxmlformats.org/officeDocument/2006/relationships/notesSlide" Target="../notesSlides/notesSlide60.xml"/><Relationship Id="rId16" Type="http://schemas.openxmlformats.org/officeDocument/2006/relationships/image" Target="../media/image544.wmf"/><Relationship Id="rId20" Type="http://schemas.openxmlformats.org/officeDocument/2006/relationships/image" Target="../media/image546.wmf"/><Relationship Id="rId1" Type="http://schemas.openxmlformats.org/officeDocument/2006/relationships/slideLayout" Target="../slideLayouts/slideLayout12.xml"/><Relationship Id="rId6" Type="http://schemas.openxmlformats.org/officeDocument/2006/relationships/image" Target="../media/image539.wmf"/><Relationship Id="rId11" Type="http://schemas.openxmlformats.org/officeDocument/2006/relationships/oleObject" Target="../embeddings/oleObject523.bin"/><Relationship Id="rId5" Type="http://schemas.openxmlformats.org/officeDocument/2006/relationships/oleObject" Target="../embeddings/oleObject520.bin"/><Relationship Id="rId15" Type="http://schemas.openxmlformats.org/officeDocument/2006/relationships/oleObject" Target="../embeddings/oleObject525.bin"/><Relationship Id="rId10" Type="http://schemas.openxmlformats.org/officeDocument/2006/relationships/image" Target="../media/image541.wmf"/><Relationship Id="rId19" Type="http://schemas.openxmlformats.org/officeDocument/2006/relationships/oleObject" Target="../embeddings/oleObject527.bin"/><Relationship Id="rId4" Type="http://schemas.openxmlformats.org/officeDocument/2006/relationships/image" Target="../media/image538.wmf"/><Relationship Id="rId9" Type="http://schemas.openxmlformats.org/officeDocument/2006/relationships/oleObject" Target="../embeddings/oleObject522.bin"/><Relationship Id="rId14" Type="http://schemas.openxmlformats.org/officeDocument/2006/relationships/image" Target="../media/image543.wmf"/></Relationships>
</file>

<file path=ppt/slides/_rels/slide64.xml.rels><?xml version="1.0" encoding="UTF-8" standalone="yes"?>
<Relationships xmlns="http://schemas.openxmlformats.org/package/2006/relationships"><Relationship Id="rId8" Type="http://schemas.openxmlformats.org/officeDocument/2006/relationships/image" Target="../media/image549.wmf"/><Relationship Id="rId13" Type="http://schemas.openxmlformats.org/officeDocument/2006/relationships/oleObject" Target="../embeddings/oleObject533.bin"/><Relationship Id="rId18" Type="http://schemas.openxmlformats.org/officeDocument/2006/relationships/image" Target="../media/image553.wmf"/><Relationship Id="rId26" Type="http://schemas.openxmlformats.org/officeDocument/2006/relationships/image" Target="../media/image557.wmf"/><Relationship Id="rId3" Type="http://schemas.openxmlformats.org/officeDocument/2006/relationships/oleObject" Target="../embeddings/oleObject528.bin"/><Relationship Id="rId21" Type="http://schemas.openxmlformats.org/officeDocument/2006/relationships/oleObject" Target="../embeddings/oleObject537.bin"/><Relationship Id="rId7" Type="http://schemas.openxmlformats.org/officeDocument/2006/relationships/oleObject" Target="../embeddings/oleObject530.bin"/><Relationship Id="rId12" Type="http://schemas.openxmlformats.org/officeDocument/2006/relationships/image" Target="../media/image469.wmf"/><Relationship Id="rId17" Type="http://schemas.openxmlformats.org/officeDocument/2006/relationships/oleObject" Target="../embeddings/oleObject535.bin"/><Relationship Id="rId25" Type="http://schemas.openxmlformats.org/officeDocument/2006/relationships/oleObject" Target="../embeddings/oleObject539.bin"/><Relationship Id="rId2" Type="http://schemas.openxmlformats.org/officeDocument/2006/relationships/notesSlide" Target="../notesSlides/notesSlide61.xml"/><Relationship Id="rId16" Type="http://schemas.openxmlformats.org/officeDocument/2006/relationships/image" Target="../media/image552.wmf"/><Relationship Id="rId20" Type="http://schemas.openxmlformats.org/officeDocument/2006/relationships/image" Target="../media/image554.wmf"/><Relationship Id="rId29" Type="http://schemas.openxmlformats.org/officeDocument/2006/relationships/oleObject" Target="../embeddings/oleObject541.bin"/><Relationship Id="rId1" Type="http://schemas.openxmlformats.org/officeDocument/2006/relationships/slideLayout" Target="../slideLayouts/slideLayout12.xml"/><Relationship Id="rId6" Type="http://schemas.openxmlformats.org/officeDocument/2006/relationships/image" Target="../media/image548.wmf"/><Relationship Id="rId11" Type="http://schemas.openxmlformats.org/officeDocument/2006/relationships/oleObject" Target="../embeddings/oleObject532.bin"/><Relationship Id="rId24" Type="http://schemas.openxmlformats.org/officeDocument/2006/relationships/image" Target="../media/image556.wmf"/><Relationship Id="rId5" Type="http://schemas.openxmlformats.org/officeDocument/2006/relationships/oleObject" Target="../embeddings/oleObject529.bin"/><Relationship Id="rId15" Type="http://schemas.openxmlformats.org/officeDocument/2006/relationships/oleObject" Target="../embeddings/oleObject534.bin"/><Relationship Id="rId23" Type="http://schemas.openxmlformats.org/officeDocument/2006/relationships/oleObject" Target="../embeddings/oleObject538.bin"/><Relationship Id="rId28" Type="http://schemas.openxmlformats.org/officeDocument/2006/relationships/image" Target="../media/image558.wmf"/><Relationship Id="rId10" Type="http://schemas.openxmlformats.org/officeDocument/2006/relationships/image" Target="../media/image550.wmf"/><Relationship Id="rId19" Type="http://schemas.openxmlformats.org/officeDocument/2006/relationships/oleObject" Target="../embeddings/oleObject536.bin"/><Relationship Id="rId4" Type="http://schemas.openxmlformats.org/officeDocument/2006/relationships/image" Target="../media/image547.wmf"/><Relationship Id="rId9" Type="http://schemas.openxmlformats.org/officeDocument/2006/relationships/oleObject" Target="../embeddings/oleObject531.bin"/><Relationship Id="rId14" Type="http://schemas.openxmlformats.org/officeDocument/2006/relationships/image" Target="../media/image551.wmf"/><Relationship Id="rId22" Type="http://schemas.openxmlformats.org/officeDocument/2006/relationships/image" Target="../media/image555.wmf"/><Relationship Id="rId27" Type="http://schemas.openxmlformats.org/officeDocument/2006/relationships/oleObject" Target="../embeddings/oleObject540.bin"/><Relationship Id="rId30" Type="http://schemas.openxmlformats.org/officeDocument/2006/relationships/image" Target="../media/image559.wmf"/></Relationships>
</file>

<file path=ppt/slides/_rels/slide65.xml.rels><?xml version="1.0" encoding="UTF-8" standalone="yes"?>
<Relationships xmlns="http://schemas.openxmlformats.org/package/2006/relationships"><Relationship Id="rId13" Type="http://schemas.openxmlformats.org/officeDocument/2006/relationships/oleObject" Target="../embeddings/oleObject547.bin"/><Relationship Id="rId18" Type="http://schemas.openxmlformats.org/officeDocument/2006/relationships/oleObject" Target="../embeddings/oleObject550.bin"/><Relationship Id="rId26" Type="http://schemas.openxmlformats.org/officeDocument/2006/relationships/oleObject" Target="../embeddings/oleObject554.bin"/><Relationship Id="rId3" Type="http://schemas.openxmlformats.org/officeDocument/2006/relationships/oleObject" Target="../embeddings/oleObject542.bin"/><Relationship Id="rId21" Type="http://schemas.openxmlformats.org/officeDocument/2006/relationships/image" Target="../media/image567.wmf"/><Relationship Id="rId7" Type="http://schemas.openxmlformats.org/officeDocument/2006/relationships/oleObject" Target="../embeddings/oleObject544.bin"/><Relationship Id="rId12" Type="http://schemas.openxmlformats.org/officeDocument/2006/relationships/image" Target="../media/image564.wmf"/><Relationship Id="rId17" Type="http://schemas.openxmlformats.org/officeDocument/2006/relationships/oleObject" Target="../embeddings/oleObject549.bin"/><Relationship Id="rId25" Type="http://schemas.openxmlformats.org/officeDocument/2006/relationships/image" Target="../media/image569.wmf"/><Relationship Id="rId33" Type="http://schemas.openxmlformats.org/officeDocument/2006/relationships/image" Target="../media/image573.wmf"/><Relationship Id="rId2" Type="http://schemas.openxmlformats.org/officeDocument/2006/relationships/notesSlide" Target="../notesSlides/notesSlide62.xml"/><Relationship Id="rId16" Type="http://schemas.openxmlformats.org/officeDocument/2006/relationships/image" Target="../media/image565.wmf"/><Relationship Id="rId20" Type="http://schemas.openxmlformats.org/officeDocument/2006/relationships/oleObject" Target="../embeddings/oleObject551.bin"/><Relationship Id="rId29" Type="http://schemas.openxmlformats.org/officeDocument/2006/relationships/image" Target="../media/image571.wmf"/><Relationship Id="rId1" Type="http://schemas.openxmlformats.org/officeDocument/2006/relationships/slideLayout" Target="../slideLayouts/slideLayout12.xml"/><Relationship Id="rId6" Type="http://schemas.openxmlformats.org/officeDocument/2006/relationships/image" Target="../media/image561.wmf"/><Relationship Id="rId11" Type="http://schemas.openxmlformats.org/officeDocument/2006/relationships/oleObject" Target="../embeddings/oleObject546.bin"/><Relationship Id="rId24" Type="http://schemas.openxmlformats.org/officeDocument/2006/relationships/oleObject" Target="../embeddings/oleObject553.bin"/><Relationship Id="rId32" Type="http://schemas.openxmlformats.org/officeDocument/2006/relationships/oleObject" Target="../embeddings/oleObject557.bin"/><Relationship Id="rId5" Type="http://schemas.openxmlformats.org/officeDocument/2006/relationships/oleObject" Target="../embeddings/oleObject543.bin"/><Relationship Id="rId15" Type="http://schemas.openxmlformats.org/officeDocument/2006/relationships/oleObject" Target="../embeddings/oleObject548.bin"/><Relationship Id="rId23" Type="http://schemas.openxmlformats.org/officeDocument/2006/relationships/image" Target="../media/image568.wmf"/><Relationship Id="rId28" Type="http://schemas.openxmlformats.org/officeDocument/2006/relationships/oleObject" Target="../embeddings/oleObject555.bin"/><Relationship Id="rId10" Type="http://schemas.openxmlformats.org/officeDocument/2006/relationships/image" Target="../media/image563.wmf"/><Relationship Id="rId19" Type="http://schemas.openxmlformats.org/officeDocument/2006/relationships/image" Target="../media/image566.wmf"/><Relationship Id="rId31" Type="http://schemas.openxmlformats.org/officeDocument/2006/relationships/image" Target="../media/image572.wmf"/><Relationship Id="rId4" Type="http://schemas.openxmlformats.org/officeDocument/2006/relationships/image" Target="../media/image560.wmf"/><Relationship Id="rId9" Type="http://schemas.openxmlformats.org/officeDocument/2006/relationships/oleObject" Target="../embeddings/oleObject545.bin"/><Relationship Id="rId14" Type="http://schemas.openxmlformats.org/officeDocument/2006/relationships/image" Target="../media/image494.wmf"/><Relationship Id="rId22" Type="http://schemas.openxmlformats.org/officeDocument/2006/relationships/oleObject" Target="../embeddings/oleObject552.bin"/><Relationship Id="rId27" Type="http://schemas.openxmlformats.org/officeDocument/2006/relationships/image" Target="../media/image570.wmf"/><Relationship Id="rId30" Type="http://schemas.openxmlformats.org/officeDocument/2006/relationships/oleObject" Target="../embeddings/oleObject556.bin"/><Relationship Id="rId8" Type="http://schemas.openxmlformats.org/officeDocument/2006/relationships/image" Target="../media/image562.wmf"/></Relationships>
</file>

<file path=ppt/slides/_rels/slide66.xml.rels><?xml version="1.0" encoding="UTF-8" standalone="yes"?>
<Relationships xmlns="http://schemas.openxmlformats.org/package/2006/relationships"><Relationship Id="rId8" Type="http://schemas.openxmlformats.org/officeDocument/2006/relationships/image" Target="../media/image489.wmf"/><Relationship Id="rId13" Type="http://schemas.openxmlformats.org/officeDocument/2006/relationships/oleObject" Target="../embeddings/oleObject563.bin"/><Relationship Id="rId18" Type="http://schemas.openxmlformats.org/officeDocument/2006/relationships/oleObject" Target="../embeddings/oleObject566.bin"/><Relationship Id="rId3" Type="http://schemas.openxmlformats.org/officeDocument/2006/relationships/oleObject" Target="../embeddings/oleObject558.bin"/><Relationship Id="rId21" Type="http://schemas.openxmlformats.org/officeDocument/2006/relationships/oleObject" Target="../embeddings/oleObject568.bin"/><Relationship Id="rId7" Type="http://schemas.openxmlformats.org/officeDocument/2006/relationships/oleObject" Target="../embeddings/oleObject560.bin"/><Relationship Id="rId12" Type="http://schemas.openxmlformats.org/officeDocument/2006/relationships/image" Target="../media/image576.wmf"/><Relationship Id="rId17" Type="http://schemas.openxmlformats.org/officeDocument/2006/relationships/oleObject" Target="../embeddings/oleObject565.bin"/><Relationship Id="rId2" Type="http://schemas.openxmlformats.org/officeDocument/2006/relationships/notesSlide" Target="../notesSlides/notesSlide63.xml"/><Relationship Id="rId16" Type="http://schemas.openxmlformats.org/officeDocument/2006/relationships/image" Target="../media/image578.wmf"/><Relationship Id="rId20" Type="http://schemas.openxmlformats.org/officeDocument/2006/relationships/oleObject" Target="../embeddings/oleObject567.bin"/><Relationship Id="rId1" Type="http://schemas.openxmlformats.org/officeDocument/2006/relationships/slideLayout" Target="../slideLayouts/slideLayout12.xml"/><Relationship Id="rId6" Type="http://schemas.openxmlformats.org/officeDocument/2006/relationships/image" Target="../media/image494.wmf"/><Relationship Id="rId11" Type="http://schemas.openxmlformats.org/officeDocument/2006/relationships/oleObject" Target="../embeddings/oleObject562.bin"/><Relationship Id="rId24" Type="http://schemas.openxmlformats.org/officeDocument/2006/relationships/image" Target="../media/image581.wmf"/><Relationship Id="rId5" Type="http://schemas.openxmlformats.org/officeDocument/2006/relationships/oleObject" Target="../embeddings/oleObject559.bin"/><Relationship Id="rId15" Type="http://schemas.openxmlformats.org/officeDocument/2006/relationships/oleObject" Target="../embeddings/oleObject564.bin"/><Relationship Id="rId23" Type="http://schemas.openxmlformats.org/officeDocument/2006/relationships/oleObject" Target="../embeddings/oleObject569.bin"/><Relationship Id="rId10" Type="http://schemas.openxmlformats.org/officeDocument/2006/relationships/image" Target="../media/image575.wmf"/><Relationship Id="rId19" Type="http://schemas.openxmlformats.org/officeDocument/2006/relationships/image" Target="../media/image579.wmf"/><Relationship Id="rId4" Type="http://schemas.openxmlformats.org/officeDocument/2006/relationships/image" Target="../media/image574.wmf"/><Relationship Id="rId9" Type="http://schemas.openxmlformats.org/officeDocument/2006/relationships/oleObject" Target="../embeddings/oleObject561.bin"/><Relationship Id="rId14" Type="http://schemas.openxmlformats.org/officeDocument/2006/relationships/image" Target="../media/image577.wmf"/><Relationship Id="rId22" Type="http://schemas.openxmlformats.org/officeDocument/2006/relationships/image" Target="../media/image580.wmf"/></Relationships>
</file>

<file path=ppt/slides/_rels/slide67.xml.rels><?xml version="1.0" encoding="UTF-8" standalone="yes"?>
<Relationships xmlns="http://schemas.openxmlformats.org/package/2006/relationships"><Relationship Id="rId8" Type="http://schemas.openxmlformats.org/officeDocument/2006/relationships/image" Target="../media/image584.wmf"/><Relationship Id="rId13" Type="http://schemas.openxmlformats.org/officeDocument/2006/relationships/oleObject" Target="../embeddings/oleObject575.bin"/><Relationship Id="rId3" Type="http://schemas.openxmlformats.org/officeDocument/2006/relationships/oleObject" Target="../embeddings/oleObject570.bin"/><Relationship Id="rId7" Type="http://schemas.openxmlformats.org/officeDocument/2006/relationships/oleObject" Target="../embeddings/oleObject572.bin"/><Relationship Id="rId12" Type="http://schemas.openxmlformats.org/officeDocument/2006/relationships/image" Target="../media/image586.wmf"/><Relationship Id="rId2" Type="http://schemas.openxmlformats.org/officeDocument/2006/relationships/notesSlide" Target="../notesSlides/notesSlide64.xml"/><Relationship Id="rId1" Type="http://schemas.openxmlformats.org/officeDocument/2006/relationships/slideLayout" Target="../slideLayouts/slideLayout12.xml"/><Relationship Id="rId6" Type="http://schemas.openxmlformats.org/officeDocument/2006/relationships/image" Target="../media/image583.wmf"/><Relationship Id="rId11" Type="http://schemas.openxmlformats.org/officeDocument/2006/relationships/oleObject" Target="../embeddings/oleObject574.bin"/><Relationship Id="rId5" Type="http://schemas.openxmlformats.org/officeDocument/2006/relationships/oleObject" Target="../embeddings/oleObject571.bin"/><Relationship Id="rId10" Type="http://schemas.openxmlformats.org/officeDocument/2006/relationships/image" Target="../media/image585.wmf"/><Relationship Id="rId4" Type="http://schemas.openxmlformats.org/officeDocument/2006/relationships/image" Target="../media/image582.wmf"/><Relationship Id="rId9" Type="http://schemas.openxmlformats.org/officeDocument/2006/relationships/oleObject" Target="../embeddings/oleObject573.bin"/><Relationship Id="rId14" Type="http://schemas.openxmlformats.org/officeDocument/2006/relationships/image" Target="../media/image587.wmf"/></Relationships>
</file>

<file path=ppt/slides/_rels/slide68.xml.rels><?xml version="1.0" encoding="UTF-8" standalone="yes"?>
<Relationships xmlns="http://schemas.openxmlformats.org/package/2006/relationships"><Relationship Id="rId8" Type="http://schemas.openxmlformats.org/officeDocument/2006/relationships/image" Target="../media/image590.wmf"/><Relationship Id="rId13" Type="http://schemas.openxmlformats.org/officeDocument/2006/relationships/oleObject" Target="../embeddings/oleObject581.bin"/><Relationship Id="rId3" Type="http://schemas.openxmlformats.org/officeDocument/2006/relationships/oleObject" Target="../embeddings/oleObject576.bin"/><Relationship Id="rId7" Type="http://schemas.openxmlformats.org/officeDocument/2006/relationships/oleObject" Target="../embeddings/oleObject578.bin"/><Relationship Id="rId12" Type="http://schemas.openxmlformats.org/officeDocument/2006/relationships/image" Target="../media/image592.wmf"/><Relationship Id="rId17" Type="http://schemas.openxmlformats.org/officeDocument/2006/relationships/oleObject" Target="../embeddings/oleObject583.bin"/><Relationship Id="rId2" Type="http://schemas.openxmlformats.org/officeDocument/2006/relationships/notesSlide" Target="../notesSlides/notesSlide65.xml"/><Relationship Id="rId16" Type="http://schemas.openxmlformats.org/officeDocument/2006/relationships/image" Target="../media/image593.wmf"/><Relationship Id="rId1" Type="http://schemas.openxmlformats.org/officeDocument/2006/relationships/slideLayout" Target="../slideLayouts/slideLayout12.xml"/><Relationship Id="rId6" Type="http://schemas.openxmlformats.org/officeDocument/2006/relationships/image" Target="../media/image589.wmf"/><Relationship Id="rId11" Type="http://schemas.openxmlformats.org/officeDocument/2006/relationships/oleObject" Target="../embeddings/oleObject580.bin"/><Relationship Id="rId5" Type="http://schemas.openxmlformats.org/officeDocument/2006/relationships/oleObject" Target="../embeddings/oleObject577.bin"/><Relationship Id="rId15" Type="http://schemas.openxmlformats.org/officeDocument/2006/relationships/oleObject" Target="../embeddings/oleObject582.bin"/><Relationship Id="rId10" Type="http://schemas.openxmlformats.org/officeDocument/2006/relationships/image" Target="../media/image591.wmf"/><Relationship Id="rId4" Type="http://schemas.openxmlformats.org/officeDocument/2006/relationships/image" Target="../media/image588.wmf"/><Relationship Id="rId9" Type="http://schemas.openxmlformats.org/officeDocument/2006/relationships/oleObject" Target="../embeddings/oleObject579.bin"/><Relationship Id="rId14" Type="http://schemas.openxmlformats.org/officeDocument/2006/relationships/image" Target="../media/image494.wmf"/></Relationships>
</file>

<file path=ppt/slides/_rels/slide69.xml.rels><?xml version="1.0" encoding="UTF-8" standalone="yes"?>
<Relationships xmlns="http://schemas.openxmlformats.org/package/2006/relationships"><Relationship Id="rId8" Type="http://schemas.openxmlformats.org/officeDocument/2006/relationships/image" Target="../media/image596.wmf"/><Relationship Id="rId13" Type="http://schemas.openxmlformats.org/officeDocument/2006/relationships/oleObject" Target="../embeddings/oleObject589.bin"/><Relationship Id="rId18" Type="http://schemas.openxmlformats.org/officeDocument/2006/relationships/image" Target="../media/image601.wmf"/><Relationship Id="rId3" Type="http://schemas.openxmlformats.org/officeDocument/2006/relationships/oleObject" Target="../embeddings/oleObject584.bin"/><Relationship Id="rId21" Type="http://schemas.openxmlformats.org/officeDocument/2006/relationships/oleObject" Target="../embeddings/oleObject593.bin"/><Relationship Id="rId7" Type="http://schemas.openxmlformats.org/officeDocument/2006/relationships/oleObject" Target="../embeddings/oleObject586.bin"/><Relationship Id="rId12" Type="http://schemas.openxmlformats.org/officeDocument/2006/relationships/image" Target="../media/image598.wmf"/><Relationship Id="rId17" Type="http://schemas.openxmlformats.org/officeDocument/2006/relationships/oleObject" Target="../embeddings/oleObject591.bin"/><Relationship Id="rId2" Type="http://schemas.openxmlformats.org/officeDocument/2006/relationships/notesSlide" Target="../notesSlides/notesSlide66.xml"/><Relationship Id="rId16" Type="http://schemas.openxmlformats.org/officeDocument/2006/relationships/image" Target="../media/image600.wmf"/><Relationship Id="rId20" Type="http://schemas.openxmlformats.org/officeDocument/2006/relationships/image" Target="../media/image602.wmf"/><Relationship Id="rId1" Type="http://schemas.openxmlformats.org/officeDocument/2006/relationships/slideLayout" Target="../slideLayouts/slideLayout12.xml"/><Relationship Id="rId6" Type="http://schemas.openxmlformats.org/officeDocument/2006/relationships/image" Target="../media/image595.wmf"/><Relationship Id="rId11" Type="http://schemas.openxmlformats.org/officeDocument/2006/relationships/oleObject" Target="../embeddings/oleObject588.bin"/><Relationship Id="rId5" Type="http://schemas.openxmlformats.org/officeDocument/2006/relationships/oleObject" Target="../embeddings/oleObject585.bin"/><Relationship Id="rId15" Type="http://schemas.openxmlformats.org/officeDocument/2006/relationships/oleObject" Target="../embeddings/oleObject590.bin"/><Relationship Id="rId10" Type="http://schemas.openxmlformats.org/officeDocument/2006/relationships/image" Target="../media/image597.wmf"/><Relationship Id="rId19" Type="http://schemas.openxmlformats.org/officeDocument/2006/relationships/oleObject" Target="../embeddings/oleObject592.bin"/><Relationship Id="rId4" Type="http://schemas.openxmlformats.org/officeDocument/2006/relationships/image" Target="../media/image594.wmf"/><Relationship Id="rId9" Type="http://schemas.openxmlformats.org/officeDocument/2006/relationships/oleObject" Target="../embeddings/oleObject587.bin"/><Relationship Id="rId14" Type="http://schemas.openxmlformats.org/officeDocument/2006/relationships/image" Target="../media/image599.wmf"/><Relationship Id="rId22" Type="http://schemas.openxmlformats.org/officeDocument/2006/relationships/image" Target="../media/image494.wmf"/></Relationships>
</file>

<file path=ppt/slides/_rels/slide70.xml.rels><?xml version="1.0" encoding="UTF-8" standalone="yes"?>
<Relationships xmlns="http://schemas.openxmlformats.org/package/2006/relationships"><Relationship Id="rId8" Type="http://schemas.openxmlformats.org/officeDocument/2006/relationships/image" Target="../media/image604.wmf"/><Relationship Id="rId13" Type="http://schemas.openxmlformats.org/officeDocument/2006/relationships/oleObject" Target="../embeddings/oleObject599.bin"/><Relationship Id="rId18" Type="http://schemas.openxmlformats.org/officeDocument/2006/relationships/image" Target="../media/image609.wmf"/><Relationship Id="rId3" Type="http://schemas.openxmlformats.org/officeDocument/2006/relationships/oleObject" Target="../embeddings/oleObject594.bin"/><Relationship Id="rId7" Type="http://schemas.openxmlformats.org/officeDocument/2006/relationships/oleObject" Target="../embeddings/oleObject596.bin"/><Relationship Id="rId12" Type="http://schemas.openxmlformats.org/officeDocument/2006/relationships/image" Target="../media/image606.wmf"/><Relationship Id="rId17" Type="http://schemas.openxmlformats.org/officeDocument/2006/relationships/oleObject" Target="../embeddings/oleObject601.bin"/><Relationship Id="rId2" Type="http://schemas.openxmlformats.org/officeDocument/2006/relationships/notesSlide" Target="../notesSlides/notesSlide67.xml"/><Relationship Id="rId16" Type="http://schemas.openxmlformats.org/officeDocument/2006/relationships/image" Target="../media/image608.wmf"/><Relationship Id="rId20" Type="http://schemas.openxmlformats.org/officeDocument/2006/relationships/image" Target="../media/image610.emf"/><Relationship Id="rId1" Type="http://schemas.openxmlformats.org/officeDocument/2006/relationships/slideLayout" Target="../slideLayouts/slideLayout12.xml"/><Relationship Id="rId6" Type="http://schemas.openxmlformats.org/officeDocument/2006/relationships/image" Target="../media/image494.wmf"/><Relationship Id="rId11" Type="http://schemas.openxmlformats.org/officeDocument/2006/relationships/oleObject" Target="../embeddings/oleObject598.bin"/><Relationship Id="rId5" Type="http://schemas.openxmlformats.org/officeDocument/2006/relationships/oleObject" Target="../embeddings/oleObject595.bin"/><Relationship Id="rId15" Type="http://schemas.openxmlformats.org/officeDocument/2006/relationships/oleObject" Target="../embeddings/oleObject600.bin"/><Relationship Id="rId10" Type="http://schemas.openxmlformats.org/officeDocument/2006/relationships/image" Target="../media/image605.wmf"/><Relationship Id="rId19" Type="http://schemas.openxmlformats.org/officeDocument/2006/relationships/oleObject" Target="../embeddings/oleObject602.bin"/><Relationship Id="rId4" Type="http://schemas.openxmlformats.org/officeDocument/2006/relationships/image" Target="../media/image603.wmf"/><Relationship Id="rId9" Type="http://schemas.openxmlformats.org/officeDocument/2006/relationships/oleObject" Target="../embeddings/oleObject597.bin"/><Relationship Id="rId14" Type="http://schemas.openxmlformats.org/officeDocument/2006/relationships/image" Target="../media/image607.wmf"/></Relationships>
</file>

<file path=ppt/slides/_rels/slide71.xml.rels><?xml version="1.0" encoding="UTF-8" standalone="yes"?>
<Relationships xmlns="http://schemas.openxmlformats.org/package/2006/relationships"><Relationship Id="rId8" Type="http://schemas.openxmlformats.org/officeDocument/2006/relationships/image" Target="../media/image494.wmf"/><Relationship Id="rId13" Type="http://schemas.openxmlformats.org/officeDocument/2006/relationships/image" Target="../media/image614.wmf"/><Relationship Id="rId18" Type="http://schemas.openxmlformats.org/officeDocument/2006/relationships/oleObject" Target="../embeddings/oleObject611.bin"/><Relationship Id="rId3" Type="http://schemas.openxmlformats.org/officeDocument/2006/relationships/oleObject" Target="../embeddings/oleObject603.bin"/><Relationship Id="rId21" Type="http://schemas.openxmlformats.org/officeDocument/2006/relationships/image" Target="../media/image618.emf"/><Relationship Id="rId7" Type="http://schemas.openxmlformats.org/officeDocument/2006/relationships/oleObject" Target="../embeddings/oleObject605.bin"/><Relationship Id="rId12" Type="http://schemas.openxmlformats.org/officeDocument/2006/relationships/oleObject" Target="../embeddings/oleObject608.bin"/><Relationship Id="rId17" Type="http://schemas.openxmlformats.org/officeDocument/2006/relationships/image" Target="../media/image616.emf"/><Relationship Id="rId2" Type="http://schemas.openxmlformats.org/officeDocument/2006/relationships/notesSlide" Target="../notesSlides/notesSlide68.xml"/><Relationship Id="rId16" Type="http://schemas.openxmlformats.org/officeDocument/2006/relationships/oleObject" Target="../embeddings/oleObject610.bin"/><Relationship Id="rId20" Type="http://schemas.openxmlformats.org/officeDocument/2006/relationships/oleObject" Target="../embeddings/oleObject612.bin"/><Relationship Id="rId1" Type="http://schemas.openxmlformats.org/officeDocument/2006/relationships/slideLayout" Target="../slideLayouts/slideLayout12.xml"/><Relationship Id="rId6" Type="http://schemas.openxmlformats.org/officeDocument/2006/relationships/image" Target="../media/image612.emf"/><Relationship Id="rId11" Type="http://schemas.openxmlformats.org/officeDocument/2006/relationships/oleObject" Target="../embeddings/oleObject607.bin"/><Relationship Id="rId5" Type="http://schemas.openxmlformats.org/officeDocument/2006/relationships/oleObject" Target="../embeddings/oleObject604.bin"/><Relationship Id="rId15" Type="http://schemas.openxmlformats.org/officeDocument/2006/relationships/image" Target="../media/image615.emf"/><Relationship Id="rId10" Type="http://schemas.openxmlformats.org/officeDocument/2006/relationships/image" Target="../media/image613.wmf"/><Relationship Id="rId19" Type="http://schemas.openxmlformats.org/officeDocument/2006/relationships/image" Target="../media/image617.emf"/><Relationship Id="rId4" Type="http://schemas.openxmlformats.org/officeDocument/2006/relationships/image" Target="../media/image611.wmf"/><Relationship Id="rId9" Type="http://schemas.openxmlformats.org/officeDocument/2006/relationships/oleObject" Target="../embeddings/oleObject606.bin"/><Relationship Id="rId14" Type="http://schemas.openxmlformats.org/officeDocument/2006/relationships/oleObject" Target="../embeddings/oleObject609.bin"/></Relationships>
</file>

<file path=ppt/slides/_rels/slide72.xml.rels><?xml version="1.0" encoding="UTF-8" standalone="yes"?>
<Relationships xmlns="http://schemas.openxmlformats.org/package/2006/relationships"><Relationship Id="rId8" Type="http://schemas.openxmlformats.org/officeDocument/2006/relationships/image" Target="../media/image621.wmf"/><Relationship Id="rId13" Type="http://schemas.openxmlformats.org/officeDocument/2006/relationships/oleObject" Target="../embeddings/oleObject618.bin"/><Relationship Id="rId18" Type="http://schemas.openxmlformats.org/officeDocument/2006/relationships/oleObject" Target="../embeddings/oleObject621.bin"/><Relationship Id="rId3" Type="http://schemas.openxmlformats.org/officeDocument/2006/relationships/oleObject" Target="../embeddings/oleObject613.bin"/><Relationship Id="rId21" Type="http://schemas.openxmlformats.org/officeDocument/2006/relationships/image" Target="../media/image626.emf"/><Relationship Id="rId7" Type="http://schemas.openxmlformats.org/officeDocument/2006/relationships/oleObject" Target="../embeddings/oleObject615.bin"/><Relationship Id="rId12" Type="http://schemas.openxmlformats.org/officeDocument/2006/relationships/image" Target="../media/image494.wmf"/><Relationship Id="rId17" Type="http://schemas.openxmlformats.org/officeDocument/2006/relationships/image" Target="../media/image624.emf"/><Relationship Id="rId25" Type="http://schemas.openxmlformats.org/officeDocument/2006/relationships/image" Target="../media/image628.emf"/><Relationship Id="rId2" Type="http://schemas.openxmlformats.org/officeDocument/2006/relationships/notesSlide" Target="../notesSlides/notesSlide69.xml"/><Relationship Id="rId16" Type="http://schemas.openxmlformats.org/officeDocument/2006/relationships/oleObject" Target="../embeddings/oleObject620.bin"/><Relationship Id="rId20" Type="http://schemas.openxmlformats.org/officeDocument/2006/relationships/oleObject" Target="../embeddings/oleObject622.bin"/><Relationship Id="rId1" Type="http://schemas.openxmlformats.org/officeDocument/2006/relationships/slideLayout" Target="../slideLayouts/slideLayout12.xml"/><Relationship Id="rId6" Type="http://schemas.openxmlformats.org/officeDocument/2006/relationships/image" Target="../media/image620.emf"/><Relationship Id="rId11" Type="http://schemas.openxmlformats.org/officeDocument/2006/relationships/oleObject" Target="../embeddings/oleObject617.bin"/><Relationship Id="rId24" Type="http://schemas.openxmlformats.org/officeDocument/2006/relationships/oleObject" Target="../embeddings/oleObject624.bin"/><Relationship Id="rId5" Type="http://schemas.openxmlformats.org/officeDocument/2006/relationships/oleObject" Target="../embeddings/oleObject614.bin"/><Relationship Id="rId15" Type="http://schemas.openxmlformats.org/officeDocument/2006/relationships/oleObject" Target="../embeddings/oleObject619.bin"/><Relationship Id="rId23" Type="http://schemas.openxmlformats.org/officeDocument/2006/relationships/image" Target="../media/image627.emf"/><Relationship Id="rId10" Type="http://schemas.openxmlformats.org/officeDocument/2006/relationships/image" Target="../media/image622.emf"/><Relationship Id="rId19" Type="http://schemas.openxmlformats.org/officeDocument/2006/relationships/image" Target="../media/image625.emf"/><Relationship Id="rId4" Type="http://schemas.openxmlformats.org/officeDocument/2006/relationships/image" Target="../media/image619.emf"/><Relationship Id="rId9" Type="http://schemas.openxmlformats.org/officeDocument/2006/relationships/oleObject" Target="../embeddings/oleObject616.bin"/><Relationship Id="rId14" Type="http://schemas.openxmlformats.org/officeDocument/2006/relationships/image" Target="../media/image623.emf"/><Relationship Id="rId22" Type="http://schemas.openxmlformats.org/officeDocument/2006/relationships/oleObject" Target="../embeddings/oleObject623.bin"/></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副标题 5"/>
          <p:cNvSpPr/>
          <p:nvPr/>
        </p:nvSpPr>
        <p:spPr>
          <a:xfrm>
            <a:off x="1524000" y="1444625"/>
            <a:ext cx="9498330" cy="1844040"/>
          </a:xfrm>
          <a:prstGeom prst="rect">
            <a:avLst/>
          </a:prstGeom>
          <a:noFill/>
          <a:ln w="9525">
            <a:noFill/>
          </a:ln>
        </p:spPr>
        <p:txBody>
          <a:bodyPr/>
          <a:lstStyle/>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p>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二</a:t>
            </a:r>
            <a:r>
              <a:rPr sz="3600" b="1" dirty="0">
                <a:latin typeface="微软雅黑" panose="020B0503020204020204" pitchFamily="34" charset="-122"/>
                <a:ea typeface="微软雅黑" panose="020B0503020204020204" pitchFamily="34" charset="-122"/>
                <a:cs typeface="微软雅黑" panose="020B0503020204020204" pitchFamily="34" charset="-122"/>
              </a:rPr>
              <a:t>章</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章  四足机器人运动学分析</a:t>
            </a:r>
            <a:endParaRPr sz="3600" b="1" dirty="0">
              <a:latin typeface="微软雅黑" panose="020B0503020204020204" pitchFamily="34" charset="-122"/>
              <a:ea typeface="微软雅黑" panose="020B0503020204020204" pitchFamily="34" charset="-122"/>
              <a:cs typeface="微软雅黑" panose="020B0503020204020204" pitchFamily="34" charset="-122"/>
            </a:endParaRPr>
          </a:p>
          <a:p>
            <a:pPr algn="ctr">
              <a:spcBef>
                <a:spcPct val="20000"/>
              </a:spcBef>
            </a:pP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51" name="Rectangle 30"/>
          <p:cNvSpPr/>
          <p:nvPr/>
        </p:nvSpPr>
        <p:spPr>
          <a:xfrm>
            <a:off x="3790950" y="3287713"/>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0"/>
          <p:cNvSpPr/>
          <p:nvPr/>
        </p:nvSpPr>
        <p:spPr>
          <a:xfrm>
            <a:off x="3885220" y="1901972"/>
            <a:ext cx="7370386" cy="3311051"/>
          </a:xfrm>
          <a:prstGeom prst="rect">
            <a:avLst/>
          </a:prstGeom>
          <a:noFill/>
          <a:ln w="9525">
            <a:noFill/>
          </a:ln>
        </p:spPr>
        <p:txBody>
          <a:bodyPr/>
          <a:lstStyle/>
          <a:p>
            <a:pPr>
              <a:lnSpc>
                <a:spcPct val="200000"/>
              </a:lnSpc>
            </a:pPr>
            <a:r>
              <a:rPr lang="en-US" altLang="zh-CN" sz="2400" b="1" dirty="0">
                <a:latin typeface="Times New Roman" panose="02020603050405020304" pitchFamily="18" charset="0"/>
                <a:ea typeface="微软雅黑" panose="020B0503020204020204" pitchFamily="34" charset="-122"/>
              </a:rPr>
              <a:t>2.1  </a:t>
            </a:r>
            <a:r>
              <a:rPr lang="zh-CN" altLang="en-US" sz="2400" b="1" dirty="0">
                <a:latin typeface="Times New Roman" panose="02020603050405020304" pitchFamily="18" charset="0"/>
                <a:ea typeface="微软雅黑" panose="020B0503020204020204" pitchFamily="34" charset="-122"/>
              </a:rPr>
              <a:t>机器人运动学基础</a:t>
            </a:r>
          </a:p>
          <a:p>
            <a:pPr>
              <a:lnSpc>
                <a:spcPct val="200000"/>
              </a:lnSpc>
            </a:pPr>
            <a:r>
              <a:rPr lang="en-US" altLang="zh-CN" sz="2400" b="1" dirty="0">
                <a:latin typeface="Times New Roman" panose="02020603050405020304" pitchFamily="18" charset="0"/>
                <a:ea typeface="微软雅黑" panose="020B0503020204020204" pitchFamily="34" charset="-122"/>
              </a:rPr>
              <a:t>2.2  </a:t>
            </a:r>
            <a:r>
              <a:rPr lang="zh-CN" altLang="en-US" sz="2400" b="1" dirty="0">
                <a:latin typeface="Times New Roman" panose="02020603050405020304" pitchFamily="18" charset="0"/>
                <a:ea typeface="微软雅黑" panose="020B0503020204020204" pitchFamily="34" charset="-122"/>
              </a:rPr>
              <a:t>齐次变换矩阵性质</a:t>
            </a:r>
          </a:p>
          <a:p>
            <a:pPr>
              <a:lnSpc>
                <a:spcPct val="200000"/>
              </a:lnSpc>
            </a:pPr>
            <a:r>
              <a:rPr lang="en-US" altLang="zh-CN" sz="2400" b="1" dirty="0">
                <a:latin typeface="Times New Roman" panose="02020603050405020304" pitchFamily="18" charset="0"/>
                <a:ea typeface="微软雅黑" panose="020B0503020204020204" pitchFamily="34" charset="-122"/>
              </a:rPr>
              <a:t>2.3  </a:t>
            </a:r>
            <a:r>
              <a:rPr lang="zh-CN" altLang="en-US" sz="2400" b="1" dirty="0">
                <a:latin typeface="Times New Roman" panose="02020603050405020304" pitchFamily="18" charset="0"/>
                <a:ea typeface="微软雅黑" panose="020B0503020204020204" pitchFamily="34" charset="-122"/>
              </a:rPr>
              <a:t>机器人连杆参数和连杆坐标系</a:t>
            </a:r>
          </a:p>
          <a:p>
            <a:pPr>
              <a:lnSpc>
                <a:spcPct val="200000"/>
              </a:lnSpc>
            </a:pPr>
            <a:r>
              <a:rPr lang="en-US" altLang="zh-CN" sz="2400" b="1" dirty="0">
                <a:latin typeface="Times New Roman" panose="02020603050405020304" pitchFamily="18" charset="0"/>
                <a:ea typeface="微软雅黑" panose="020B0503020204020204" pitchFamily="34" charset="-122"/>
              </a:rPr>
              <a:t>2.4  </a:t>
            </a:r>
            <a:r>
              <a:rPr lang="zh-CN" altLang="en-US" sz="2400" b="1" dirty="0">
                <a:latin typeface="Times New Roman" panose="02020603050405020304" pitchFamily="18" charset="0"/>
                <a:ea typeface="微软雅黑" panose="020B0503020204020204" pitchFamily="34" charset="-122"/>
              </a:rPr>
              <a:t>基于</a:t>
            </a:r>
            <a:r>
              <a:rPr lang="en-US" altLang="zh-CN" sz="2400" b="1" dirty="0">
                <a:latin typeface="Times New Roman" panose="02020603050405020304" pitchFamily="18" charset="0"/>
                <a:ea typeface="微软雅黑" panose="020B0503020204020204" pitchFamily="34" charset="-122"/>
              </a:rPr>
              <a:t>D-H</a:t>
            </a:r>
            <a:r>
              <a:rPr lang="zh-CN" altLang="en-US" sz="2400" b="1" dirty="0">
                <a:latin typeface="Times New Roman" panose="02020603050405020304" pitchFamily="18" charset="0"/>
                <a:ea typeface="微软雅黑" panose="020B0503020204020204" pitchFamily="34" charset="-122"/>
              </a:rPr>
              <a:t>坐标系的四足机器人运动学建模</a:t>
            </a: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
        <p:nvSpPr>
          <p:cNvPr id="2" name="Rectangle 2">
            <a:extLst>
              <a:ext uri="{FF2B5EF4-FFF2-40B4-BE49-F238E27FC236}">
                <a16:creationId xmlns:a16="http://schemas.microsoft.com/office/drawing/2014/main" id="{E9371298-DCE7-15D8-F983-A7D92EA1DF93}"/>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第</a:t>
            </a:r>
            <a:r>
              <a:rPr lang="en-US" altLang="zh-CN" sz="2800" b="1" dirty="0">
                <a:latin typeface="Times New Roman" pitchFamily="18" charset="0"/>
                <a:ea typeface="华文中宋" pitchFamily="2" charset="-122"/>
              </a:rPr>
              <a:t>2</a:t>
            </a:r>
            <a:r>
              <a:rPr lang="zh-CN" altLang="en-US" sz="2800" b="1" dirty="0">
                <a:latin typeface="Times New Roman" pitchFamily="18" charset="0"/>
                <a:ea typeface="华文中宋" pitchFamily="2" charset="-122"/>
              </a:rPr>
              <a:t>章  四足机器人运动学分析</a:t>
            </a:r>
          </a:p>
        </p:txBody>
      </p:sp>
    </p:spTree>
    <p:extLst>
      <p:ext uri="{BB962C8B-B14F-4D97-AF65-F5344CB8AC3E}">
        <p14:creationId xmlns:p14="http://schemas.microsoft.com/office/powerpoint/2010/main" val="67567897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第</a:t>
            </a:r>
            <a:r>
              <a:rPr lang="en-US" altLang="zh-CN" sz="2800" b="1" dirty="0">
                <a:latin typeface="Times New Roman" pitchFamily="18" charset="0"/>
                <a:ea typeface="华文中宋" pitchFamily="2" charset="-122"/>
              </a:rPr>
              <a:t>2</a:t>
            </a:r>
            <a:r>
              <a:rPr lang="zh-CN" altLang="en-US" sz="2800" b="1" dirty="0">
                <a:latin typeface="Times New Roman" pitchFamily="18" charset="0"/>
                <a:ea typeface="华文中宋" pitchFamily="2" charset="-122"/>
              </a:rPr>
              <a:t>章  四足机器人运动学分析</a:t>
            </a:r>
          </a:p>
        </p:txBody>
      </p:sp>
      <p:sp>
        <p:nvSpPr>
          <p:cNvPr id="3" name="文本框 2">
            <a:extLst>
              <a:ext uri="{FF2B5EF4-FFF2-40B4-BE49-F238E27FC236}">
                <a16:creationId xmlns:a16="http://schemas.microsoft.com/office/drawing/2014/main" id="{579A9485-B020-E4A2-318A-7F556FD87F39}"/>
              </a:ext>
            </a:extLst>
          </p:cNvPr>
          <p:cNvSpPr txBox="1"/>
          <p:nvPr/>
        </p:nvSpPr>
        <p:spPr>
          <a:xfrm>
            <a:off x="549111" y="1189490"/>
            <a:ext cx="11093777" cy="5029390"/>
          </a:xfrm>
          <a:prstGeom prst="rect">
            <a:avLst/>
          </a:prstGeom>
          <a:noFill/>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机器人的运动学用来描述机器人各个坐标系之间的运动关系，是机器人运动控制的基础。要实现机器人的运动控制，首先要在机器人中建立相应的坐标系</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关节坐标系、世界坐标系、躯干坐标系、中间坐标系等</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p>
          <a:p>
            <a:pPr indent="457200" algn="just">
              <a:lnSpc>
                <a:spcPct val="150000"/>
              </a:lnSpc>
            </a:pPr>
            <a:r>
              <a:rPr lang="zh-CN" altLang="en-US" dirty="0">
                <a:latin typeface="微软雅黑" panose="020B0503020204020204" pitchFamily="34" charset="-122"/>
                <a:ea typeface="微软雅黑" panose="020B0503020204020204" pitchFamily="34" charset="-122"/>
              </a:rPr>
              <a:t>机器人的运动学包括正运动学和逆运动学，由机器人关节坐标系的坐标到机器人末端的位置和姿态（位姿）的映射，称为正运动学；反之，由机器人末端的位置和姿态到机器人关节坐标系的坐标的映射，称为逆运动学。机器人的位置控制，就是采用正运动学和逆运动学对机器人末端的运动轨迹进行控制。</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对于四足机器人来说，其运动主要是指机器人躯干相对地面的各种运动，但又都是通过机器人的腿和足的各种运动来实现的。四足机器人在运动时，支撑腿的足与地面相对静止，机器人躯干相对于地面的运动可以视为相对于支撑腿足端的运动。因此，可以将机器人躯干视为基座，将机器人腿视为开链机构，即可用现有机器人运动学分析方法分析和规划机器人支撑足相对躯干的运动关系，其反运动就是机器人躯干相对地面的运动。</a:t>
            </a:r>
          </a:p>
          <a:p>
            <a:pPr indent="457200" algn="just">
              <a:lnSpc>
                <a:spcPct val="150000"/>
              </a:lnSpc>
            </a:pPr>
            <a:r>
              <a:rPr lang="zh-CN" altLang="en-US" dirty="0">
                <a:latin typeface="微软雅黑" panose="020B0503020204020204" pitchFamily="34" charset="-122"/>
                <a:ea typeface="微软雅黑" panose="020B0503020204020204" pitchFamily="34" charset="-122"/>
              </a:rPr>
              <a:t>本章首先介绍机器人运动学基础的基本概念，然后介绍运动学的基本建模方法，最后给出单腿四足机器人的运动学推导过程。</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  </a:t>
            </a:r>
            <a:r>
              <a:rPr lang="zh-CN" altLang="en-US" sz="2800" b="1" dirty="0">
                <a:latin typeface="Times New Roman" pitchFamily="18" charset="0"/>
                <a:ea typeface="华文中宋" pitchFamily="2" charset="-122"/>
              </a:rPr>
              <a:t>机器人运动学基础</a:t>
            </a:r>
          </a:p>
        </p:txBody>
      </p:sp>
      <p:sp>
        <p:nvSpPr>
          <p:cNvPr id="3" name="文本框 2">
            <a:extLst>
              <a:ext uri="{FF2B5EF4-FFF2-40B4-BE49-F238E27FC236}">
                <a16:creationId xmlns:a16="http://schemas.microsoft.com/office/drawing/2014/main" id="{E5A2CFAE-23B6-4CEE-DEBD-794D8ADF39A8}"/>
              </a:ext>
            </a:extLst>
          </p:cNvPr>
          <p:cNvSpPr txBox="1"/>
          <p:nvPr/>
        </p:nvSpPr>
        <p:spPr>
          <a:xfrm>
            <a:off x="787138" y="1114796"/>
            <a:ext cx="10617723" cy="1705403"/>
          </a:xfrm>
          <a:prstGeom prst="rect">
            <a:avLst/>
          </a:prstGeom>
          <a:noFill/>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机器人一般由数个驱动器驱动的转动或移动关节串联而成，机器人的运动学问题常用机器人末端执行器相对于固定参考坐标系的空间进行描述，即研究机器人手臂末端执行器位姿与关节变量空间之间的关系。在机器人的运动学推导过程中，一般用齐次变换方法，下面首先给出齐次坐标和齐次变换的相关概念。齐次坐标包含点的齐次坐标和平面的齐次坐标。</a:t>
            </a:r>
          </a:p>
        </p:txBody>
      </p:sp>
    </p:spTree>
    <p:extLst>
      <p:ext uri="{BB962C8B-B14F-4D97-AF65-F5344CB8AC3E}">
        <p14:creationId xmlns:p14="http://schemas.microsoft.com/office/powerpoint/2010/main" val="789658244"/>
      </p:ext>
    </p:extLst>
  </p:cSld>
  <p:clrMapOvr>
    <a:masterClrMapping/>
  </p:clrMapOvr>
  <p:transition advTm="18857"/>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2.1.1  </a:t>
            </a:r>
            <a:r>
              <a:rPr lang="zh-CN" altLang="en-US" sz="2800" b="1" dirty="0">
                <a:latin typeface="Times New Roman" pitchFamily="18" charset="0"/>
                <a:ea typeface="华文中宋" pitchFamily="2" charset="-122"/>
              </a:rPr>
              <a:t>点的齐次坐标</a:t>
            </a:r>
          </a:p>
        </p:txBody>
      </p:sp>
      <p:graphicFrame>
        <p:nvGraphicFramePr>
          <p:cNvPr id="4" name="对象 3">
            <a:extLst>
              <a:ext uri="{FF2B5EF4-FFF2-40B4-BE49-F238E27FC236}">
                <a16:creationId xmlns:a16="http://schemas.microsoft.com/office/drawing/2014/main" id="{28B0D253-1B3C-D668-80C5-87C7D6962C22}"/>
              </a:ext>
            </a:extLst>
          </p:cNvPr>
          <p:cNvGraphicFramePr>
            <a:graphicFrameLocks noChangeAspect="1"/>
          </p:cNvGraphicFramePr>
          <p:nvPr>
            <p:extLst>
              <p:ext uri="{D42A27DB-BD31-4B8C-83A1-F6EECF244321}">
                <p14:modId xmlns:p14="http://schemas.microsoft.com/office/powerpoint/2010/main" val="2584117370"/>
              </p:ext>
            </p:extLst>
          </p:nvPr>
        </p:nvGraphicFramePr>
        <p:xfrm>
          <a:off x="5574836" y="1158041"/>
          <a:ext cx="512433" cy="298450"/>
        </p:xfrm>
        <a:graphic>
          <a:graphicData uri="http://schemas.openxmlformats.org/presentationml/2006/ole">
            <mc:AlternateContent xmlns:mc="http://schemas.openxmlformats.org/markup-compatibility/2006">
              <mc:Choice xmlns:v="urn:schemas-microsoft-com:vml" Requires="v">
                <p:oleObj name="Equation" r:id="rId3" imgW="291847" imgH="164957" progId="Equation.DSMT4">
                  <p:embed/>
                </p:oleObj>
              </mc:Choice>
              <mc:Fallback>
                <p:oleObj name="Equation" r:id="rId3" imgW="291847" imgH="164957"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4836" y="1158041"/>
                        <a:ext cx="512433" cy="298450"/>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7D1B9A29-384B-DB24-A9AC-0E31B40C7E85}"/>
              </a:ext>
            </a:extLst>
          </p:cNvPr>
          <p:cNvGraphicFramePr>
            <a:graphicFrameLocks noChangeAspect="1"/>
          </p:cNvGraphicFramePr>
          <p:nvPr>
            <p:extLst>
              <p:ext uri="{D42A27DB-BD31-4B8C-83A1-F6EECF244321}">
                <p14:modId xmlns:p14="http://schemas.microsoft.com/office/powerpoint/2010/main" val="1790241085"/>
              </p:ext>
            </p:extLst>
          </p:nvPr>
        </p:nvGraphicFramePr>
        <p:xfrm>
          <a:off x="10105533" y="1158041"/>
          <a:ext cx="245097" cy="279138"/>
        </p:xfrm>
        <a:graphic>
          <a:graphicData uri="http://schemas.openxmlformats.org/presentationml/2006/ole">
            <mc:AlternateContent xmlns:mc="http://schemas.openxmlformats.org/markup-compatibility/2006">
              <mc:Choice xmlns:v="urn:schemas-microsoft-com:vml" Requires="v">
                <p:oleObj name="Equation" r:id="rId5" imgW="114102" imgH="126780" progId="Equation.DSMT4">
                  <p:embed/>
                </p:oleObj>
              </mc:Choice>
              <mc:Fallback>
                <p:oleObj name="Equation" r:id="rId5" imgW="114102" imgH="12678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05533" y="1158041"/>
                        <a:ext cx="245097" cy="279138"/>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B5652CCB-93E7-91E3-A527-B0CCCFC571AC}"/>
              </a:ext>
            </a:extLst>
          </p:cNvPr>
          <p:cNvSpPr>
            <a:spLocks noChangeArrowheads="1"/>
          </p:cNvSpPr>
          <p:nvPr/>
        </p:nvSpPr>
        <p:spPr bwMode="auto">
          <a:xfrm>
            <a:off x="916666" y="1016648"/>
            <a:ext cx="1013381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0000" algn="just" defTabSz="914400" rtl="0" eaLnBrk="0" fontAlgn="base" latinLnBrk="0" hangingPunct="0">
              <a:lnSpc>
                <a:spcPct val="150000"/>
              </a:lnSpc>
              <a:spcBef>
                <a:spcPct val="0"/>
              </a:spcBef>
              <a:spcAft>
                <a:spcPct val="0"/>
              </a:spcAft>
              <a:buClrTx/>
              <a:buSzTx/>
              <a:buFontTx/>
              <a:buNone/>
              <a:tabLst/>
            </a:pP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一般来说</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维空间的齐次坐标表示一个</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维空间</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实体。</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有一个特定的投影附加于       </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维空间</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，也可以把它视为一个附加于每个矢量的特定坐标比例系数。一般可表示为</a:t>
            </a:r>
          </a:p>
          <a:p>
            <a:pPr marL="0" marR="0" lvl="0" indent="269875"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8" name="对象 17">
            <a:extLst>
              <a:ext uri="{FF2B5EF4-FFF2-40B4-BE49-F238E27FC236}">
                <a16:creationId xmlns:a16="http://schemas.microsoft.com/office/drawing/2014/main" id="{AD3D3A37-2C5B-62C3-F53E-3E650E380C9E}"/>
              </a:ext>
            </a:extLst>
          </p:cNvPr>
          <p:cNvGraphicFramePr>
            <a:graphicFrameLocks noChangeAspect="1"/>
          </p:cNvGraphicFramePr>
          <p:nvPr>
            <p:extLst>
              <p:ext uri="{D42A27DB-BD31-4B8C-83A1-F6EECF244321}">
                <p14:modId xmlns:p14="http://schemas.microsoft.com/office/powerpoint/2010/main" val="845960801"/>
              </p:ext>
            </p:extLst>
          </p:nvPr>
        </p:nvGraphicFramePr>
        <p:xfrm>
          <a:off x="2550931" y="1158041"/>
          <a:ext cx="277109" cy="307899"/>
        </p:xfrm>
        <a:graphic>
          <a:graphicData uri="http://schemas.openxmlformats.org/presentationml/2006/ole">
            <mc:AlternateContent xmlns:mc="http://schemas.openxmlformats.org/markup-compatibility/2006">
              <mc:Choice xmlns:v="urn:schemas-microsoft-com:vml" Requires="v">
                <p:oleObj name="Equation" r:id="rId7" imgW="114120" imgH="126720" progId="Equation.DSMT4">
                  <p:embed/>
                </p:oleObj>
              </mc:Choice>
              <mc:Fallback>
                <p:oleObj name="Equation" r:id="rId7" imgW="114120" imgH="126720" progId="Equation.DSMT4">
                  <p:embed/>
                  <p:pic>
                    <p:nvPicPr>
                      <p:cNvPr id="0" name=""/>
                      <p:cNvPicPr/>
                      <p:nvPr/>
                    </p:nvPicPr>
                    <p:blipFill>
                      <a:blip r:embed="rId8"/>
                      <a:stretch>
                        <a:fillRect/>
                      </a:stretch>
                    </p:blipFill>
                    <p:spPr>
                      <a:xfrm>
                        <a:off x="2550931" y="1158041"/>
                        <a:ext cx="277109" cy="307899"/>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8F7D1E69-A8AC-30CF-0A12-EAF3AF26D960}"/>
              </a:ext>
            </a:extLst>
          </p:cNvPr>
          <p:cNvGraphicFramePr>
            <a:graphicFrameLocks noChangeAspect="1"/>
          </p:cNvGraphicFramePr>
          <p:nvPr>
            <p:extLst>
              <p:ext uri="{D42A27DB-BD31-4B8C-83A1-F6EECF244321}">
                <p14:modId xmlns:p14="http://schemas.microsoft.com/office/powerpoint/2010/main" val="2643093708"/>
              </p:ext>
            </p:extLst>
          </p:nvPr>
        </p:nvGraphicFramePr>
        <p:xfrm>
          <a:off x="4887412" y="1948092"/>
          <a:ext cx="1887279" cy="410278"/>
        </p:xfrm>
        <a:graphic>
          <a:graphicData uri="http://schemas.openxmlformats.org/presentationml/2006/ole">
            <mc:AlternateContent xmlns:mc="http://schemas.openxmlformats.org/markup-compatibility/2006">
              <mc:Choice xmlns:v="urn:schemas-microsoft-com:vml" Requires="v">
                <p:oleObj name="Equation" r:id="rId9" imgW="876240" imgH="190440" progId="Equation.DSMT4">
                  <p:embed/>
                </p:oleObj>
              </mc:Choice>
              <mc:Fallback>
                <p:oleObj name="Equation" r:id="rId9" imgW="876240" imgH="190440" progId="Equation.DSMT4">
                  <p:embed/>
                  <p:pic>
                    <p:nvPicPr>
                      <p:cNvPr id="0" name=""/>
                      <p:cNvPicPr/>
                      <p:nvPr/>
                    </p:nvPicPr>
                    <p:blipFill>
                      <a:blip r:embed="rId10"/>
                      <a:stretch>
                        <a:fillRect/>
                      </a:stretch>
                    </p:blipFill>
                    <p:spPr>
                      <a:xfrm>
                        <a:off x="4887412" y="1948092"/>
                        <a:ext cx="1887279" cy="410278"/>
                      </a:xfrm>
                      <a:prstGeom prst="rect">
                        <a:avLst/>
                      </a:prstGeom>
                    </p:spPr>
                  </p:pic>
                </p:oleObj>
              </mc:Fallback>
            </mc:AlternateContent>
          </a:graphicData>
        </a:graphic>
      </p:graphicFrame>
      <p:grpSp>
        <p:nvGrpSpPr>
          <p:cNvPr id="25" name="组合 24">
            <a:extLst>
              <a:ext uri="{FF2B5EF4-FFF2-40B4-BE49-F238E27FC236}">
                <a16:creationId xmlns:a16="http://schemas.microsoft.com/office/drawing/2014/main" id="{131C3F29-0BC0-B1B8-2E9F-4A2AA78F6C89}"/>
              </a:ext>
            </a:extLst>
          </p:cNvPr>
          <p:cNvGrpSpPr/>
          <p:nvPr/>
        </p:nvGrpSpPr>
        <p:grpSpPr>
          <a:xfrm>
            <a:off x="916666" y="2397383"/>
            <a:ext cx="10781998" cy="2120903"/>
            <a:chOff x="916666" y="2779088"/>
            <a:chExt cx="10781998" cy="2120903"/>
          </a:xfrm>
        </p:grpSpPr>
        <p:sp>
          <p:nvSpPr>
            <p:cNvPr id="22" name="文本框 21">
              <a:extLst>
                <a:ext uri="{FF2B5EF4-FFF2-40B4-BE49-F238E27FC236}">
                  <a16:creationId xmlns:a16="http://schemas.microsoft.com/office/drawing/2014/main" id="{3FF6E8D8-6490-96C7-A0E6-58BE1C3D467A}"/>
                </a:ext>
              </a:extLst>
            </p:cNvPr>
            <p:cNvSpPr txBox="1"/>
            <p:nvPr/>
          </p:nvSpPr>
          <p:spPr>
            <a:xfrm>
              <a:off x="916666" y="2779089"/>
              <a:ext cx="10781998" cy="2120902"/>
            </a:xfrm>
            <a:prstGeom prst="rect">
              <a:avLst/>
            </a:prstGeom>
            <a:noFill/>
          </p:spPr>
          <p:txBody>
            <a:bodyPr wrap="square">
              <a:spAutoFit/>
            </a:bodyPr>
            <a:lstStyle/>
            <a:p>
              <a:pPr algn="just">
                <a:lnSpc>
                  <a:spcPct val="150000"/>
                </a:lnSpc>
              </a:pPr>
              <a:r>
                <a:rPr lang="zh-CN"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式中，</a:t>
              </a:r>
              <a:r>
                <a:rPr lang="en-US"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0" dirty="0">
                  <a:effectLst/>
                  <a:latin typeface="微软雅黑" panose="020B0503020204020204" pitchFamily="34" charset="-122"/>
                  <a:ea typeface="微软雅黑" panose="020B0503020204020204" pitchFamily="34" charset="-122"/>
                  <a:cs typeface="Times New Roman" panose="02020603050405020304" pitchFamily="18" charset="0"/>
                </a:rPr>
                <a:t>为     ，    ，   轴上的坐标矢量           ，          ，           。其中，   为比例系数。显然，与</a:t>
              </a:r>
              <a:r>
                <a:rPr lang="en-US"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kern="1000" dirty="0">
                  <a:effectLst/>
                  <a:latin typeface="微软雅黑" panose="020B0503020204020204" pitchFamily="34" charset="-122"/>
                  <a:ea typeface="微软雅黑" panose="020B0503020204020204" pitchFamily="34" charset="-122"/>
                  <a:cs typeface="Times New Roman" panose="02020603050405020304" pitchFamily="18" charset="0"/>
                </a:rPr>
                <a:t>维直角坐标系的表示不同，齐次坐标表达结果不唯一，其取值随      取值的不同而不同，但    点在空间的位置不变。在计算机图形学中，   作为通用比例系数，可取任意正值，但在机器人的运动学分析中，一般              。若空间中一点     的直角坐标为</a:t>
              </a: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23" name="对象 22">
              <a:extLst>
                <a:ext uri="{FF2B5EF4-FFF2-40B4-BE49-F238E27FC236}">
                  <a16:creationId xmlns:a16="http://schemas.microsoft.com/office/drawing/2014/main" id="{4D493AB3-394C-2832-C40F-1E2F7420AA95}"/>
                </a:ext>
              </a:extLst>
            </p:cNvPr>
            <p:cNvGraphicFramePr>
              <a:graphicFrameLocks noChangeAspect="1"/>
            </p:cNvGraphicFramePr>
            <p:nvPr>
              <p:extLst>
                <p:ext uri="{D42A27DB-BD31-4B8C-83A1-F6EECF244321}">
                  <p14:modId xmlns:p14="http://schemas.microsoft.com/office/powerpoint/2010/main" val="2378640544"/>
                </p:ext>
              </p:extLst>
            </p:nvPr>
          </p:nvGraphicFramePr>
          <p:xfrm>
            <a:off x="6087269" y="2779088"/>
            <a:ext cx="558628" cy="539365"/>
          </p:xfrm>
          <a:graphic>
            <a:graphicData uri="http://schemas.openxmlformats.org/presentationml/2006/ole">
              <mc:AlternateContent xmlns:mc="http://schemas.openxmlformats.org/markup-compatibility/2006">
                <mc:Choice xmlns:v="urn:schemas-microsoft-com:vml" Requires="v">
                  <p:oleObj name="Equation" r:id="rId11" imgW="368280" imgH="355320" progId="Equation.DSMT4">
                    <p:embed/>
                  </p:oleObj>
                </mc:Choice>
                <mc:Fallback>
                  <p:oleObj name="Equation" r:id="rId11" imgW="368280" imgH="355320" progId="Equation.DSMT4">
                    <p:embed/>
                    <p:pic>
                      <p:nvPicPr>
                        <p:cNvPr id="0" name=""/>
                        <p:cNvPicPr/>
                        <p:nvPr/>
                      </p:nvPicPr>
                      <p:blipFill>
                        <a:blip r:embed="rId12"/>
                        <a:stretch>
                          <a:fillRect/>
                        </a:stretch>
                      </p:blipFill>
                      <p:spPr>
                        <a:xfrm>
                          <a:off x="6087269" y="2779088"/>
                          <a:ext cx="558628" cy="539365"/>
                        </a:xfrm>
                        <a:prstGeom prst="rect">
                          <a:avLst/>
                        </a:prstGeom>
                      </p:spPr>
                    </p:pic>
                  </p:oleObj>
                </mc:Fallback>
              </mc:AlternateContent>
            </a:graphicData>
          </a:graphic>
        </p:graphicFrame>
      </p:grpSp>
      <p:graphicFrame>
        <p:nvGraphicFramePr>
          <p:cNvPr id="26" name="对象 25">
            <a:extLst>
              <a:ext uri="{FF2B5EF4-FFF2-40B4-BE49-F238E27FC236}">
                <a16:creationId xmlns:a16="http://schemas.microsoft.com/office/drawing/2014/main" id="{5FC67ABD-FB90-5593-617B-15E9FC8DE696}"/>
              </a:ext>
            </a:extLst>
          </p:cNvPr>
          <p:cNvGraphicFramePr>
            <a:graphicFrameLocks noChangeAspect="1"/>
          </p:cNvGraphicFramePr>
          <p:nvPr>
            <p:extLst>
              <p:ext uri="{D42A27DB-BD31-4B8C-83A1-F6EECF244321}">
                <p14:modId xmlns:p14="http://schemas.microsoft.com/office/powerpoint/2010/main" val="1889375521"/>
              </p:ext>
            </p:extLst>
          </p:nvPr>
        </p:nvGraphicFramePr>
        <p:xfrm>
          <a:off x="2572031" y="2524944"/>
          <a:ext cx="256009" cy="333087"/>
        </p:xfrm>
        <a:graphic>
          <a:graphicData uri="http://schemas.openxmlformats.org/presentationml/2006/ole">
            <mc:AlternateContent xmlns:mc="http://schemas.openxmlformats.org/markup-compatibility/2006">
              <mc:Choice xmlns:v="urn:schemas-microsoft-com:vml" Requires="v">
                <p:oleObj name="Equation" r:id="rId13" imgW="126720" imgH="164880" progId="Equation.DSMT4">
                  <p:embed/>
                </p:oleObj>
              </mc:Choice>
              <mc:Fallback>
                <p:oleObj name="Equation" r:id="rId13" imgW="126720" imgH="164880" progId="Equation.DSMT4">
                  <p:embed/>
                  <p:pic>
                    <p:nvPicPr>
                      <p:cNvPr id="0" name=""/>
                      <p:cNvPicPr/>
                      <p:nvPr/>
                    </p:nvPicPr>
                    <p:blipFill>
                      <a:blip r:embed="rId14"/>
                      <a:stretch>
                        <a:fillRect/>
                      </a:stretch>
                    </p:blipFill>
                    <p:spPr>
                      <a:xfrm>
                        <a:off x="2572031" y="2524944"/>
                        <a:ext cx="256009" cy="333087"/>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B3A5E3B9-6E2E-05B5-A4ED-55A8C7A20622}"/>
              </a:ext>
            </a:extLst>
          </p:cNvPr>
          <p:cNvGraphicFramePr>
            <a:graphicFrameLocks noChangeAspect="1"/>
          </p:cNvGraphicFramePr>
          <p:nvPr>
            <p:extLst>
              <p:ext uri="{D42A27DB-BD31-4B8C-83A1-F6EECF244321}">
                <p14:modId xmlns:p14="http://schemas.microsoft.com/office/powerpoint/2010/main" val="1102888850"/>
              </p:ext>
            </p:extLst>
          </p:nvPr>
        </p:nvGraphicFramePr>
        <p:xfrm>
          <a:off x="2118937" y="2521705"/>
          <a:ext cx="230188" cy="384175"/>
        </p:xfrm>
        <a:graphic>
          <a:graphicData uri="http://schemas.openxmlformats.org/presentationml/2006/ole">
            <mc:AlternateContent xmlns:mc="http://schemas.openxmlformats.org/markup-compatibility/2006">
              <mc:Choice xmlns:v="urn:schemas-microsoft-com:vml" Requires="v">
                <p:oleObj name="Equation" r:id="rId15" imgW="114120" imgH="190440" progId="Equation.DSMT4">
                  <p:embed/>
                </p:oleObj>
              </mc:Choice>
              <mc:Fallback>
                <p:oleObj name="Equation" r:id="rId15" imgW="114120" imgH="190440" progId="Equation.DSMT4">
                  <p:embed/>
                  <p:pic>
                    <p:nvPicPr>
                      <p:cNvPr id="0" name=""/>
                      <p:cNvPicPr/>
                      <p:nvPr/>
                    </p:nvPicPr>
                    <p:blipFill>
                      <a:blip r:embed="rId16"/>
                      <a:stretch>
                        <a:fillRect/>
                      </a:stretch>
                    </p:blipFill>
                    <p:spPr>
                      <a:xfrm>
                        <a:off x="2118937" y="2521705"/>
                        <a:ext cx="230188" cy="384175"/>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91523D79-6FF2-FEFA-7F32-59DE9A75CF27}"/>
              </a:ext>
            </a:extLst>
          </p:cNvPr>
          <p:cNvGraphicFramePr>
            <a:graphicFrameLocks noChangeAspect="1"/>
          </p:cNvGraphicFramePr>
          <p:nvPr>
            <p:extLst>
              <p:ext uri="{D42A27DB-BD31-4B8C-83A1-F6EECF244321}">
                <p14:modId xmlns:p14="http://schemas.microsoft.com/office/powerpoint/2010/main" val="2345184189"/>
              </p:ext>
            </p:extLst>
          </p:nvPr>
        </p:nvGraphicFramePr>
        <p:xfrm>
          <a:off x="1677512" y="2517806"/>
          <a:ext cx="179355" cy="333087"/>
        </p:xfrm>
        <a:graphic>
          <a:graphicData uri="http://schemas.openxmlformats.org/presentationml/2006/ole">
            <mc:AlternateContent xmlns:mc="http://schemas.openxmlformats.org/markup-compatibility/2006">
              <mc:Choice xmlns:v="urn:schemas-microsoft-com:vml" Requires="v">
                <p:oleObj name="Equation" r:id="rId17" imgW="88560" imgH="164880" progId="Equation.DSMT4">
                  <p:embed/>
                </p:oleObj>
              </mc:Choice>
              <mc:Fallback>
                <p:oleObj name="Equation" r:id="rId17" imgW="88560" imgH="164880" progId="Equation.DSMT4">
                  <p:embed/>
                  <p:pic>
                    <p:nvPicPr>
                      <p:cNvPr id="0" name=""/>
                      <p:cNvPicPr/>
                      <p:nvPr/>
                    </p:nvPicPr>
                    <p:blipFill>
                      <a:blip r:embed="rId18"/>
                      <a:stretch>
                        <a:fillRect/>
                      </a:stretch>
                    </p:blipFill>
                    <p:spPr>
                      <a:xfrm>
                        <a:off x="1677512" y="2517806"/>
                        <a:ext cx="179355" cy="333087"/>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084BECFA-7863-2995-80B7-DB49FF66D131}"/>
              </a:ext>
            </a:extLst>
          </p:cNvPr>
          <p:cNvGraphicFramePr>
            <a:graphicFrameLocks noChangeAspect="1"/>
          </p:cNvGraphicFramePr>
          <p:nvPr>
            <p:extLst>
              <p:ext uri="{D42A27DB-BD31-4B8C-83A1-F6EECF244321}">
                <p14:modId xmlns:p14="http://schemas.microsoft.com/office/powerpoint/2010/main" val="3570785180"/>
              </p:ext>
            </p:extLst>
          </p:nvPr>
        </p:nvGraphicFramePr>
        <p:xfrm>
          <a:off x="3225800" y="2587625"/>
          <a:ext cx="229900" cy="229900"/>
        </p:xfrm>
        <a:graphic>
          <a:graphicData uri="http://schemas.openxmlformats.org/presentationml/2006/ole">
            <mc:AlternateContent xmlns:mc="http://schemas.openxmlformats.org/markup-compatibility/2006">
              <mc:Choice xmlns:v="urn:schemas-microsoft-com:vml" Requires="v">
                <p:oleObj name="Equation" r:id="rId19" imgW="126720" imgH="126720" progId="Equation.DSMT4">
                  <p:embed/>
                </p:oleObj>
              </mc:Choice>
              <mc:Fallback>
                <p:oleObj name="Equation" r:id="rId19" imgW="126720" imgH="126720" progId="Equation.DSMT4">
                  <p:embed/>
                  <p:pic>
                    <p:nvPicPr>
                      <p:cNvPr id="0" name=""/>
                      <p:cNvPicPr/>
                      <p:nvPr/>
                    </p:nvPicPr>
                    <p:blipFill>
                      <a:blip r:embed="rId20"/>
                      <a:stretch>
                        <a:fillRect/>
                      </a:stretch>
                    </p:blipFill>
                    <p:spPr>
                      <a:xfrm>
                        <a:off x="3225800" y="2587625"/>
                        <a:ext cx="229900" cy="229900"/>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4D052B9D-D54C-F293-64DB-6453AB648151}"/>
              </a:ext>
            </a:extLst>
          </p:cNvPr>
          <p:cNvGraphicFramePr>
            <a:graphicFrameLocks noChangeAspect="1"/>
          </p:cNvGraphicFramePr>
          <p:nvPr>
            <p:extLst>
              <p:ext uri="{D42A27DB-BD31-4B8C-83A1-F6EECF244321}">
                <p14:modId xmlns:p14="http://schemas.microsoft.com/office/powerpoint/2010/main" val="1013597921"/>
              </p:ext>
            </p:extLst>
          </p:nvPr>
        </p:nvGraphicFramePr>
        <p:xfrm>
          <a:off x="3641724" y="2574925"/>
          <a:ext cx="211735" cy="254082"/>
        </p:xfrm>
        <a:graphic>
          <a:graphicData uri="http://schemas.openxmlformats.org/presentationml/2006/ole">
            <mc:AlternateContent xmlns:mc="http://schemas.openxmlformats.org/markup-compatibility/2006">
              <mc:Choice xmlns:v="urn:schemas-microsoft-com:vml" Requires="v">
                <p:oleObj name="Equation" r:id="rId21" imgW="126720" imgH="152280" progId="Equation.DSMT4">
                  <p:embed/>
                </p:oleObj>
              </mc:Choice>
              <mc:Fallback>
                <p:oleObj name="Equation" r:id="rId21" imgW="126720" imgH="152280" progId="Equation.DSMT4">
                  <p:embed/>
                  <p:pic>
                    <p:nvPicPr>
                      <p:cNvPr id="0" name=""/>
                      <p:cNvPicPr/>
                      <p:nvPr/>
                    </p:nvPicPr>
                    <p:blipFill>
                      <a:blip r:embed="rId22"/>
                      <a:stretch>
                        <a:fillRect/>
                      </a:stretch>
                    </p:blipFill>
                    <p:spPr>
                      <a:xfrm>
                        <a:off x="3641724" y="2574925"/>
                        <a:ext cx="211735" cy="254082"/>
                      </a:xfrm>
                      <a:prstGeom prst="rect">
                        <a:avLst/>
                      </a:prstGeom>
                    </p:spPr>
                  </p:pic>
                </p:oleObj>
              </mc:Fallback>
            </mc:AlternateContent>
          </a:graphicData>
        </a:graphic>
      </p:graphicFrame>
      <p:graphicFrame>
        <p:nvGraphicFramePr>
          <p:cNvPr id="31" name="对象 30">
            <a:extLst>
              <a:ext uri="{FF2B5EF4-FFF2-40B4-BE49-F238E27FC236}">
                <a16:creationId xmlns:a16="http://schemas.microsoft.com/office/drawing/2014/main" id="{1566895E-12DB-C7D5-7357-A7A6171A10AF}"/>
              </a:ext>
            </a:extLst>
          </p:cNvPr>
          <p:cNvGraphicFramePr>
            <a:graphicFrameLocks noChangeAspect="1"/>
          </p:cNvGraphicFramePr>
          <p:nvPr>
            <p:extLst>
              <p:ext uri="{D42A27DB-BD31-4B8C-83A1-F6EECF244321}">
                <p14:modId xmlns:p14="http://schemas.microsoft.com/office/powerpoint/2010/main" val="3209768333"/>
              </p:ext>
            </p:extLst>
          </p:nvPr>
        </p:nvGraphicFramePr>
        <p:xfrm>
          <a:off x="4136853" y="2573348"/>
          <a:ext cx="211734" cy="235260"/>
        </p:xfrm>
        <a:graphic>
          <a:graphicData uri="http://schemas.openxmlformats.org/presentationml/2006/ole">
            <mc:AlternateContent xmlns:mc="http://schemas.openxmlformats.org/markup-compatibility/2006">
              <mc:Choice xmlns:v="urn:schemas-microsoft-com:vml" Requires="v">
                <p:oleObj name="Equation" r:id="rId23" imgW="114120" imgH="126720" progId="Equation.DSMT4">
                  <p:embed/>
                </p:oleObj>
              </mc:Choice>
              <mc:Fallback>
                <p:oleObj name="Equation" r:id="rId23" imgW="114120" imgH="126720" progId="Equation.DSMT4">
                  <p:embed/>
                  <p:pic>
                    <p:nvPicPr>
                      <p:cNvPr id="0" name=""/>
                      <p:cNvPicPr/>
                      <p:nvPr/>
                    </p:nvPicPr>
                    <p:blipFill>
                      <a:blip r:embed="rId24"/>
                      <a:stretch>
                        <a:fillRect/>
                      </a:stretch>
                    </p:blipFill>
                    <p:spPr>
                      <a:xfrm>
                        <a:off x="4136853" y="2573348"/>
                        <a:ext cx="211734" cy="235260"/>
                      </a:xfrm>
                      <a:prstGeom prst="rect">
                        <a:avLst/>
                      </a:prstGeom>
                    </p:spPr>
                  </p:pic>
                </p:oleObj>
              </mc:Fallback>
            </mc:AlternateContent>
          </a:graphicData>
        </a:graphic>
      </p:graphicFrame>
      <p:graphicFrame>
        <p:nvGraphicFramePr>
          <p:cNvPr id="32" name="对象 31">
            <a:extLst>
              <a:ext uri="{FF2B5EF4-FFF2-40B4-BE49-F238E27FC236}">
                <a16:creationId xmlns:a16="http://schemas.microsoft.com/office/drawing/2014/main" id="{A7E1E130-0D2D-EDA7-C238-D7C2DC82263F}"/>
              </a:ext>
            </a:extLst>
          </p:cNvPr>
          <p:cNvGraphicFramePr>
            <a:graphicFrameLocks noChangeAspect="1"/>
          </p:cNvGraphicFramePr>
          <p:nvPr>
            <p:extLst>
              <p:ext uri="{D42A27DB-BD31-4B8C-83A1-F6EECF244321}">
                <p14:modId xmlns:p14="http://schemas.microsoft.com/office/powerpoint/2010/main" val="3952763606"/>
              </p:ext>
            </p:extLst>
          </p:nvPr>
        </p:nvGraphicFramePr>
        <p:xfrm>
          <a:off x="6961101" y="2379830"/>
          <a:ext cx="558627" cy="558627"/>
        </p:xfrm>
        <a:graphic>
          <a:graphicData uri="http://schemas.openxmlformats.org/presentationml/2006/ole">
            <mc:AlternateContent xmlns:mc="http://schemas.openxmlformats.org/markup-compatibility/2006">
              <mc:Choice xmlns:v="urn:schemas-microsoft-com:vml" Requires="v">
                <p:oleObj name="Equation" r:id="rId25" imgW="355320" imgH="355320" progId="Equation.DSMT4">
                  <p:embed/>
                </p:oleObj>
              </mc:Choice>
              <mc:Fallback>
                <p:oleObj name="Equation" r:id="rId25" imgW="355320" imgH="355320" progId="Equation.DSMT4">
                  <p:embed/>
                  <p:pic>
                    <p:nvPicPr>
                      <p:cNvPr id="0" name=""/>
                      <p:cNvPicPr/>
                      <p:nvPr/>
                    </p:nvPicPr>
                    <p:blipFill>
                      <a:blip r:embed="rId26"/>
                      <a:stretch>
                        <a:fillRect/>
                      </a:stretch>
                    </p:blipFill>
                    <p:spPr>
                      <a:xfrm>
                        <a:off x="6961101" y="2379830"/>
                        <a:ext cx="558627" cy="558627"/>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11E11BDA-793D-DC04-CEEC-FCF5BC093362}"/>
              </a:ext>
            </a:extLst>
          </p:cNvPr>
          <p:cNvGraphicFramePr>
            <a:graphicFrameLocks noChangeAspect="1"/>
          </p:cNvGraphicFramePr>
          <p:nvPr>
            <p:extLst>
              <p:ext uri="{D42A27DB-BD31-4B8C-83A1-F6EECF244321}">
                <p14:modId xmlns:p14="http://schemas.microsoft.com/office/powerpoint/2010/main" val="2829491190"/>
              </p:ext>
            </p:extLst>
          </p:nvPr>
        </p:nvGraphicFramePr>
        <p:xfrm>
          <a:off x="7901302" y="2340205"/>
          <a:ext cx="563386" cy="563386"/>
        </p:xfrm>
        <a:graphic>
          <a:graphicData uri="http://schemas.openxmlformats.org/presentationml/2006/ole">
            <mc:AlternateContent xmlns:mc="http://schemas.openxmlformats.org/markup-compatibility/2006">
              <mc:Choice xmlns:v="urn:schemas-microsoft-com:vml" Requires="v">
                <p:oleObj name="Equation" r:id="rId27" imgW="355320" imgH="355320" progId="Equation.DSMT4">
                  <p:embed/>
                </p:oleObj>
              </mc:Choice>
              <mc:Fallback>
                <p:oleObj name="Equation" r:id="rId27" imgW="355320" imgH="355320" progId="Equation.DSMT4">
                  <p:embed/>
                  <p:pic>
                    <p:nvPicPr>
                      <p:cNvPr id="0" name=""/>
                      <p:cNvPicPr/>
                      <p:nvPr/>
                    </p:nvPicPr>
                    <p:blipFill>
                      <a:blip r:embed="rId28"/>
                      <a:stretch>
                        <a:fillRect/>
                      </a:stretch>
                    </p:blipFill>
                    <p:spPr>
                      <a:xfrm>
                        <a:off x="7901302" y="2340205"/>
                        <a:ext cx="563386" cy="563386"/>
                      </a:xfrm>
                      <a:prstGeom prst="rect">
                        <a:avLst/>
                      </a:prstGeom>
                    </p:spPr>
                  </p:pic>
                </p:oleObj>
              </mc:Fallback>
            </mc:AlternateContent>
          </a:graphicData>
        </a:graphic>
      </p:graphicFrame>
      <p:graphicFrame>
        <p:nvGraphicFramePr>
          <p:cNvPr id="34" name="对象 33">
            <a:extLst>
              <a:ext uri="{FF2B5EF4-FFF2-40B4-BE49-F238E27FC236}">
                <a16:creationId xmlns:a16="http://schemas.microsoft.com/office/drawing/2014/main" id="{21BED987-69E6-C381-6B04-F6015C0FCF0A}"/>
              </a:ext>
            </a:extLst>
          </p:cNvPr>
          <p:cNvGraphicFramePr>
            <a:graphicFrameLocks noChangeAspect="1"/>
          </p:cNvGraphicFramePr>
          <p:nvPr>
            <p:extLst>
              <p:ext uri="{D42A27DB-BD31-4B8C-83A1-F6EECF244321}">
                <p14:modId xmlns:p14="http://schemas.microsoft.com/office/powerpoint/2010/main" val="2669191020"/>
              </p:ext>
            </p:extLst>
          </p:nvPr>
        </p:nvGraphicFramePr>
        <p:xfrm>
          <a:off x="9480269" y="2592699"/>
          <a:ext cx="267046" cy="242769"/>
        </p:xfrm>
        <a:graphic>
          <a:graphicData uri="http://schemas.openxmlformats.org/presentationml/2006/ole">
            <mc:AlternateContent xmlns:mc="http://schemas.openxmlformats.org/markup-compatibility/2006">
              <mc:Choice xmlns:v="urn:schemas-microsoft-com:vml" Requires="v">
                <p:oleObj name="Equation" r:id="rId29" imgW="139680" imgH="126720" progId="Equation.DSMT4">
                  <p:embed/>
                </p:oleObj>
              </mc:Choice>
              <mc:Fallback>
                <p:oleObj name="Equation" r:id="rId29" imgW="139680" imgH="126720" progId="Equation.DSMT4">
                  <p:embed/>
                  <p:pic>
                    <p:nvPicPr>
                      <p:cNvPr id="0" name=""/>
                      <p:cNvPicPr/>
                      <p:nvPr/>
                    </p:nvPicPr>
                    <p:blipFill>
                      <a:blip r:embed="rId30"/>
                      <a:stretch>
                        <a:fillRect/>
                      </a:stretch>
                    </p:blipFill>
                    <p:spPr>
                      <a:xfrm>
                        <a:off x="9480269" y="2592699"/>
                        <a:ext cx="267046" cy="242769"/>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34051004-8901-75E6-87CC-C5F7E125C205}"/>
              </a:ext>
            </a:extLst>
          </p:cNvPr>
          <p:cNvGraphicFramePr>
            <a:graphicFrameLocks noChangeAspect="1"/>
          </p:cNvGraphicFramePr>
          <p:nvPr>
            <p:extLst>
              <p:ext uri="{D42A27DB-BD31-4B8C-83A1-F6EECF244321}">
                <p14:modId xmlns:p14="http://schemas.microsoft.com/office/powerpoint/2010/main" val="2047053780"/>
              </p:ext>
            </p:extLst>
          </p:nvPr>
        </p:nvGraphicFramePr>
        <p:xfrm>
          <a:off x="7916295" y="2960770"/>
          <a:ext cx="266700" cy="244475"/>
        </p:xfrm>
        <a:graphic>
          <a:graphicData uri="http://schemas.openxmlformats.org/presentationml/2006/ole">
            <mc:AlternateContent xmlns:mc="http://schemas.openxmlformats.org/markup-compatibility/2006">
              <mc:Choice xmlns:v="urn:schemas-microsoft-com:vml" Requires="v">
                <p:oleObj name="Equation" r:id="rId31" imgW="266780" imgH="244089" progId="Equation.DSMT4">
                  <p:embed/>
                </p:oleObj>
              </mc:Choice>
              <mc:Fallback>
                <p:oleObj name="Equation" r:id="rId31" imgW="266780" imgH="244089" progId="Equation.DSMT4">
                  <p:embed/>
                  <p:pic>
                    <p:nvPicPr>
                      <p:cNvPr id="0" name=""/>
                      <p:cNvPicPr/>
                      <p:nvPr/>
                    </p:nvPicPr>
                    <p:blipFill>
                      <a:blip r:embed="rId32"/>
                      <a:stretch>
                        <a:fillRect/>
                      </a:stretch>
                    </p:blipFill>
                    <p:spPr>
                      <a:xfrm>
                        <a:off x="7916295" y="2960770"/>
                        <a:ext cx="266700" cy="244475"/>
                      </a:xfrm>
                      <a:prstGeom prst="rect">
                        <a:avLst/>
                      </a:prstGeom>
                    </p:spPr>
                  </p:pic>
                </p:oleObj>
              </mc:Fallback>
            </mc:AlternateContent>
          </a:graphicData>
        </a:graphic>
      </p:graphicFrame>
      <p:graphicFrame>
        <p:nvGraphicFramePr>
          <p:cNvPr id="36" name="对象 35">
            <a:extLst>
              <a:ext uri="{FF2B5EF4-FFF2-40B4-BE49-F238E27FC236}">
                <a16:creationId xmlns:a16="http://schemas.microsoft.com/office/drawing/2014/main" id="{B7A958CB-7F1A-ADDC-B674-4B6BA4605730}"/>
              </a:ext>
            </a:extLst>
          </p:cNvPr>
          <p:cNvGraphicFramePr>
            <a:graphicFrameLocks noChangeAspect="1"/>
          </p:cNvGraphicFramePr>
          <p:nvPr>
            <p:extLst>
              <p:ext uri="{D42A27DB-BD31-4B8C-83A1-F6EECF244321}">
                <p14:modId xmlns:p14="http://schemas.microsoft.com/office/powerpoint/2010/main" val="795046716"/>
              </p:ext>
            </p:extLst>
          </p:nvPr>
        </p:nvGraphicFramePr>
        <p:xfrm>
          <a:off x="10623550" y="2960770"/>
          <a:ext cx="252749" cy="275726"/>
        </p:xfrm>
        <a:graphic>
          <a:graphicData uri="http://schemas.openxmlformats.org/presentationml/2006/ole">
            <mc:AlternateContent xmlns:mc="http://schemas.openxmlformats.org/markup-compatibility/2006">
              <mc:Choice xmlns:v="urn:schemas-microsoft-com:vml" Requires="v">
                <p:oleObj name="Equation" r:id="rId33" imgW="139680" imgH="152280" progId="Equation.DSMT4">
                  <p:embed/>
                </p:oleObj>
              </mc:Choice>
              <mc:Fallback>
                <p:oleObj name="Equation" r:id="rId33" imgW="139680" imgH="152280" progId="Equation.DSMT4">
                  <p:embed/>
                  <p:pic>
                    <p:nvPicPr>
                      <p:cNvPr id="0" name=""/>
                      <p:cNvPicPr/>
                      <p:nvPr/>
                    </p:nvPicPr>
                    <p:blipFill>
                      <a:blip r:embed="rId34"/>
                      <a:stretch>
                        <a:fillRect/>
                      </a:stretch>
                    </p:blipFill>
                    <p:spPr>
                      <a:xfrm>
                        <a:off x="10623550" y="2960770"/>
                        <a:ext cx="252749" cy="275726"/>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9D3EED05-3375-AA61-500A-025EF2D89C7F}"/>
              </a:ext>
            </a:extLst>
          </p:cNvPr>
          <p:cNvGraphicFramePr>
            <a:graphicFrameLocks noChangeAspect="1"/>
          </p:cNvGraphicFramePr>
          <p:nvPr>
            <p:extLst>
              <p:ext uri="{D42A27DB-BD31-4B8C-83A1-F6EECF244321}">
                <p14:modId xmlns:p14="http://schemas.microsoft.com/office/powerpoint/2010/main" val="441486411"/>
              </p:ext>
            </p:extLst>
          </p:nvPr>
        </p:nvGraphicFramePr>
        <p:xfrm>
          <a:off x="4637643" y="3381254"/>
          <a:ext cx="308663" cy="280603"/>
        </p:xfrm>
        <a:graphic>
          <a:graphicData uri="http://schemas.openxmlformats.org/presentationml/2006/ole">
            <mc:AlternateContent xmlns:mc="http://schemas.openxmlformats.org/markup-compatibility/2006">
              <mc:Choice xmlns:v="urn:schemas-microsoft-com:vml" Requires="v">
                <p:oleObj name="Equation" r:id="rId35" imgW="139680" imgH="126720" progId="Equation.DSMT4">
                  <p:embed/>
                </p:oleObj>
              </mc:Choice>
              <mc:Fallback>
                <p:oleObj name="Equation" r:id="rId35" imgW="139680" imgH="126720" progId="Equation.DSMT4">
                  <p:embed/>
                  <p:pic>
                    <p:nvPicPr>
                      <p:cNvPr id="0" name=""/>
                      <p:cNvPicPr/>
                      <p:nvPr/>
                    </p:nvPicPr>
                    <p:blipFill>
                      <a:blip r:embed="rId36"/>
                      <a:stretch>
                        <a:fillRect/>
                      </a:stretch>
                    </p:blipFill>
                    <p:spPr>
                      <a:xfrm>
                        <a:off x="4637643" y="3381254"/>
                        <a:ext cx="308663" cy="280603"/>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08F21F36-2BBF-C4E1-F0CC-B141115805BC}"/>
              </a:ext>
            </a:extLst>
          </p:cNvPr>
          <p:cNvGraphicFramePr>
            <a:graphicFrameLocks noChangeAspect="1"/>
          </p:cNvGraphicFramePr>
          <p:nvPr>
            <p:extLst>
              <p:ext uri="{D42A27DB-BD31-4B8C-83A1-F6EECF244321}">
                <p14:modId xmlns:p14="http://schemas.microsoft.com/office/powerpoint/2010/main" val="1727719340"/>
              </p:ext>
            </p:extLst>
          </p:nvPr>
        </p:nvGraphicFramePr>
        <p:xfrm>
          <a:off x="1518761" y="3750215"/>
          <a:ext cx="600175" cy="312091"/>
        </p:xfrm>
        <a:graphic>
          <a:graphicData uri="http://schemas.openxmlformats.org/presentationml/2006/ole">
            <mc:AlternateContent xmlns:mc="http://schemas.openxmlformats.org/markup-compatibility/2006">
              <mc:Choice xmlns:v="urn:schemas-microsoft-com:vml" Requires="v">
                <p:oleObj name="Equation" r:id="rId37" imgW="317160" imgH="164880" progId="Equation.DSMT4">
                  <p:embed/>
                </p:oleObj>
              </mc:Choice>
              <mc:Fallback>
                <p:oleObj name="Equation" r:id="rId37" imgW="317160" imgH="164880" progId="Equation.DSMT4">
                  <p:embed/>
                  <p:pic>
                    <p:nvPicPr>
                      <p:cNvPr id="0" name=""/>
                      <p:cNvPicPr/>
                      <p:nvPr/>
                    </p:nvPicPr>
                    <p:blipFill>
                      <a:blip r:embed="rId38"/>
                      <a:stretch>
                        <a:fillRect/>
                      </a:stretch>
                    </p:blipFill>
                    <p:spPr>
                      <a:xfrm>
                        <a:off x="1518761" y="3750215"/>
                        <a:ext cx="600175" cy="312091"/>
                      </a:xfrm>
                      <a:prstGeom prst="rect">
                        <a:avLst/>
                      </a:prstGeom>
                    </p:spPr>
                  </p:pic>
                </p:oleObj>
              </mc:Fallback>
            </mc:AlternateContent>
          </a:graphicData>
        </a:graphic>
      </p:graphicFrame>
      <p:graphicFrame>
        <p:nvGraphicFramePr>
          <p:cNvPr id="40" name="对象 39">
            <a:extLst>
              <a:ext uri="{FF2B5EF4-FFF2-40B4-BE49-F238E27FC236}">
                <a16:creationId xmlns:a16="http://schemas.microsoft.com/office/drawing/2014/main" id="{AF9B6159-A6D9-6332-35CC-BEBBF6E86448}"/>
              </a:ext>
            </a:extLst>
          </p:cNvPr>
          <p:cNvGraphicFramePr>
            <a:graphicFrameLocks noChangeAspect="1"/>
          </p:cNvGraphicFramePr>
          <p:nvPr>
            <p:extLst>
              <p:ext uri="{D42A27DB-BD31-4B8C-83A1-F6EECF244321}">
                <p14:modId xmlns:p14="http://schemas.microsoft.com/office/powerpoint/2010/main" val="1509538583"/>
              </p:ext>
            </p:extLst>
          </p:nvPr>
        </p:nvGraphicFramePr>
        <p:xfrm>
          <a:off x="4074700" y="3814133"/>
          <a:ext cx="215655" cy="235260"/>
        </p:xfrm>
        <a:graphic>
          <a:graphicData uri="http://schemas.openxmlformats.org/presentationml/2006/ole">
            <mc:AlternateContent xmlns:mc="http://schemas.openxmlformats.org/markup-compatibility/2006">
              <mc:Choice xmlns:v="urn:schemas-microsoft-com:vml" Requires="v">
                <p:oleObj name="Equation" r:id="rId39" imgW="139680" imgH="152280" progId="Equation.DSMT4">
                  <p:embed/>
                </p:oleObj>
              </mc:Choice>
              <mc:Fallback>
                <p:oleObj name="Equation" r:id="rId39" imgW="139680" imgH="152280" progId="Equation.DSMT4">
                  <p:embed/>
                  <p:pic>
                    <p:nvPicPr>
                      <p:cNvPr id="0" name=""/>
                      <p:cNvPicPr/>
                      <p:nvPr/>
                    </p:nvPicPr>
                    <p:blipFill>
                      <a:blip r:embed="rId40"/>
                      <a:stretch>
                        <a:fillRect/>
                      </a:stretch>
                    </p:blipFill>
                    <p:spPr>
                      <a:xfrm>
                        <a:off x="4074700" y="3814133"/>
                        <a:ext cx="215655" cy="235260"/>
                      </a:xfrm>
                      <a:prstGeom prst="rect">
                        <a:avLst/>
                      </a:prstGeom>
                    </p:spPr>
                  </p:pic>
                </p:oleObj>
              </mc:Fallback>
            </mc:AlternateContent>
          </a:graphicData>
        </a:graphic>
      </p:graphicFrame>
      <p:graphicFrame>
        <p:nvGraphicFramePr>
          <p:cNvPr id="41" name="对象 40">
            <a:extLst>
              <a:ext uri="{FF2B5EF4-FFF2-40B4-BE49-F238E27FC236}">
                <a16:creationId xmlns:a16="http://schemas.microsoft.com/office/drawing/2014/main" id="{25F60928-1034-9C7D-BF79-C1C5A8A7E386}"/>
              </a:ext>
            </a:extLst>
          </p:cNvPr>
          <p:cNvGraphicFramePr>
            <a:graphicFrameLocks noChangeAspect="1"/>
          </p:cNvGraphicFramePr>
          <p:nvPr>
            <p:extLst>
              <p:ext uri="{D42A27DB-BD31-4B8C-83A1-F6EECF244321}">
                <p14:modId xmlns:p14="http://schemas.microsoft.com/office/powerpoint/2010/main" val="2140831674"/>
              </p:ext>
            </p:extLst>
          </p:nvPr>
        </p:nvGraphicFramePr>
        <p:xfrm>
          <a:off x="5839913" y="3625354"/>
          <a:ext cx="869678" cy="1151736"/>
        </p:xfrm>
        <a:graphic>
          <a:graphicData uri="http://schemas.openxmlformats.org/presentationml/2006/ole">
            <mc:AlternateContent xmlns:mc="http://schemas.openxmlformats.org/markup-compatibility/2006">
              <mc:Choice xmlns:v="urn:schemas-microsoft-com:vml" Requires="v">
                <p:oleObj name="Equation" r:id="rId41" imgW="469800" imgH="622080" progId="Equation.DSMT4">
                  <p:embed/>
                </p:oleObj>
              </mc:Choice>
              <mc:Fallback>
                <p:oleObj name="Equation" r:id="rId41" imgW="469800" imgH="622080" progId="Equation.DSMT4">
                  <p:embed/>
                  <p:pic>
                    <p:nvPicPr>
                      <p:cNvPr id="0" name=""/>
                      <p:cNvPicPr/>
                      <p:nvPr/>
                    </p:nvPicPr>
                    <p:blipFill>
                      <a:blip r:embed="rId42"/>
                      <a:stretch>
                        <a:fillRect/>
                      </a:stretch>
                    </p:blipFill>
                    <p:spPr>
                      <a:xfrm>
                        <a:off x="5839913" y="3625354"/>
                        <a:ext cx="869678" cy="1151736"/>
                      </a:xfrm>
                      <a:prstGeom prst="rect">
                        <a:avLst/>
                      </a:prstGeom>
                    </p:spPr>
                  </p:pic>
                </p:oleObj>
              </mc:Fallback>
            </mc:AlternateContent>
          </a:graphicData>
        </a:graphic>
      </p:graphicFrame>
      <p:sp>
        <p:nvSpPr>
          <p:cNvPr id="44" name="文本框 43">
            <a:extLst>
              <a:ext uri="{FF2B5EF4-FFF2-40B4-BE49-F238E27FC236}">
                <a16:creationId xmlns:a16="http://schemas.microsoft.com/office/drawing/2014/main" id="{75755C27-F6C5-48CC-C1CB-F02F20EB7F14}"/>
              </a:ext>
            </a:extLst>
          </p:cNvPr>
          <p:cNvSpPr txBox="1"/>
          <p:nvPr/>
        </p:nvSpPr>
        <p:spPr>
          <a:xfrm>
            <a:off x="916666" y="4888596"/>
            <a:ext cx="6057608" cy="458908"/>
          </a:xfrm>
          <a:prstGeom prst="rect">
            <a:avLst/>
          </a:prstGeom>
          <a:noFill/>
        </p:spPr>
        <p:txBody>
          <a:bodyPr wrap="square">
            <a:spAutoFit/>
          </a:bodyPr>
          <a:lstStyle/>
          <a:p>
            <a:pPr algn="just">
              <a:lnSpc>
                <a:spcPct val="150000"/>
              </a:lnSpc>
            </a:pPr>
            <a:r>
              <a:rPr lang="zh-CN" altLang="zh-CN" sz="1800" kern="1000" dirty="0">
                <a:effectLst/>
                <a:latin typeface="微软雅黑" panose="020B0503020204020204" pitchFamily="34" charset="-122"/>
                <a:ea typeface="微软雅黑" panose="020B0503020204020204" pitchFamily="34" charset="-122"/>
              </a:rPr>
              <a:t>则该点的齐次坐标的向量形式表示为</a:t>
            </a:r>
          </a:p>
        </p:txBody>
      </p:sp>
      <p:graphicFrame>
        <p:nvGraphicFramePr>
          <p:cNvPr id="45" name="对象 44">
            <a:extLst>
              <a:ext uri="{FF2B5EF4-FFF2-40B4-BE49-F238E27FC236}">
                <a16:creationId xmlns:a16="http://schemas.microsoft.com/office/drawing/2014/main" id="{36E4A994-9739-43B0-D318-9B886D4A7AB8}"/>
              </a:ext>
            </a:extLst>
          </p:cNvPr>
          <p:cNvGraphicFramePr>
            <a:graphicFrameLocks noChangeAspect="1"/>
          </p:cNvGraphicFramePr>
          <p:nvPr>
            <p:extLst>
              <p:ext uri="{D42A27DB-BD31-4B8C-83A1-F6EECF244321}">
                <p14:modId xmlns:p14="http://schemas.microsoft.com/office/powerpoint/2010/main" val="2938170682"/>
              </p:ext>
            </p:extLst>
          </p:nvPr>
        </p:nvGraphicFramePr>
        <p:xfrm>
          <a:off x="5088735" y="5015851"/>
          <a:ext cx="864773" cy="1479217"/>
        </p:xfrm>
        <a:graphic>
          <a:graphicData uri="http://schemas.openxmlformats.org/presentationml/2006/ole">
            <mc:AlternateContent xmlns:mc="http://schemas.openxmlformats.org/markup-compatibility/2006">
              <mc:Choice xmlns:v="urn:schemas-microsoft-com:vml" Requires="v">
                <p:oleObj name="Equation" r:id="rId43" imgW="482400" imgH="825480" progId="Equation.DSMT4">
                  <p:embed/>
                </p:oleObj>
              </mc:Choice>
              <mc:Fallback>
                <p:oleObj name="Equation" r:id="rId43" imgW="482400" imgH="825480" progId="Equation.DSMT4">
                  <p:embed/>
                  <p:pic>
                    <p:nvPicPr>
                      <p:cNvPr id="0" name=""/>
                      <p:cNvPicPr/>
                      <p:nvPr/>
                    </p:nvPicPr>
                    <p:blipFill>
                      <a:blip r:embed="rId44"/>
                      <a:stretch>
                        <a:fillRect/>
                      </a:stretch>
                    </p:blipFill>
                    <p:spPr>
                      <a:xfrm>
                        <a:off x="5088735" y="5015851"/>
                        <a:ext cx="864773" cy="1479217"/>
                      </a:xfrm>
                      <a:prstGeom prst="rect">
                        <a:avLst/>
                      </a:prstGeom>
                    </p:spPr>
                  </p:pic>
                </p:oleObj>
              </mc:Fallback>
            </mc:AlternateContent>
          </a:graphicData>
        </a:graphic>
      </p:graphicFrame>
    </p:spTree>
    <p:extLst>
      <p:ext uri="{BB962C8B-B14F-4D97-AF65-F5344CB8AC3E}">
        <p14:creationId xmlns:p14="http://schemas.microsoft.com/office/powerpoint/2010/main" val="2038557599"/>
      </p:ext>
    </p:extLst>
  </p:cSld>
  <p:clrMapOvr>
    <a:masterClrMapping/>
  </p:clrMapOvr>
  <p:transition advTm="1885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FF5C276-0FD9-121F-DAC0-968CF896FBF5}"/>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2.1.1  </a:t>
            </a:r>
            <a:r>
              <a:rPr lang="zh-CN" altLang="en-US" sz="2800" b="1" dirty="0">
                <a:latin typeface="Times New Roman" pitchFamily="18" charset="0"/>
                <a:ea typeface="华文中宋" pitchFamily="2" charset="-122"/>
              </a:rPr>
              <a:t>点的齐次坐标</a:t>
            </a:r>
          </a:p>
        </p:txBody>
      </p:sp>
      <p:sp>
        <p:nvSpPr>
          <p:cNvPr id="5" name="文本框 4">
            <a:extLst>
              <a:ext uri="{FF2B5EF4-FFF2-40B4-BE49-F238E27FC236}">
                <a16:creationId xmlns:a16="http://schemas.microsoft.com/office/drawing/2014/main" id="{FFFF7819-9AED-D928-E665-DBB6AEF892E2}"/>
              </a:ext>
            </a:extLst>
          </p:cNvPr>
          <p:cNvSpPr txBox="1"/>
          <p:nvPr/>
        </p:nvSpPr>
        <p:spPr>
          <a:xfrm>
            <a:off x="487836" y="1021964"/>
            <a:ext cx="11305096" cy="369332"/>
          </a:xfrm>
          <a:prstGeom prst="rect">
            <a:avLst/>
          </a:prstGeom>
          <a:noFill/>
        </p:spPr>
        <p:txBody>
          <a:bodyPr wrap="square">
            <a:spAutoFit/>
          </a:bodyPr>
          <a:lstStyle/>
          <a:p>
            <a:r>
              <a:rPr lang="zh-CN" altLang="zh-CN" sz="1800" b="1" kern="1000" dirty="0">
                <a:effectLst/>
                <a:latin typeface="Times New Roman" panose="02020603050405020304" pitchFamily="18" charset="0"/>
                <a:ea typeface="宋体" panose="02010600030101010101" pitchFamily="2" charset="-122"/>
                <a:cs typeface="Times New Roman" panose="02020603050405020304" pitchFamily="18" charset="0"/>
              </a:rPr>
              <a:t>例</a:t>
            </a:r>
            <a:r>
              <a:rPr lang="en-US" altLang="zh-CN" sz="1800" b="1" kern="1000" dirty="0">
                <a:effectLst/>
                <a:latin typeface="Times New Roman" panose="02020603050405020304" pitchFamily="18" charset="0"/>
                <a:ea typeface="宋体" panose="02010600030101010101" pitchFamily="2" charset="-122"/>
              </a:rPr>
              <a:t>1</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可以表示为</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                                  或                                        。</a:t>
            </a:r>
            <a:endParaRPr lang="zh-CN" altLang="en-US" dirty="0"/>
          </a:p>
        </p:txBody>
      </p:sp>
      <p:graphicFrame>
        <p:nvGraphicFramePr>
          <p:cNvPr id="6" name="对象 5">
            <a:extLst>
              <a:ext uri="{FF2B5EF4-FFF2-40B4-BE49-F238E27FC236}">
                <a16:creationId xmlns:a16="http://schemas.microsoft.com/office/drawing/2014/main" id="{6E4B3BD5-2049-7D47-47B7-C7499D1D5FF0}"/>
              </a:ext>
            </a:extLst>
          </p:cNvPr>
          <p:cNvGraphicFramePr>
            <a:graphicFrameLocks noChangeAspect="1"/>
          </p:cNvGraphicFramePr>
          <p:nvPr>
            <p:extLst>
              <p:ext uri="{D42A27DB-BD31-4B8C-83A1-F6EECF244321}">
                <p14:modId xmlns:p14="http://schemas.microsoft.com/office/powerpoint/2010/main" val="907212883"/>
              </p:ext>
            </p:extLst>
          </p:nvPr>
        </p:nvGraphicFramePr>
        <p:xfrm>
          <a:off x="1141080" y="1080702"/>
          <a:ext cx="1470146" cy="310594"/>
        </p:xfrm>
        <a:graphic>
          <a:graphicData uri="http://schemas.openxmlformats.org/presentationml/2006/ole">
            <mc:AlternateContent xmlns:mc="http://schemas.openxmlformats.org/markup-compatibility/2006">
              <mc:Choice xmlns:v="urn:schemas-microsoft-com:vml" Requires="v">
                <p:oleObj name="Equation" r:id="rId3" imgW="901440" imgH="190440" progId="Equation.DSMT4">
                  <p:embed/>
                </p:oleObj>
              </mc:Choice>
              <mc:Fallback>
                <p:oleObj name="Equation" r:id="rId3" imgW="901440" imgH="190440" progId="Equation.DSMT4">
                  <p:embed/>
                  <p:pic>
                    <p:nvPicPr>
                      <p:cNvPr id="0" name=""/>
                      <p:cNvPicPr/>
                      <p:nvPr/>
                    </p:nvPicPr>
                    <p:blipFill>
                      <a:blip r:embed="rId4"/>
                      <a:stretch>
                        <a:fillRect/>
                      </a:stretch>
                    </p:blipFill>
                    <p:spPr>
                      <a:xfrm>
                        <a:off x="1141080" y="1080702"/>
                        <a:ext cx="1470146" cy="31059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861A872-97BA-1178-08E6-4200114D6943}"/>
              </a:ext>
            </a:extLst>
          </p:cNvPr>
          <p:cNvGraphicFramePr>
            <a:graphicFrameLocks noChangeAspect="1"/>
          </p:cNvGraphicFramePr>
          <p:nvPr>
            <p:extLst>
              <p:ext uri="{D42A27DB-BD31-4B8C-83A1-F6EECF244321}">
                <p14:modId xmlns:p14="http://schemas.microsoft.com/office/powerpoint/2010/main" val="3144325946"/>
              </p:ext>
            </p:extLst>
          </p:nvPr>
        </p:nvGraphicFramePr>
        <p:xfrm>
          <a:off x="3917360" y="1021964"/>
          <a:ext cx="1286478" cy="341721"/>
        </p:xfrm>
        <a:graphic>
          <a:graphicData uri="http://schemas.openxmlformats.org/presentationml/2006/ole">
            <mc:AlternateContent xmlns:mc="http://schemas.openxmlformats.org/markup-compatibility/2006">
              <mc:Choice xmlns:v="urn:schemas-microsoft-com:vml" Requires="v">
                <p:oleObj name="Equation" r:id="rId5" imgW="812520" imgH="215640" progId="Equation.DSMT4">
                  <p:embed/>
                </p:oleObj>
              </mc:Choice>
              <mc:Fallback>
                <p:oleObj name="Equation" r:id="rId5" imgW="812520" imgH="215640" progId="Equation.DSMT4">
                  <p:embed/>
                  <p:pic>
                    <p:nvPicPr>
                      <p:cNvPr id="0" name=""/>
                      <p:cNvPicPr/>
                      <p:nvPr/>
                    </p:nvPicPr>
                    <p:blipFill>
                      <a:blip r:embed="rId6"/>
                      <a:stretch>
                        <a:fillRect/>
                      </a:stretch>
                    </p:blipFill>
                    <p:spPr>
                      <a:xfrm>
                        <a:off x="3917360" y="1021964"/>
                        <a:ext cx="1286478" cy="341721"/>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18CAA29-1EA0-7CA7-A0A5-11A30C33B316}"/>
              </a:ext>
            </a:extLst>
          </p:cNvPr>
          <p:cNvGraphicFramePr>
            <a:graphicFrameLocks noChangeAspect="1"/>
          </p:cNvGraphicFramePr>
          <p:nvPr>
            <p:extLst>
              <p:ext uri="{D42A27DB-BD31-4B8C-83A1-F6EECF244321}">
                <p14:modId xmlns:p14="http://schemas.microsoft.com/office/powerpoint/2010/main" val="3167160390"/>
              </p:ext>
            </p:extLst>
          </p:nvPr>
        </p:nvGraphicFramePr>
        <p:xfrm>
          <a:off x="5634786" y="994354"/>
          <a:ext cx="1542500" cy="369331"/>
        </p:xfrm>
        <a:graphic>
          <a:graphicData uri="http://schemas.openxmlformats.org/presentationml/2006/ole">
            <mc:AlternateContent xmlns:mc="http://schemas.openxmlformats.org/markup-compatibility/2006">
              <mc:Choice xmlns:v="urn:schemas-microsoft-com:vml" Requires="v">
                <p:oleObj name="Equation" r:id="rId7" imgW="901440" imgH="215640" progId="Equation.DSMT4">
                  <p:embed/>
                </p:oleObj>
              </mc:Choice>
              <mc:Fallback>
                <p:oleObj name="Equation" r:id="rId7" imgW="901440" imgH="215640" progId="Equation.DSMT4">
                  <p:embed/>
                  <p:pic>
                    <p:nvPicPr>
                      <p:cNvPr id="0" name=""/>
                      <p:cNvPicPr/>
                      <p:nvPr/>
                    </p:nvPicPr>
                    <p:blipFill>
                      <a:blip r:embed="rId8"/>
                      <a:stretch>
                        <a:fillRect/>
                      </a:stretch>
                    </p:blipFill>
                    <p:spPr>
                      <a:xfrm>
                        <a:off x="5634786" y="994354"/>
                        <a:ext cx="1542500" cy="36933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268D6E1D-1FEE-198C-3EFC-9AA5F669C538}"/>
              </a:ext>
            </a:extLst>
          </p:cNvPr>
          <p:cNvGraphicFramePr>
            <a:graphicFrameLocks noChangeAspect="1"/>
          </p:cNvGraphicFramePr>
          <p:nvPr>
            <p:extLst>
              <p:ext uri="{D42A27DB-BD31-4B8C-83A1-F6EECF244321}">
                <p14:modId xmlns:p14="http://schemas.microsoft.com/office/powerpoint/2010/main" val="2128542215"/>
              </p:ext>
            </p:extLst>
          </p:nvPr>
        </p:nvGraphicFramePr>
        <p:xfrm>
          <a:off x="7825654" y="994354"/>
          <a:ext cx="2130724" cy="341720"/>
        </p:xfrm>
        <a:graphic>
          <a:graphicData uri="http://schemas.openxmlformats.org/presentationml/2006/ole">
            <mc:AlternateContent xmlns:mc="http://schemas.openxmlformats.org/markup-compatibility/2006">
              <mc:Choice xmlns:v="urn:schemas-microsoft-com:vml" Requires="v">
                <p:oleObj name="Equation" r:id="rId9" imgW="1346040" imgH="215640" progId="Equation.DSMT4">
                  <p:embed/>
                </p:oleObj>
              </mc:Choice>
              <mc:Fallback>
                <p:oleObj name="Equation" r:id="rId9" imgW="1346040" imgH="215640" progId="Equation.DSMT4">
                  <p:embed/>
                  <p:pic>
                    <p:nvPicPr>
                      <p:cNvPr id="0" name=""/>
                      <p:cNvPicPr/>
                      <p:nvPr/>
                    </p:nvPicPr>
                    <p:blipFill>
                      <a:blip r:embed="rId10"/>
                      <a:stretch>
                        <a:fillRect/>
                      </a:stretch>
                    </p:blipFill>
                    <p:spPr>
                      <a:xfrm>
                        <a:off x="7825654" y="994354"/>
                        <a:ext cx="2130724" cy="341720"/>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9B09A0F7-B598-3739-3051-AE79F014E760}"/>
              </a:ext>
            </a:extLst>
          </p:cNvPr>
          <p:cNvSpPr txBox="1"/>
          <p:nvPr/>
        </p:nvSpPr>
        <p:spPr>
          <a:xfrm>
            <a:off x="987981" y="1713825"/>
            <a:ext cx="6122708" cy="458908"/>
          </a:xfrm>
          <a:prstGeom prst="rect">
            <a:avLst/>
          </a:prstGeom>
          <a:noFill/>
        </p:spPr>
        <p:txBody>
          <a:bodyPr wrap="square">
            <a:spAutoFit/>
          </a:bodyPr>
          <a:lstStyle/>
          <a:p>
            <a:pPr algn="just">
              <a:lnSpc>
                <a:spcPct val="150000"/>
              </a:lnSpc>
            </a:pPr>
            <a:r>
              <a:rPr lang="zh-CN" altLang="zh-CN" sz="1800" kern="1000" dirty="0">
                <a:effectLst/>
                <a:latin typeface="宋体" panose="02010600030101010101" pitchFamily="2" charset="-122"/>
                <a:ea typeface="宋体" panose="02010600030101010101" pitchFamily="2" charset="-122"/>
              </a:rPr>
              <a:t>几个常用的特殊的齐次坐标如下：</a:t>
            </a:r>
          </a:p>
        </p:txBody>
      </p:sp>
      <p:graphicFrame>
        <p:nvGraphicFramePr>
          <p:cNvPr id="17" name="对象 16">
            <a:extLst>
              <a:ext uri="{FF2B5EF4-FFF2-40B4-BE49-F238E27FC236}">
                <a16:creationId xmlns:a16="http://schemas.microsoft.com/office/drawing/2014/main" id="{EBDBC48C-449D-6001-EE47-C158F8B2A3EF}"/>
              </a:ext>
            </a:extLst>
          </p:cNvPr>
          <p:cNvGraphicFramePr>
            <a:graphicFrameLocks noChangeAspect="1"/>
          </p:cNvGraphicFramePr>
          <p:nvPr>
            <p:extLst>
              <p:ext uri="{D42A27DB-BD31-4B8C-83A1-F6EECF244321}">
                <p14:modId xmlns:p14="http://schemas.microsoft.com/office/powerpoint/2010/main" val="3263538156"/>
              </p:ext>
            </p:extLst>
          </p:nvPr>
        </p:nvGraphicFramePr>
        <p:xfrm>
          <a:off x="5394092" y="2986312"/>
          <a:ext cx="240694" cy="274124"/>
        </p:xfrm>
        <a:graphic>
          <a:graphicData uri="http://schemas.openxmlformats.org/presentationml/2006/ole">
            <mc:AlternateContent xmlns:mc="http://schemas.openxmlformats.org/markup-compatibility/2006">
              <mc:Choice xmlns:v="urn:schemas-microsoft-com:vml" Requires="v">
                <p:oleObj name="Equation" r:id="rId11" imgW="114102" imgH="126780" progId="Equation.DSMT4">
                  <p:embed/>
                </p:oleObj>
              </mc:Choice>
              <mc:Fallback>
                <p:oleObj name="Equation" r:id="rId11" imgW="114102" imgH="12678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4092" y="2986312"/>
                        <a:ext cx="240694" cy="274124"/>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647A4D41-3551-38AF-121C-A326B6F5377F}"/>
              </a:ext>
            </a:extLst>
          </p:cNvPr>
          <p:cNvGraphicFramePr>
            <a:graphicFrameLocks noChangeAspect="1"/>
          </p:cNvGraphicFramePr>
          <p:nvPr>
            <p:extLst>
              <p:ext uri="{D42A27DB-BD31-4B8C-83A1-F6EECF244321}">
                <p14:modId xmlns:p14="http://schemas.microsoft.com/office/powerpoint/2010/main" val="2290314631"/>
              </p:ext>
            </p:extLst>
          </p:nvPr>
        </p:nvGraphicFramePr>
        <p:xfrm>
          <a:off x="5394092" y="3683271"/>
          <a:ext cx="277813" cy="325244"/>
        </p:xfrm>
        <a:graphic>
          <a:graphicData uri="http://schemas.openxmlformats.org/presentationml/2006/ole">
            <mc:AlternateContent xmlns:mc="http://schemas.openxmlformats.org/markup-compatibility/2006">
              <mc:Choice xmlns:v="urn:schemas-microsoft-com:vml" Requires="v">
                <p:oleObj name="Equation" r:id="rId13" imgW="126835" imgH="152202" progId="Equation.DSMT4">
                  <p:embed/>
                </p:oleObj>
              </mc:Choice>
              <mc:Fallback>
                <p:oleObj name="Equation" r:id="rId13" imgW="126835" imgH="152202" progId="Equation.DSMT4">
                  <p:embed/>
                  <p:pic>
                    <p:nvPicPr>
                      <p:cNvPr id="0"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94092" y="3683271"/>
                        <a:ext cx="277813" cy="325244"/>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BA1E5331-3FD3-8A44-5E88-C8C11CE2C10C}"/>
              </a:ext>
            </a:extLst>
          </p:cNvPr>
          <p:cNvGraphicFramePr>
            <a:graphicFrameLocks noChangeAspect="1"/>
          </p:cNvGraphicFramePr>
          <p:nvPr>
            <p:extLst>
              <p:ext uri="{D42A27DB-BD31-4B8C-83A1-F6EECF244321}">
                <p14:modId xmlns:p14="http://schemas.microsoft.com/office/powerpoint/2010/main" val="2661037782"/>
              </p:ext>
            </p:extLst>
          </p:nvPr>
        </p:nvGraphicFramePr>
        <p:xfrm>
          <a:off x="5457289" y="4387486"/>
          <a:ext cx="241816" cy="241816"/>
        </p:xfrm>
        <a:graphic>
          <a:graphicData uri="http://schemas.openxmlformats.org/presentationml/2006/ole">
            <mc:AlternateContent xmlns:mc="http://schemas.openxmlformats.org/markup-compatibility/2006">
              <mc:Choice xmlns:v="urn:schemas-microsoft-com:vml" Requires="v">
                <p:oleObj name="Equation" r:id="rId15" imgW="114102" imgH="114102" progId="Equation.DSMT4">
                  <p:embed/>
                </p:oleObj>
              </mc:Choice>
              <mc:Fallback>
                <p:oleObj name="Equation" r:id="rId15" imgW="114102" imgH="114102" progId="Equation.DSMT4">
                  <p:embed/>
                  <p:pic>
                    <p:nvPicPr>
                      <p:cNvPr id="0" name="Object 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57289" y="4387486"/>
                        <a:ext cx="241816" cy="241816"/>
                      </a:xfrm>
                      <a:prstGeom prst="rect">
                        <a:avLst/>
                      </a:prstGeom>
                      <a:noFill/>
                    </p:spPr>
                  </p:pic>
                </p:oleObj>
              </mc:Fallback>
            </mc:AlternateContent>
          </a:graphicData>
        </a:graphic>
      </p:graphicFrame>
      <p:grpSp>
        <p:nvGrpSpPr>
          <p:cNvPr id="33" name="组合 32">
            <a:extLst>
              <a:ext uri="{FF2B5EF4-FFF2-40B4-BE49-F238E27FC236}">
                <a16:creationId xmlns:a16="http://schemas.microsoft.com/office/drawing/2014/main" id="{8DBAFDC3-954C-B423-F281-F8C0EB780074}"/>
              </a:ext>
            </a:extLst>
          </p:cNvPr>
          <p:cNvGrpSpPr/>
          <p:nvPr/>
        </p:nvGrpSpPr>
        <p:grpSpPr>
          <a:xfrm>
            <a:off x="1608138" y="2329198"/>
            <a:ext cx="9141053" cy="371146"/>
            <a:chOff x="1608138" y="2329198"/>
            <a:chExt cx="9141053" cy="371146"/>
          </a:xfrm>
        </p:grpSpPr>
        <p:graphicFrame>
          <p:nvGraphicFramePr>
            <p:cNvPr id="15" name="对象 14">
              <a:extLst>
                <a:ext uri="{FF2B5EF4-FFF2-40B4-BE49-F238E27FC236}">
                  <a16:creationId xmlns:a16="http://schemas.microsoft.com/office/drawing/2014/main" id="{4A676121-4AD8-ECFF-346F-1F2DB82C08F5}"/>
                </a:ext>
              </a:extLst>
            </p:cNvPr>
            <p:cNvGraphicFramePr>
              <a:graphicFrameLocks noChangeAspect="1"/>
            </p:cNvGraphicFramePr>
            <p:nvPr>
              <p:extLst>
                <p:ext uri="{D42A27DB-BD31-4B8C-83A1-F6EECF244321}">
                  <p14:modId xmlns:p14="http://schemas.microsoft.com/office/powerpoint/2010/main" val="2685680081"/>
                </p:ext>
              </p:extLst>
            </p:nvPr>
          </p:nvGraphicFramePr>
          <p:xfrm>
            <a:off x="2534532" y="2331012"/>
            <a:ext cx="964673" cy="369332"/>
          </p:xfrm>
          <a:graphic>
            <a:graphicData uri="http://schemas.openxmlformats.org/presentationml/2006/ole">
              <mc:AlternateContent xmlns:mc="http://schemas.openxmlformats.org/markup-compatibility/2006">
                <mc:Choice xmlns:v="urn:schemas-microsoft-com:vml" Requires="v">
                  <p:oleObj name="Equation" r:id="rId17" imgW="558558" imgH="215806" progId="Equation.DSMT4">
                    <p:embed/>
                  </p:oleObj>
                </mc:Choice>
                <mc:Fallback>
                  <p:oleObj name="Equation" r:id="rId17" imgW="558558" imgH="215806" progId="Equation.DSMT4">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34532" y="2331012"/>
                          <a:ext cx="964673" cy="369332"/>
                        </a:xfrm>
                        <a:prstGeom prst="rect">
                          <a:avLst/>
                        </a:prstGeom>
                        <a:noFill/>
                      </p:spPr>
                    </p:pic>
                  </p:oleObj>
                </mc:Fallback>
              </mc:AlternateContent>
            </a:graphicData>
          </a:graphic>
        </p:graphicFrame>
        <p:sp>
          <p:nvSpPr>
            <p:cNvPr id="23" name="Rectangle 9">
              <a:extLst>
                <a:ext uri="{FF2B5EF4-FFF2-40B4-BE49-F238E27FC236}">
                  <a16:creationId xmlns:a16="http://schemas.microsoft.com/office/drawing/2014/main" id="{0641F2FD-555A-1A10-0412-88293BFAB30B}"/>
                </a:ext>
              </a:extLst>
            </p:cNvPr>
            <p:cNvSpPr>
              <a:spLocks noChangeArrowheads="1"/>
            </p:cNvSpPr>
            <p:nvPr/>
          </p:nvSpPr>
          <p:spPr bwMode="auto">
            <a:xfrm>
              <a:off x="1608138" y="2329198"/>
              <a:ext cx="9141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9875" algn="l" defTabSz="914400" rtl="0" eaLnBrk="0" fontAlgn="base" latinLnBrk="0" hangingPunct="0">
                <a:lnSpc>
                  <a:spcPct val="100000"/>
                </a:lnSpc>
                <a:spcBef>
                  <a:spcPct val="0"/>
                </a:spcBef>
                <a:spcAft>
                  <a:spcPct val="0"/>
                </a:spcAft>
                <a:buClrTx/>
                <a:buSzTx/>
                <a:buFontTx/>
                <a:buNone/>
                <a:tabLst/>
              </a:pP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1</a:t>
              </a:r>
              <a:r>
                <a:rPr lang="en-US" altLang="zh-CN" sz="1800" kern="1000" dirty="0">
                  <a:effectLst/>
                  <a:latin typeface="宋体" panose="02010600030101010101" pitchFamily="2" charset="-122"/>
                  <a:cs typeface="Times New Roman" panose="02020603050405020304" pitchFamily="18" charset="0"/>
                </a:rPr>
                <a:t>)           </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，坐标原点的齐次坐标；</a:t>
              </a:r>
              <a:endParaRPr kumimoji="0" lang="zh-CN" altLang="zh-CN" b="0" i="0" u="none" strike="noStrike" cap="none" normalizeH="0" baseline="0" dirty="0">
                <a:ln>
                  <a:noFill/>
                </a:ln>
                <a:solidFill>
                  <a:schemeClr val="tx1"/>
                </a:solidFill>
                <a:effectLst/>
              </a:endParaRPr>
            </a:p>
          </p:txBody>
        </p:sp>
      </p:grpSp>
      <p:grpSp>
        <p:nvGrpSpPr>
          <p:cNvPr id="34" name="组合 33">
            <a:extLst>
              <a:ext uri="{FF2B5EF4-FFF2-40B4-BE49-F238E27FC236}">
                <a16:creationId xmlns:a16="http://schemas.microsoft.com/office/drawing/2014/main" id="{1503C3EE-36B1-C4AA-ADC3-A4A6B972111C}"/>
              </a:ext>
            </a:extLst>
          </p:cNvPr>
          <p:cNvGrpSpPr/>
          <p:nvPr/>
        </p:nvGrpSpPr>
        <p:grpSpPr>
          <a:xfrm>
            <a:off x="1608138" y="2953580"/>
            <a:ext cx="9141053" cy="369332"/>
            <a:chOff x="1665288" y="2331012"/>
            <a:chExt cx="9141053" cy="369332"/>
          </a:xfrm>
        </p:grpSpPr>
        <p:graphicFrame>
          <p:nvGraphicFramePr>
            <p:cNvPr id="35" name="对象 34">
              <a:extLst>
                <a:ext uri="{FF2B5EF4-FFF2-40B4-BE49-F238E27FC236}">
                  <a16:creationId xmlns:a16="http://schemas.microsoft.com/office/drawing/2014/main" id="{448CB852-0BA3-B0BB-90EF-9B1B09EF5F66}"/>
                </a:ext>
              </a:extLst>
            </p:cNvPr>
            <p:cNvGraphicFramePr>
              <a:graphicFrameLocks noChangeAspect="1"/>
            </p:cNvGraphicFramePr>
            <p:nvPr>
              <p:extLst>
                <p:ext uri="{D42A27DB-BD31-4B8C-83A1-F6EECF244321}">
                  <p14:modId xmlns:p14="http://schemas.microsoft.com/office/powerpoint/2010/main" val="369172467"/>
                </p:ext>
              </p:extLst>
            </p:nvPr>
          </p:nvGraphicFramePr>
          <p:xfrm>
            <a:off x="2534532" y="2331012"/>
            <a:ext cx="964673" cy="369332"/>
          </p:xfrm>
          <a:graphic>
            <a:graphicData uri="http://schemas.openxmlformats.org/presentationml/2006/ole">
              <mc:AlternateContent xmlns:mc="http://schemas.openxmlformats.org/markup-compatibility/2006">
                <mc:Choice xmlns:v="urn:schemas-microsoft-com:vml" Requires="v">
                  <p:oleObj name="Equation" r:id="rId19" imgW="558720" imgH="215640" progId="Equation.DSMT4">
                    <p:embed/>
                  </p:oleObj>
                </mc:Choice>
                <mc:Fallback>
                  <p:oleObj name="Equation" r:id="rId19" imgW="558720" imgH="215640" progId="Equation.DSMT4">
                    <p:embed/>
                    <p:pic>
                      <p:nvPicPr>
                        <p:cNvPr id="15" name="对象 14">
                          <a:extLst>
                            <a:ext uri="{FF2B5EF4-FFF2-40B4-BE49-F238E27FC236}">
                              <a16:creationId xmlns:a16="http://schemas.microsoft.com/office/drawing/2014/main" id="{4A676121-4AD8-ECFF-346F-1F2DB82C08F5}"/>
                            </a:ext>
                          </a:extLst>
                        </p:cNvPr>
                        <p:cNvPicPr>
                          <a:picLocks noChangeAspect="1" noChangeArrowheads="1"/>
                        </p:cNvPicPr>
                        <p:nvPr/>
                      </p:nvPicPr>
                      <p:blipFill>
                        <a:blip r:embed="rId20"/>
                        <a:srcRect/>
                        <a:stretch>
                          <a:fillRect/>
                        </a:stretch>
                      </p:blipFill>
                      <p:spPr bwMode="auto">
                        <a:xfrm>
                          <a:off x="2534532" y="2331012"/>
                          <a:ext cx="964673" cy="369332"/>
                        </a:xfrm>
                        <a:prstGeom prst="rect">
                          <a:avLst/>
                        </a:prstGeom>
                        <a:noFill/>
                      </p:spPr>
                    </p:pic>
                  </p:oleObj>
                </mc:Fallback>
              </mc:AlternateContent>
            </a:graphicData>
          </a:graphic>
        </p:graphicFrame>
        <p:sp>
          <p:nvSpPr>
            <p:cNvPr id="36" name="Rectangle 9">
              <a:extLst>
                <a:ext uri="{FF2B5EF4-FFF2-40B4-BE49-F238E27FC236}">
                  <a16:creationId xmlns:a16="http://schemas.microsoft.com/office/drawing/2014/main" id="{28FF94A5-4F8C-65FF-0029-687D17D41F94}"/>
                </a:ext>
              </a:extLst>
            </p:cNvPr>
            <p:cNvSpPr>
              <a:spLocks noChangeArrowheads="1"/>
            </p:cNvSpPr>
            <p:nvPr/>
          </p:nvSpPr>
          <p:spPr bwMode="auto">
            <a:xfrm>
              <a:off x="1665288" y="2331012"/>
              <a:ext cx="9141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9875" algn="l" defTabSz="914400" rtl="0" eaLnBrk="0" fontAlgn="base" latinLnBrk="0" hangingPunct="0">
                <a:lnSpc>
                  <a:spcPct val="100000"/>
                </a:lnSpc>
                <a:spcBef>
                  <a:spcPct val="0"/>
                </a:spcBef>
                <a:spcAft>
                  <a:spcPct val="0"/>
                </a:spcAft>
                <a:buClrTx/>
                <a:buSzTx/>
                <a:buFontTx/>
                <a:buNone/>
                <a:tabLst/>
              </a:pP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a:t>
              </a:r>
              <a:r>
                <a:rPr lang="en-US" altLang="zh-CN" sz="1800" kern="1000" dirty="0">
                  <a:effectLst/>
                  <a:latin typeface="宋体" panose="02010600030101010101" pitchFamily="2" charset="-122"/>
                  <a:cs typeface="Times New Roman" panose="02020603050405020304" pitchFamily="18" charset="0"/>
                </a:rPr>
                <a:t>)           </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指向无穷远处的</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轴</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b="0" i="0" u="none" strike="noStrike" cap="none" normalizeH="0" baseline="0" dirty="0">
                <a:ln>
                  <a:noFill/>
                </a:ln>
                <a:solidFill>
                  <a:schemeClr val="tx1"/>
                </a:solidFill>
                <a:effectLst/>
              </a:endParaRPr>
            </a:p>
          </p:txBody>
        </p:sp>
      </p:grpSp>
      <p:grpSp>
        <p:nvGrpSpPr>
          <p:cNvPr id="38" name="组合 37">
            <a:extLst>
              <a:ext uri="{FF2B5EF4-FFF2-40B4-BE49-F238E27FC236}">
                <a16:creationId xmlns:a16="http://schemas.microsoft.com/office/drawing/2014/main" id="{CBA6993A-EE48-0E0D-AC77-5AE7F530AC30}"/>
              </a:ext>
            </a:extLst>
          </p:cNvPr>
          <p:cNvGrpSpPr/>
          <p:nvPr/>
        </p:nvGrpSpPr>
        <p:grpSpPr>
          <a:xfrm>
            <a:off x="1608138" y="3574367"/>
            <a:ext cx="9141053" cy="434148"/>
            <a:chOff x="1573894" y="2331012"/>
            <a:chExt cx="9141053" cy="434148"/>
          </a:xfrm>
        </p:grpSpPr>
        <p:graphicFrame>
          <p:nvGraphicFramePr>
            <p:cNvPr id="39" name="对象 38">
              <a:extLst>
                <a:ext uri="{FF2B5EF4-FFF2-40B4-BE49-F238E27FC236}">
                  <a16:creationId xmlns:a16="http://schemas.microsoft.com/office/drawing/2014/main" id="{075AF9A1-DA74-E16D-E887-8EFAE4880F7C}"/>
                </a:ext>
              </a:extLst>
            </p:cNvPr>
            <p:cNvGraphicFramePr>
              <a:graphicFrameLocks noChangeAspect="1"/>
            </p:cNvGraphicFramePr>
            <p:nvPr>
              <p:extLst>
                <p:ext uri="{D42A27DB-BD31-4B8C-83A1-F6EECF244321}">
                  <p14:modId xmlns:p14="http://schemas.microsoft.com/office/powerpoint/2010/main" val="950409429"/>
                </p:ext>
              </p:extLst>
            </p:nvPr>
          </p:nvGraphicFramePr>
          <p:xfrm>
            <a:off x="2534532" y="2331012"/>
            <a:ext cx="964673" cy="369332"/>
          </p:xfrm>
          <a:graphic>
            <a:graphicData uri="http://schemas.openxmlformats.org/presentationml/2006/ole">
              <mc:AlternateContent xmlns:mc="http://schemas.openxmlformats.org/markup-compatibility/2006">
                <mc:Choice xmlns:v="urn:schemas-microsoft-com:vml" Requires="v">
                  <p:oleObj name="Equation" r:id="rId21" imgW="558720" imgH="215640" progId="Equation.DSMT4">
                    <p:embed/>
                  </p:oleObj>
                </mc:Choice>
                <mc:Fallback>
                  <p:oleObj name="Equation" r:id="rId21" imgW="558720" imgH="215640" progId="Equation.DSMT4">
                    <p:embed/>
                    <p:pic>
                      <p:nvPicPr>
                        <p:cNvPr id="15" name="对象 14">
                          <a:extLst>
                            <a:ext uri="{FF2B5EF4-FFF2-40B4-BE49-F238E27FC236}">
                              <a16:creationId xmlns:a16="http://schemas.microsoft.com/office/drawing/2014/main" id="{4A676121-4AD8-ECFF-346F-1F2DB82C08F5}"/>
                            </a:ext>
                          </a:extLst>
                        </p:cNvPr>
                        <p:cNvPicPr>
                          <a:picLocks noChangeAspect="1" noChangeArrowheads="1"/>
                        </p:cNvPicPr>
                        <p:nvPr/>
                      </p:nvPicPr>
                      <p:blipFill>
                        <a:blip r:embed="rId22"/>
                        <a:srcRect/>
                        <a:stretch>
                          <a:fillRect/>
                        </a:stretch>
                      </p:blipFill>
                      <p:spPr bwMode="auto">
                        <a:xfrm>
                          <a:off x="2534532" y="2331012"/>
                          <a:ext cx="964673" cy="369332"/>
                        </a:xfrm>
                        <a:prstGeom prst="rect">
                          <a:avLst/>
                        </a:prstGeom>
                        <a:noFill/>
                      </p:spPr>
                    </p:pic>
                  </p:oleObj>
                </mc:Fallback>
              </mc:AlternateContent>
            </a:graphicData>
          </a:graphic>
        </p:graphicFrame>
        <p:sp>
          <p:nvSpPr>
            <p:cNvPr id="40" name="Rectangle 9">
              <a:extLst>
                <a:ext uri="{FF2B5EF4-FFF2-40B4-BE49-F238E27FC236}">
                  <a16:creationId xmlns:a16="http://schemas.microsoft.com/office/drawing/2014/main" id="{12B05B83-717B-91F6-AAA3-FDF390D63457}"/>
                </a:ext>
              </a:extLst>
            </p:cNvPr>
            <p:cNvSpPr>
              <a:spLocks noChangeArrowheads="1"/>
            </p:cNvSpPr>
            <p:nvPr/>
          </p:nvSpPr>
          <p:spPr bwMode="auto">
            <a:xfrm>
              <a:off x="1573894" y="2395828"/>
              <a:ext cx="9141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9875" algn="l" defTabSz="914400" rtl="0" eaLnBrk="0" fontAlgn="base" latinLnBrk="0" hangingPunct="0">
                <a:lnSpc>
                  <a:spcPct val="100000"/>
                </a:lnSpc>
                <a:spcBef>
                  <a:spcPct val="0"/>
                </a:spcBef>
                <a:spcAft>
                  <a:spcPct val="0"/>
                </a:spcAft>
                <a:buClrTx/>
                <a:buSzTx/>
                <a:buFontTx/>
                <a:buNone/>
                <a:tabLst/>
              </a:pP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3</a:t>
              </a:r>
              <a:r>
                <a:rPr lang="en-US" altLang="zh-CN" sz="1800" kern="1000" dirty="0">
                  <a:effectLst/>
                  <a:latin typeface="宋体" panose="02010600030101010101" pitchFamily="2" charset="-122"/>
                  <a:cs typeface="Times New Roman" panose="02020603050405020304" pitchFamily="18" charset="0"/>
                </a:rPr>
                <a:t>)           </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指向无穷远处的     轴</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b="0" i="0" u="none" strike="noStrike" cap="none" normalizeH="0" baseline="0" dirty="0">
                <a:ln>
                  <a:noFill/>
                </a:ln>
                <a:solidFill>
                  <a:schemeClr val="tx1"/>
                </a:solidFill>
                <a:effectLst/>
              </a:endParaRPr>
            </a:p>
          </p:txBody>
        </p:sp>
      </p:grpSp>
      <p:grpSp>
        <p:nvGrpSpPr>
          <p:cNvPr id="41" name="组合 40">
            <a:extLst>
              <a:ext uri="{FF2B5EF4-FFF2-40B4-BE49-F238E27FC236}">
                <a16:creationId xmlns:a16="http://schemas.microsoft.com/office/drawing/2014/main" id="{51127E15-81FE-5B58-6509-5A509FFE8DD1}"/>
              </a:ext>
            </a:extLst>
          </p:cNvPr>
          <p:cNvGrpSpPr/>
          <p:nvPr/>
        </p:nvGrpSpPr>
        <p:grpSpPr>
          <a:xfrm>
            <a:off x="1608138" y="4259970"/>
            <a:ext cx="9141053" cy="369332"/>
            <a:chOff x="1573895" y="2483270"/>
            <a:chExt cx="9141053" cy="369332"/>
          </a:xfrm>
        </p:grpSpPr>
        <p:graphicFrame>
          <p:nvGraphicFramePr>
            <p:cNvPr id="42" name="对象 41">
              <a:extLst>
                <a:ext uri="{FF2B5EF4-FFF2-40B4-BE49-F238E27FC236}">
                  <a16:creationId xmlns:a16="http://schemas.microsoft.com/office/drawing/2014/main" id="{B1932854-2396-4933-0CB9-5506852695C7}"/>
                </a:ext>
              </a:extLst>
            </p:cNvPr>
            <p:cNvGraphicFramePr>
              <a:graphicFrameLocks noChangeAspect="1"/>
            </p:cNvGraphicFramePr>
            <p:nvPr>
              <p:extLst>
                <p:ext uri="{D42A27DB-BD31-4B8C-83A1-F6EECF244321}">
                  <p14:modId xmlns:p14="http://schemas.microsoft.com/office/powerpoint/2010/main" val="2363803681"/>
                </p:ext>
              </p:extLst>
            </p:nvPr>
          </p:nvGraphicFramePr>
          <p:xfrm>
            <a:off x="2534533" y="2483270"/>
            <a:ext cx="964673" cy="369332"/>
          </p:xfrm>
          <a:graphic>
            <a:graphicData uri="http://schemas.openxmlformats.org/presentationml/2006/ole">
              <mc:AlternateContent xmlns:mc="http://schemas.openxmlformats.org/markup-compatibility/2006">
                <mc:Choice xmlns:v="urn:schemas-microsoft-com:vml" Requires="v">
                  <p:oleObj name="Equation" r:id="rId23" imgW="558720" imgH="215640" progId="Equation.DSMT4">
                    <p:embed/>
                  </p:oleObj>
                </mc:Choice>
                <mc:Fallback>
                  <p:oleObj name="Equation" r:id="rId23" imgW="558720" imgH="215640" progId="Equation.DSMT4">
                    <p:embed/>
                    <p:pic>
                      <p:nvPicPr>
                        <p:cNvPr id="39" name="对象 38">
                          <a:extLst>
                            <a:ext uri="{FF2B5EF4-FFF2-40B4-BE49-F238E27FC236}">
                              <a16:creationId xmlns:a16="http://schemas.microsoft.com/office/drawing/2014/main" id="{075AF9A1-DA74-E16D-E887-8EFAE4880F7C}"/>
                            </a:ext>
                          </a:extLst>
                        </p:cNvPr>
                        <p:cNvPicPr>
                          <a:picLocks noChangeAspect="1" noChangeArrowheads="1"/>
                        </p:cNvPicPr>
                        <p:nvPr/>
                      </p:nvPicPr>
                      <p:blipFill>
                        <a:blip r:embed="rId24"/>
                        <a:srcRect/>
                        <a:stretch>
                          <a:fillRect/>
                        </a:stretch>
                      </p:blipFill>
                      <p:spPr bwMode="auto">
                        <a:xfrm>
                          <a:off x="2534533" y="2483270"/>
                          <a:ext cx="964673" cy="369332"/>
                        </a:xfrm>
                        <a:prstGeom prst="rect">
                          <a:avLst/>
                        </a:prstGeom>
                        <a:noFill/>
                      </p:spPr>
                    </p:pic>
                  </p:oleObj>
                </mc:Fallback>
              </mc:AlternateContent>
            </a:graphicData>
          </a:graphic>
        </p:graphicFrame>
        <p:sp>
          <p:nvSpPr>
            <p:cNvPr id="43" name="Rectangle 9">
              <a:extLst>
                <a:ext uri="{FF2B5EF4-FFF2-40B4-BE49-F238E27FC236}">
                  <a16:creationId xmlns:a16="http://schemas.microsoft.com/office/drawing/2014/main" id="{A0F1A992-84D3-945E-73E9-E9E77807C12C}"/>
                </a:ext>
              </a:extLst>
            </p:cNvPr>
            <p:cNvSpPr>
              <a:spLocks noChangeArrowheads="1"/>
            </p:cNvSpPr>
            <p:nvPr/>
          </p:nvSpPr>
          <p:spPr bwMode="auto">
            <a:xfrm>
              <a:off x="1573895" y="2483270"/>
              <a:ext cx="91410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9875" algn="l" defTabSz="914400" rtl="0" eaLnBrk="0" fontAlgn="base" latinLnBrk="0" hangingPunct="0">
                <a:lnSpc>
                  <a:spcPct val="100000"/>
                </a:lnSpc>
                <a:spcBef>
                  <a:spcPct val="0"/>
                </a:spcBef>
                <a:spcAft>
                  <a:spcPct val="0"/>
                </a:spcAft>
                <a:buClrTx/>
                <a:buSzTx/>
                <a:buFontTx/>
                <a:buNone/>
                <a:tabLst/>
              </a:pP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4</a:t>
              </a:r>
              <a:r>
                <a:rPr lang="en-US" altLang="zh-CN" sz="1800" kern="1000" dirty="0">
                  <a:effectLst/>
                  <a:latin typeface="宋体" panose="02010600030101010101" pitchFamily="2" charset="-122"/>
                  <a:cs typeface="Times New Roman" panose="02020603050405020304" pitchFamily="18" charset="0"/>
                </a:rPr>
                <a:t>)           </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指向无穷远处的     轴</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b="0" i="0" u="none" strike="noStrike" cap="none" normalizeH="0" baseline="0" dirty="0">
                <a:ln>
                  <a:noFill/>
                </a:ln>
                <a:solidFill>
                  <a:schemeClr val="tx1"/>
                </a:solidFill>
                <a:effectLst/>
              </a:endParaRPr>
            </a:p>
          </p:txBody>
        </p:sp>
      </p:grpSp>
      <p:grpSp>
        <p:nvGrpSpPr>
          <p:cNvPr id="50" name="组合 49">
            <a:extLst>
              <a:ext uri="{FF2B5EF4-FFF2-40B4-BE49-F238E27FC236}">
                <a16:creationId xmlns:a16="http://schemas.microsoft.com/office/drawing/2014/main" id="{250DEF56-01C0-49AE-3978-9E40839F65C6}"/>
              </a:ext>
            </a:extLst>
          </p:cNvPr>
          <p:cNvGrpSpPr/>
          <p:nvPr/>
        </p:nvGrpSpPr>
        <p:grpSpPr>
          <a:xfrm>
            <a:off x="987981" y="4756818"/>
            <a:ext cx="10076817" cy="1306390"/>
            <a:chOff x="1141079" y="4612572"/>
            <a:chExt cx="10076817" cy="1306390"/>
          </a:xfrm>
        </p:grpSpPr>
        <p:sp>
          <p:nvSpPr>
            <p:cNvPr id="46" name="文本框 45">
              <a:extLst>
                <a:ext uri="{FF2B5EF4-FFF2-40B4-BE49-F238E27FC236}">
                  <a16:creationId xmlns:a16="http://schemas.microsoft.com/office/drawing/2014/main" id="{380676D7-00CD-E678-2E68-6854649049BB}"/>
                </a:ext>
              </a:extLst>
            </p:cNvPr>
            <p:cNvSpPr txBox="1"/>
            <p:nvPr/>
          </p:nvSpPr>
          <p:spPr>
            <a:xfrm>
              <a:off x="1141079" y="4612572"/>
              <a:ext cx="10076817" cy="1291957"/>
            </a:xfrm>
            <a:prstGeom prst="rect">
              <a:avLst/>
            </a:prstGeom>
            <a:noFill/>
          </p:spPr>
          <p:txBody>
            <a:bodyPr wrap="square">
              <a:spAutoFit/>
            </a:bodyPr>
            <a:lstStyle/>
            <a:p>
              <a:pPr algn="just">
                <a:lnSpc>
                  <a:spcPct val="150000"/>
                </a:lnSpc>
              </a:pP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在齐次坐标变换中，有两个常用的概念：点乘和叉乘。向量的点乘</a:t>
              </a:r>
              <a:r>
                <a:rPr lang="en-US" altLang="zh-CN" sz="1800" kern="1000" dirty="0">
                  <a:effectLst/>
                  <a:latin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又称内积、数量积</a:t>
              </a:r>
              <a:r>
                <a:rPr lang="en-US" altLang="zh-CN" sz="1800" kern="1000" dirty="0">
                  <a:effectLst/>
                  <a:latin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操作，就是对两个向量对应位一一相乘之后求和的操作，其结果是一个标量。例如，设有两个向量</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                       ，则两个向量的点乘公式为</a:t>
              </a:r>
              <a:endParaRPr lang="zh-CN" altLang="en-US" dirty="0"/>
            </a:p>
          </p:txBody>
        </p:sp>
        <p:graphicFrame>
          <p:nvGraphicFramePr>
            <p:cNvPr id="47" name="对象 46">
              <a:extLst>
                <a:ext uri="{FF2B5EF4-FFF2-40B4-BE49-F238E27FC236}">
                  <a16:creationId xmlns:a16="http://schemas.microsoft.com/office/drawing/2014/main" id="{4AF7AB38-0377-5556-403B-23AE263061ED}"/>
                </a:ext>
              </a:extLst>
            </p:cNvPr>
            <p:cNvGraphicFramePr>
              <a:graphicFrameLocks noChangeAspect="1"/>
            </p:cNvGraphicFramePr>
            <p:nvPr>
              <p:extLst>
                <p:ext uri="{D42A27DB-BD31-4B8C-83A1-F6EECF244321}">
                  <p14:modId xmlns:p14="http://schemas.microsoft.com/office/powerpoint/2010/main" val="1320030827"/>
                </p:ext>
              </p:extLst>
            </p:nvPr>
          </p:nvGraphicFramePr>
          <p:xfrm>
            <a:off x="1550988" y="5573629"/>
            <a:ext cx="1235929" cy="345333"/>
          </p:xfrm>
          <a:graphic>
            <a:graphicData uri="http://schemas.openxmlformats.org/presentationml/2006/ole">
              <mc:AlternateContent xmlns:mc="http://schemas.openxmlformats.org/markup-compatibility/2006">
                <mc:Choice xmlns:v="urn:schemas-microsoft-com:vml" Requires="v">
                  <p:oleObj name="Equation" r:id="rId25" imgW="863280" imgH="241200" progId="Equation.DSMT4">
                    <p:embed/>
                  </p:oleObj>
                </mc:Choice>
                <mc:Fallback>
                  <p:oleObj name="Equation" r:id="rId25" imgW="863280" imgH="241200" progId="Equation.DSMT4">
                    <p:embed/>
                    <p:pic>
                      <p:nvPicPr>
                        <p:cNvPr id="0" name=""/>
                        <p:cNvPicPr/>
                        <p:nvPr/>
                      </p:nvPicPr>
                      <p:blipFill>
                        <a:blip r:embed="rId26"/>
                        <a:stretch>
                          <a:fillRect/>
                        </a:stretch>
                      </p:blipFill>
                      <p:spPr>
                        <a:xfrm>
                          <a:off x="1550988" y="5573629"/>
                          <a:ext cx="1235929" cy="345333"/>
                        </a:xfrm>
                        <a:prstGeom prst="rect">
                          <a:avLst/>
                        </a:prstGeom>
                      </p:spPr>
                    </p:pic>
                  </p:oleObj>
                </mc:Fallback>
              </mc:AlternateContent>
            </a:graphicData>
          </a:graphic>
        </p:graphicFrame>
        <p:graphicFrame>
          <p:nvGraphicFramePr>
            <p:cNvPr id="48" name="对象 47">
              <a:extLst>
                <a:ext uri="{FF2B5EF4-FFF2-40B4-BE49-F238E27FC236}">
                  <a16:creationId xmlns:a16="http://schemas.microsoft.com/office/drawing/2014/main" id="{2D238E99-3351-7CAF-8B0C-FC29630DE1B1}"/>
                </a:ext>
              </a:extLst>
            </p:cNvPr>
            <p:cNvGraphicFramePr>
              <a:graphicFrameLocks noChangeAspect="1"/>
            </p:cNvGraphicFramePr>
            <p:nvPr>
              <p:extLst>
                <p:ext uri="{D42A27DB-BD31-4B8C-83A1-F6EECF244321}">
                  <p14:modId xmlns:p14="http://schemas.microsoft.com/office/powerpoint/2010/main" val="2490676506"/>
                </p:ext>
              </p:extLst>
            </p:nvPr>
          </p:nvGraphicFramePr>
          <p:xfrm>
            <a:off x="3051111" y="5573847"/>
            <a:ext cx="1131281" cy="330682"/>
          </p:xfrm>
          <a:graphic>
            <a:graphicData uri="http://schemas.openxmlformats.org/presentationml/2006/ole">
              <mc:AlternateContent xmlns:mc="http://schemas.openxmlformats.org/markup-compatibility/2006">
                <mc:Choice xmlns:v="urn:schemas-microsoft-com:vml" Requires="v">
                  <p:oleObj name="Equation" r:id="rId27" imgW="825480" imgH="241200" progId="Equation.DSMT4">
                    <p:embed/>
                  </p:oleObj>
                </mc:Choice>
                <mc:Fallback>
                  <p:oleObj name="Equation" r:id="rId27" imgW="825480" imgH="241200" progId="Equation.DSMT4">
                    <p:embed/>
                    <p:pic>
                      <p:nvPicPr>
                        <p:cNvPr id="0" name=""/>
                        <p:cNvPicPr/>
                        <p:nvPr/>
                      </p:nvPicPr>
                      <p:blipFill>
                        <a:blip r:embed="rId28"/>
                        <a:stretch>
                          <a:fillRect/>
                        </a:stretch>
                      </p:blipFill>
                      <p:spPr>
                        <a:xfrm>
                          <a:off x="3051111" y="5573847"/>
                          <a:ext cx="1131281" cy="330682"/>
                        </a:xfrm>
                        <a:prstGeom prst="rect">
                          <a:avLst/>
                        </a:prstGeom>
                      </p:spPr>
                    </p:pic>
                  </p:oleObj>
                </mc:Fallback>
              </mc:AlternateContent>
            </a:graphicData>
          </a:graphic>
        </p:graphicFrame>
        <p:graphicFrame>
          <p:nvGraphicFramePr>
            <p:cNvPr id="49" name="对象 48">
              <a:extLst>
                <a:ext uri="{FF2B5EF4-FFF2-40B4-BE49-F238E27FC236}">
                  <a16:creationId xmlns:a16="http://schemas.microsoft.com/office/drawing/2014/main" id="{81FA40D4-E8D9-2260-C7ED-FA86B801525F}"/>
                </a:ext>
              </a:extLst>
            </p:cNvPr>
            <p:cNvGraphicFramePr>
              <a:graphicFrameLocks noChangeAspect="1"/>
            </p:cNvGraphicFramePr>
            <p:nvPr>
              <p:extLst>
                <p:ext uri="{D42A27DB-BD31-4B8C-83A1-F6EECF244321}">
                  <p14:modId xmlns:p14="http://schemas.microsoft.com/office/powerpoint/2010/main" val="4076268084"/>
                </p:ext>
              </p:extLst>
            </p:nvPr>
          </p:nvGraphicFramePr>
          <p:xfrm>
            <a:off x="7177286" y="5548535"/>
            <a:ext cx="1863019" cy="319375"/>
          </p:xfrm>
          <a:graphic>
            <a:graphicData uri="http://schemas.openxmlformats.org/presentationml/2006/ole">
              <mc:AlternateContent xmlns:mc="http://schemas.openxmlformats.org/markup-compatibility/2006">
                <mc:Choice xmlns:v="urn:schemas-microsoft-com:vml" Requires="v">
                  <p:oleObj name="Equation" r:id="rId29" imgW="1333440" imgH="228600" progId="Equation.DSMT4">
                    <p:embed/>
                  </p:oleObj>
                </mc:Choice>
                <mc:Fallback>
                  <p:oleObj name="Equation" r:id="rId29" imgW="1333440" imgH="228600" progId="Equation.DSMT4">
                    <p:embed/>
                    <p:pic>
                      <p:nvPicPr>
                        <p:cNvPr id="0" name=""/>
                        <p:cNvPicPr/>
                        <p:nvPr/>
                      </p:nvPicPr>
                      <p:blipFill>
                        <a:blip r:embed="rId30"/>
                        <a:stretch>
                          <a:fillRect/>
                        </a:stretch>
                      </p:blipFill>
                      <p:spPr>
                        <a:xfrm>
                          <a:off x="7177286" y="5548535"/>
                          <a:ext cx="1863019" cy="319375"/>
                        </a:xfrm>
                        <a:prstGeom prst="rect">
                          <a:avLst/>
                        </a:prstGeom>
                      </p:spPr>
                    </p:pic>
                  </p:oleObj>
                </mc:Fallback>
              </mc:AlternateContent>
            </a:graphicData>
          </a:graphic>
        </p:graphicFrame>
      </p:grpSp>
    </p:spTree>
    <p:extLst>
      <p:ext uri="{BB962C8B-B14F-4D97-AF65-F5344CB8AC3E}">
        <p14:creationId xmlns:p14="http://schemas.microsoft.com/office/powerpoint/2010/main" val="3666660571"/>
      </p:ext>
    </p:extLst>
  </p:cSld>
  <p:clrMapOvr>
    <a:masterClrMapping/>
  </p:clrMapOvr>
  <p:transition advTm="18857"/>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7A58435-C51E-69D8-C246-C5EA567598E3}"/>
              </a:ext>
            </a:extLst>
          </p:cNvPr>
          <p:cNvSpPr txBox="1"/>
          <p:nvPr/>
        </p:nvSpPr>
        <p:spPr>
          <a:xfrm>
            <a:off x="867266" y="1288818"/>
            <a:ext cx="10152668" cy="1296637"/>
          </a:xfrm>
          <a:prstGeom prst="rect">
            <a:avLst/>
          </a:prstGeom>
          <a:noFill/>
        </p:spPr>
        <p:txBody>
          <a:bodyPr wrap="square">
            <a:spAutoFit/>
          </a:bodyPr>
          <a:lstStyle/>
          <a:p>
            <a:pPr algn="just">
              <a:lnSpc>
                <a:spcPct val="150000"/>
              </a:lnSpc>
            </a:pP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两个向量叉乘</a:t>
            </a:r>
            <a:r>
              <a:rPr lang="en-US" altLang="zh-CN" sz="1800" kern="1000" dirty="0">
                <a:effectLst/>
                <a:latin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又称为向量积、外积、叉积</a:t>
            </a:r>
            <a:r>
              <a:rPr lang="en-US" altLang="zh-CN" sz="1800" kern="1000" dirty="0">
                <a:effectLst/>
                <a:latin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的结果仍然是一个向量，且结果与这两个向量组成的坐标平面垂直。上述向量</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和    的叉乘公式为</a:t>
            </a:r>
            <a:endParaRPr lang="zh-CN" altLang="en-US" dirty="0"/>
          </a:p>
          <a:p>
            <a:pPr algn="just">
              <a:lnSpc>
                <a:spcPct val="150000"/>
              </a:lnSpc>
            </a:pPr>
            <a:endParaRPr lang="zh-CN" altLang="en-US" dirty="0"/>
          </a:p>
        </p:txBody>
      </p:sp>
      <p:graphicFrame>
        <p:nvGraphicFramePr>
          <p:cNvPr id="8" name="对象 7">
            <a:extLst>
              <a:ext uri="{FF2B5EF4-FFF2-40B4-BE49-F238E27FC236}">
                <a16:creationId xmlns:a16="http://schemas.microsoft.com/office/drawing/2014/main" id="{45545089-2098-4B14-3DE6-1AE906AE858A}"/>
              </a:ext>
            </a:extLst>
          </p:cNvPr>
          <p:cNvGraphicFramePr>
            <a:graphicFrameLocks noChangeAspect="1"/>
          </p:cNvGraphicFramePr>
          <p:nvPr>
            <p:extLst>
              <p:ext uri="{D42A27DB-BD31-4B8C-83A1-F6EECF244321}">
                <p14:modId xmlns:p14="http://schemas.microsoft.com/office/powerpoint/2010/main" val="3234313285"/>
              </p:ext>
            </p:extLst>
          </p:nvPr>
        </p:nvGraphicFramePr>
        <p:xfrm>
          <a:off x="3273576" y="1855092"/>
          <a:ext cx="229974" cy="255527"/>
        </p:xfrm>
        <a:graphic>
          <a:graphicData uri="http://schemas.openxmlformats.org/presentationml/2006/ole">
            <mc:AlternateContent xmlns:mc="http://schemas.openxmlformats.org/markup-compatibility/2006">
              <mc:Choice xmlns:v="urn:schemas-microsoft-com:vml" Requires="v">
                <p:oleObj name="Equation" r:id="rId3" imgW="114120" imgH="126720" progId="Equation.DSMT4">
                  <p:embed/>
                </p:oleObj>
              </mc:Choice>
              <mc:Fallback>
                <p:oleObj name="Equation" r:id="rId3" imgW="114120" imgH="126720" progId="Equation.DSMT4">
                  <p:embed/>
                  <p:pic>
                    <p:nvPicPr>
                      <p:cNvPr id="0" name=""/>
                      <p:cNvPicPr/>
                      <p:nvPr/>
                    </p:nvPicPr>
                    <p:blipFill>
                      <a:blip r:embed="rId4"/>
                      <a:stretch>
                        <a:fillRect/>
                      </a:stretch>
                    </p:blipFill>
                    <p:spPr>
                      <a:xfrm>
                        <a:off x="3273576" y="1855092"/>
                        <a:ext cx="229974" cy="25552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5195E42-F300-0BDD-4D4F-26B97223CDFA}"/>
              </a:ext>
            </a:extLst>
          </p:cNvPr>
          <p:cNvGraphicFramePr>
            <a:graphicFrameLocks noChangeAspect="1"/>
          </p:cNvGraphicFramePr>
          <p:nvPr>
            <p:extLst>
              <p:ext uri="{D42A27DB-BD31-4B8C-83A1-F6EECF244321}">
                <p14:modId xmlns:p14="http://schemas.microsoft.com/office/powerpoint/2010/main" val="2785340762"/>
              </p:ext>
            </p:extLst>
          </p:nvPr>
        </p:nvGraphicFramePr>
        <p:xfrm>
          <a:off x="3719856" y="1792050"/>
          <a:ext cx="220548" cy="318569"/>
        </p:xfrm>
        <a:graphic>
          <a:graphicData uri="http://schemas.openxmlformats.org/presentationml/2006/ole">
            <mc:AlternateContent xmlns:mc="http://schemas.openxmlformats.org/markup-compatibility/2006">
              <mc:Choice xmlns:v="urn:schemas-microsoft-com:vml" Requires="v">
                <p:oleObj name="Equation" r:id="rId5" imgW="114120" imgH="164880" progId="Equation.DSMT4">
                  <p:embed/>
                </p:oleObj>
              </mc:Choice>
              <mc:Fallback>
                <p:oleObj name="Equation" r:id="rId5" imgW="114120" imgH="164880" progId="Equation.DSMT4">
                  <p:embed/>
                  <p:pic>
                    <p:nvPicPr>
                      <p:cNvPr id="0" name=""/>
                      <p:cNvPicPr/>
                      <p:nvPr/>
                    </p:nvPicPr>
                    <p:blipFill>
                      <a:blip r:embed="rId6"/>
                      <a:stretch>
                        <a:fillRect/>
                      </a:stretch>
                    </p:blipFill>
                    <p:spPr>
                      <a:xfrm>
                        <a:off x="3719856" y="1792050"/>
                        <a:ext cx="220548" cy="318569"/>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D210068-B9DF-5C29-959C-4054EED8EB15}"/>
              </a:ext>
            </a:extLst>
          </p:cNvPr>
          <p:cNvGraphicFramePr>
            <a:graphicFrameLocks noChangeAspect="1"/>
          </p:cNvGraphicFramePr>
          <p:nvPr>
            <p:extLst>
              <p:ext uri="{D42A27DB-BD31-4B8C-83A1-F6EECF244321}">
                <p14:modId xmlns:p14="http://schemas.microsoft.com/office/powerpoint/2010/main" val="1952525654"/>
              </p:ext>
            </p:extLst>
          </p:nvPr>
        </p:nvGraphicFramePr>
        <p:xfrm>
          <a:off x="2240043" y="2613851"/>
          <a:ext cx="6738843" cy="1168983"/>
        </p:xfrm>
        <a:graphic>
          <a:graphicData uri="http://schemas.openxmlformats.org/presentationml/2006/ole">
            <mc:AlternateContent xmlns:mc="http://schemas.openxmlformats.org/markup-compatibility/2006">
              <mc:Choice xmlns:v="urn:schemas-microsoft-com:vml" Requires="v">
                <p:oleObj name="Equation" r:id="rId7" imgW="3733560" imgH="647640" progId="Equation.DSMT4">
                  <p:embed/>
                </p:oleObj>
              </mc:Choice>
              <mc:Fallback>
                <p:oleObj name="Equation" r:id="rId7" imgW="3733560" imgH="647640" progId="Equation.DSMT4">
                  <p:embed/>
                  <p:pic>
                    <p:nvPicPr>
                      <p:cNvPr id="0" name=""/>
                      <p:cNvPicPr/>
                      <p:nvPr/>
                    </p:nvPicPr>
                    <p:blipFill>
                      <a:blip r:embed="rId8"/>
                      <a:stretch>
                        <a:fillRect/>
                      </a:stretch>
                    </p:blipFill>
                    <p:spPr>
                      <a:xfrm>
                        <a:off x="2240043" y="2613851"/>
                        <a:ext cx="6738843" cy="1168983"/>
                      </a:xfrm>
                      <a:prstGeom prst="rect">
                        <a:avLst/>
                      </a:prstGeom>
                    </p:spPr>
                  </p:pic>
                </p:oleObj>
              </mc:Fallback>
            </mc:AlternateContent>
          </a:graphicData>
        </a:graphic>
      </p:graphicFrame>
      <p:sp>
        <p:nvSpPr>
          <p:cNvPr id="11" name="Rectangle 2">
            <a:extLst>
              <a:ext uri="{FF2B5EF4-FFF2-40B4-BE49-F238E27FC236}">
                <a16:creationId xmlns:a16="http://schemas.microsoft.com/office/drawing/2014/main" id="{88805A3D-F5C8-C5BE-B6A0-8DCD260D82B2}"/>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2.1.1  </a:t>
            </a:r>
            <a:r>
              <a:rPr lang="zh-CN" altLang="en-US" sz="2800" b="1" dirty="0">
                <a:latin typeface="Times New Roman" pitchFamily="18" charset="0"/>
                <a:ea typeface="华文中宋" pitchFamily="2" charset="-122"/>
              </a:rPr>
              <a:t>点的齐次坐标</a:t>
            </a:r>
          </a:p>
        </p:txBody>
      </p:sp>
    </p:spTree>
    <p:extLst>
      <p:ext uri="{BB962C8B-B14F-4D97-AF65-F5344CB8AC3E}">
        <p14:creationId xmlns:p14="http://schemas.microsoft.com/office/powerpoint/2010/main" val="3644082005"/>
      </p:ext>
    </p:extLst>
  </p:cSld>
  <p:clrMapOvr>
    <a:masterClrMapping/>
  </p:clrMapOvr>
  <p:transition advTm="1885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2.1.2  </a:t>
            </a:r>
            <a:r>
              <a:rPr lang="zh-CN" altLang="en-US" sz="2800" b="1" dirty="0">
                <a:latin typeface="Times New Roman" pitchFamily="18" charset="0"/>
                <a:ea typeface="华文中宋" pitchFamily="2" charset="-122"/>
              </a:rPr>
              <a:t>平面的齐次坐标</a:t>
            </a:r>
          </a:p>
        </p:txBody>
      </p:sp>
      <p:sp>
        <p:nvSpPr>
          <p:cNvPr id="5" name="文本框 4">
            <a:extLst>
              <a:ext uri="{FF2B5EF4-FFF2-40B4-BE49-F238E27FC236}">
                <a16:creationId xmlns:a16="http://schemas.microsoft.com/office/drawing/2014/main" id="{6445A57C-2124-1ADD-8AB6-367C10B323E9}"/>
              </a:ext>
            </a:extLst>
          </p:cNvPr>
          <p:cNvSpPr txBox="1"/>
          <p:nvPr/>
        </p:nvSpPr>
        <p:spPr>
          <a:xfrm>
            <a:off x="775265" y="1145242"/>
            <a:ext cx="10624007" cy="2161617"/>
          </a:xfrm>
          <a:prstGeom prst="rect">
            <a:avLst/>
          </a:prstGeom>
          <a:noFill/>
        </p:spPr>
        <p:txBody>
          <a:bodyPr wrap="square">
            <a:spAutoFit/>
          </a:bodyPr>
          <a:lstStyle/>
          <a:p>
            <a:pPr indent="450000" algn="just">
              <a:lnSpc>
                <a:spcPct val="150000"/>
              </a:lnSpc>
            </a:pPr>
            <a:r>
              <a:rPr lang="zh-CN" altLang="zh-CN" kern="1000" dirty="0">
                <a:effectLst/>
                <a:latin typeface="微软雅黑" panose="020B0503020204020204" pitchFamily="34" charset="-122"/>
                <a:ea typeface="微软雅黑" panose="020B0503020204020204" pitchFamily="34" charset="-122"/>
              </a:rPr>
              <a:t>在平面齐次坐标中，由于齐次坐标的多值性，只有将点和平面的齐次坐标转化成标准形式才能得到点和面的统一的齐次坐标关系。</a:t>
            </a:r>
            <a:endParaRPr lang="en-US" altLang="zh-CN"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kern="1000" dirty="0">
                <a:effectLst/>
                <a:latin typeface="微软雅黑" panose="020B0503020204020204" pitchFamily="34" charset="-122"/>
                <a:ea typeface="微软雅黑" panose="020B0503020204020204" pitchFamily="34" charset="-122"/>
              </a:rPr>
              <a:t>平面齐次坐标由行矩阵                    来表示，当                   处于平面    内时，矩阵乘积                  ，或记为</a:t>
            </a:r>
          </a:p>
          <a:p>
            <a:pPr indent="450000" algn="just">
              <a:lnSpc>
                <a:spcPct val="150000"/>
              </a:lnSpc>
            </a:pPr>
            <a:endParaRPr lang="zh-CN" altLang="zh-CN" sz="2000" kern="1000" dirty="0">
              <a:effectLst/>
              <a:latin typeface="微软雅黑" panose="020B0503020204020204" pitchFamily="34" charset="-122"/>
              <a:ea typeface="微软雅黑" panose="020B0503020204020204" pitchFamily="34" charset="-122"/>
            </a:endParaRPr>
          </a:p>
        </p:txBody>
      </p:sp>
      <p:graphicFrame>
        <p:nvGraphicFramePr>
          <p:cNvPr id="10" name="对象 9">
            <a:extLst>
              <a:ext uri="{FF2B5EF4-FFF2-40B4-BE49-F238E27FC236}">
                <a16:creationId xmlns:a16="http://schemas.microsoft.com/office/drawing/2014/main" id="{85B6B5E0-6ABC-B188-515C-46E7F145FBB5}"/>
              </a:ext>
            </a:extLst>
          </p:cNvPr>
          <p:cNvGraphicFramePr>
            <a:graphicFrameLocks noChangeAspect="1"/>
          </p:cNvGraphicFramePr>
          <p:nvPr>
            <p:extLst>
              <p:ext uri="{D42A27DB-BD31-4B8C-83A1-F6EECF244321}">
                <p14:modId xmlns:p14="http://schemas.microsoft.com/office/powerpoint/2010/main" val="4146270751"/>
              </p:ext>
            </p:extLst>
          </p:nvPr>
        </p:nvGraphicFramePr>
        <p:xfrm>
          <a:off x="3775282" y="2075636"/>
          <a:ext cx="1427612" cy="356903"/>
        </p:xfrm>
        <a:graphic>
          <a:graphicData uri="http://schemas.openxmlformats.org/presentationml/2006/ole">
            <mc:AlternateContent xmlns:mc="http://schemas.openxmlformats.org/markup-compatibility/2006">
              <mc:Choice xmlns:v="urn:schemas-microsoft-com:vml" Requires="v">
                <p:oleObj name="Equation" r:id="rId3" imgW="761760" imgH="190440" progId="Equation.DSMT4">
                  <p:embed/>
                </p:oleObj>
              </mc:Choice>
              <mc:Fallback>
                <p:oleObj name="Equation" r:id="rId3" imgW="761760" imgH="190440" progId="Equation.DSMT4">
                  <p:embed/>
                  <p:pic>
                    <p:nvPicPr>
                      <p:cNvPr id="0" name=""/>
                      <p:cNvPicPr/>
                      <p:nvPr/>
                    </p:nvPicPr>
                    <p:blipFill>
                      <a:blip r:embed="rId4"/>
                      <a:stretch>
                        <a:fillRect/>
                      </a:stretch>
                    </p:blipFill>
                    <p:spPr>
                      <a:xfrm>
                        <a:off x="3775282" y="2075636"/>
                        <a:ext cx="1427612" cy="35690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04CFFF9-1714-C630-FE0D-267D1F79940E}"/>
              </a:ext>
            </a:extLst>
          </p:cNvPr>
          <p:cNvGraphicFramePr>
            <a:graphicFrameLocks noChangeAspect="1"/>
          </p:cNvGraphicFramePr>
          <p:nvPr>
            <p:extLst>
              <p:ext uri="{D42A27DB-BD31-4B8C-83A1-F6EECF244321}">
                <p14:modId xmlns:p14="http://schemas.microsoft.com/office/powerpoint/2010/main" val="1070409802"/>
              </p:ext>
            </p:extLst>
          </p:nvPr>
        </p:nvGraphicFramePr>
        <p:xfrm>
          <a:off x="6936453" y="2047598"/>
          <a:ext cx="1364629" cy="356903"/>
        </p:xfrm>
        <a:graphic>
          <a:graphicData uri="http://schemas.openxmlformats.org/presentationml/2006/ole">
            <mc:AlternateContent xmlns:mc="http://schemas.openxmlformats.org/markup-compatibility/2006">
              <mc:Choice xmlns:v="urn:schemas-microsoft-com:vml" Requires="v">
                <p:oleObj name="Equation" r:id="rId5" imgW="825480" imgH="215640" progId="Equation.DSMT4">
                  <p:embed/>
                </p:oleObj>
              </mc:Choice>
              <mc:Fallback>
                <p:oleObj name="Equation" r:id="rId5" imgW="825480" imgH="215640" progId="Equation.DSMT4">
                  <p:embed/>
                  <p:pic>
                    <p:nvPicPr>
                      <p:cNvPr id="0" name=""/>
                      <p:cNvPicPr/>
                      <p:nvPr/>
                    </p:nvPicPr>
                    <p:blipFill>
                      <a:blip r:embed="rId6"/>
                      <a:stretch>
                        <a:fillRect/>
                      </a:stretch>
                    </p:blipFill>
                    <p:spPr>
                      <a:xfrm>
                        <a:off x="6936453" y="2047598"/>
                        <a:ext cx="1364629" cy="35690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8F27D028-5F8F-4FEB-49DF-68D6E7B3A5C9}"/>
              </a:ext>
            </a:extLst>
          </p:cNvPr>
          <p:cNvGraphicFramePr>
            <a:graphicFrameLocks noChangeAspect="1"/>
          </p:cNvGraphicFramePr>
          <p:nvPr>
            <p:extLst>
              <p:ext uri="{D42A27DB-BD31-4B8C-83A1-F6EECF244321}">
                <p14:modId xmlns:p14="http://schemas.microsoft.com/office/powerpoint/2010/main" val="2027526635"/>
              </p:ext>
            </p:extLst>
          </p:nvPr>
        </p:nvGraphicFramePr>
        <p:xfrm>
          <a:off x="9642051" y="2133836"/>
          <a:ext cx="277502" cy="240502"/>
        </p:xfrm>
        <a:graphic>
          <a:graphicData uri="http://schemas.openxmlformats.org/presentationml/2006/ole">
            <mc:AlternateContent xmlns:mc="http://schemas.openxmlformats.org/markup-compatibility/2006">
              <mc:Choice xmlns:v="urn:schemas-microsoft-com:vml" Requires="v">
                <p:oleObj name="Equation" r:id="rId7" imgW="190440" imgH="164880" progId="Equation.DSMT4">
                  <p:embed/>
                </p:oleObj>
              </mc:Choice>
              <mc:Fallback>
                <p:oleObj name="Equation" r:id="rId7" imgW="190440" imgH="164880" progId="Equation.DSMT4">
                  <p:embed/>
                  <p:pic>
                    <p:nvPicPr>
                      <p:cNvPr id="0" name=""/>
                      <p:cNvPicPr/>
                      <p:nvPr/>
                    </p:nvPicPr>
                    <p:blipFill>
                      <a:blip r:embed="rId8"/>
                      <a:stretch>
                        <a:fillRect/>
                      </a:stretch>
                    </p:blipFill>
                    <p:spPr>
                      <a:xfrm>
                        <a:off x="9642051" y="2133836"/>
                        <a:ext cx="277502" cy="24050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8BF657D9-B113-2F4B-26A9-F521B74AA670}"/>
              </a:ext>
            </a:extLst>
          </p:cNvPr>
          <p:cNvGraphicFramePr>
            <a:graphicFrameLocks noChangeAspect="1"/>
          </p:cNvGraphicFramePr>
          <p:nvPr>
            <p:extLst>
              <p:ext uri="{D42A27DB-BD31-4B8C-83A1-F6EECF244321}">
                <p14:modId xmlns:p14="http://schemas.microsoft.com/office/powerpoint/2010/main" val="3999519058"/>
              </p:ext>
            </p:extLst>
          </p:nvPr>
        </p:nvGraphicFramePr>
        <p:xfrm>
          <a:off x="1371879" y="2567363"/>
          <a:ext cx="825998" cy="334864"/>
        </p:xfrm>
        <a:graphic>
          <a:graphicData uri="http://schemas.openxmlformats.org/presentationml/2006/ole">
            <mc:AlternateContent xmlns:mc="http://schemas.openxmlformats.org/markup-compatibility/2006">
              <mc:Choice xmlns:v="urn:schemas-microsoft-com:vml" Requires="v">
                <p:oleObj name="Equation" r:id="rId9" imgW="469800" imgH="190440" progId="Equation.DSMT4">
                  <p:embed/>
                </p:oleObj>
              </mc:Choice>
              <mc:Fallback>
                <p:oleObj name="Equation" r:id="rId9" imgW="469800" imgH="190440" progId="Equation.DSMT4">
                  <p:embed/>
                  <p:pic>
                    <p:nvPicPr>
                      <p:cNvPr id="0" name=""/>
                      <p:cNvPicPr/>
                      <p:nvPr/>
                    </p:nvPicPr>
                    <p:blipFill>
                      <a:blip r:embed="rId10"/>
                      <a:stretch>
                        <a:fillRect/>
                      </a:stretch>
                    </p:blipFill>
                    <p:spPr>
                      <a:xfrm>
                        <a:off x="1371879" y="2567363"/>
                        <a:ext cx="825998" cy="334864"/>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445E3D54-6106-8436-40FA-3D82C7342B73}"/>
              </a:ext>
            </a:extLst>
          </p:cNvPr>
          <p:cNvGraphicFramePr>
            <a:graphicFrameLocks noChangeAspect="1"/>
          </p:cNvGraphicFramePr>
          <p:nvPr>
            <p:extLst>
              <p:ext uri="{D42A27DB-BD31-4B8C-83A1-F6EECF244321}">
                <p14:modId xmlns:p14="http://schemas.microsoft.com/office/powerpoint/2010/main" val="446881136"/>
              </p:ext>
            </p:extLst>
          </p:nvPr>
        </p:nvGraphicFramePr>
        <p:xfrm>
          <a:off x="4283956" y="2902227"/>
          <a:ext cx="3878376" cy="1334495"/>
        </p:xfrm>
        <a:graphic>
          <a:graphicData uri="http://schemas.openxmlformats.org/presentationml/2006/ole">
            <mc:AlternateContent xmlns:mc="http://schemas.openxmlformats.org/markup-compatibility/2006">
              <mc:Choice xmlns:v="urn:schemas-microsoft-com:vml" Requires="v">
                <p:oleObj name="Equation" r:id="rId11" imgW="2361960" imgH="812520" progId="Equation.DSMT4">
                  <p:embed/>
                </p:oleObj>
              </mc:Choice>
              <mc:Fallback>
                <p:oleObj name="Equation" r:id="rId11" imgW="2361960" imgH="812520" progId="Equation.DSMT4">
                  <p:embed/>
                  <p:pic>
                    <p:nvPicPr>
                      <p:cNvPr id="0" name=""/>
                      <p:cNvPicPr/>
                      <p:nvPr/>
                    </p:nvPicPr>
                    <p:blipFill>
                      <a:blip r:embed="rId12"/>
                      <a:stretch>
                        <a:fillRect/>
                      </a:stretch>
                    </p:blipFill>
                    <p:spPr>
                      <a:xfrm>
                        <a:off x="4283956" y="2902227"/>
                        <a:ext cx="3878376" cy="1334495"/>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FFD37DD6-02DC-F67B-94AC-F1883A8DC257}"/>
              </a:ext>
            </a:extLst>
          </p:cNvPr>
          <p:cNvSpPr txBox="1"/>
          <p:nvPr/>
        </p:nvSpPr>
        <p:spPr>
          <a:xfrm>
            <a:off x="772359" y="4603139"/>
            <a:ext cx="6122708" cy="400110"/>
          </a:xfrm>
          <a:prstGeom prst="rect">
            <a:avLst/>
          </a:prstGeom>
          <a:noFill/>
        </p:spPr>
        <p:txBody>
          <a:bodyPr wrap="square">
            <a:spAutoFit/>
          </a:bodyPr>
          <a:lstStyle/>
          <a:p>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如果定义一个常数</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，则有</a:t>
            </a:r>
            <a:endParaRPr lang="zh-CN" altLang="en-US" sz="2000" dirty="0">
              <a:latin typeface="微软雅黑" panose="020B0503020204020204" pitchFamily="34" charset="-122"/>
              <a:ea typeface="微软雅黑" panose="020B0503020204020204" pitchFamily="34" charset="-122"/>
            </a:endParaRPr>
          </a:p>
        </p:txBody>
      </p:sp>
      <p:graphicFrame>
        <p:nvGraphicFramePr>
          <p:cNvPr id="19" name="对象 18">
            <a:extLst>
              <a:ext uri="{FF2B5EF4-FFF2-40B4-BE49-F238E27FC236}">
                <a16:creationId xmlns:a16="http://schemas.microsoft.com/office/drawing/2014/main" id="{728555E9-E232-61DD-F2CF-731EA460B7BC}"/>
              </a:ext>
            </a:extLst>
          </p:cNvPr>
          <p:cNvGraphicFramePr>
            <a:graphicFrameLocks noChangeAspect="1"/>
          </p:cNvGraphicFramePr>
          <p:nvPr>
            <p:extLst>
              <p:ext uri="{D42A27DB-BD31-4B8C-83A1-F6EECF244321}">
                <p14:modId xmlns:p14="http://schemas.microsoft.com/office/powerpoint/2010/main" val="2865082682"/>
              </p:ext>
            </p:extLst>
          </p:nvPr>
        </p:nvGraphicFramePr>
        <p:xfrm>
          <a:off x="3123874" y="4603139"/>
          <a:ext cx="1882870" cy="400110"/>
        </p:xfrm>
        <a:graphic>
          <a:graphicData uri="http://schemas.openxmlformats.org/presentationml/2006/ole">
            <mc:AlternateContent xmlns:mc="http://schemas.openxmlformats.org/markup-compatibility/2006">
              <mc:Choice xmlns:v="urn:schemas-microsoft-com:vml" Requires="v">
                <p:oleObj name="Equation" r:id="rId13" imgW="1015920" imgH="215640" progId="Equation.DSMT4">
                  <p:embed/>
                </p:oleObj>
              </mc:Choice>
              <mc:Fallback>
                <p:oleObj name="Equation" r:id="rId13" imgW="1015920" imgH="215640" progId="Equation.DSMT4">
                  <p:embed/>
                  <p:pic>
                    <p:nvPicPr>
                      <p:cNvPr id="0" name=""/>
                      <p:cNvPicPr/>
                      <p:nvPr/>
                    </p:nvPicPr>
                    <p:blipFill>
                      <a:blip r:embed="rId14"/>
                      <a:stretch>
                        <a:fillRect/>
                      </a:stretch>
                    </p:blipFill>
                    <p:spPr>
                      <a:xfrm>
                        <a:off x="3123874" y="4603139"/>
                        <a:ext cx="1882870" cy="40011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C4391CFE-7FD4-5381-89DF-541EF9DE1C0F}"/>
              </a:ext>
            </a:extLst>
          </p:cNvPr>
          <p:cNvGraphicFramePr>
            <a:graphicFrameLocks noChangeAspect="1"/>
          </p:cNvGraphicFramePr>
          <p:nvPr>
            <p:extLst>
              <p:ext uri="{D42A27DB-BD31-4B8C-83A1-F6EECF244321}">
                <p14:modId xmlns:p14="http://schemas.microsoft.com/office/powerpoint/2010/main" val="136923785"/>
              </p:ext>
            </p:extLst>
          </p:nvPr>
        </p:nvGraphicFramePr>
        <p:xfrm>
          <a:off x="2555624" y="5365449"/>
          <a:ext cx="5874593" cy="624041"/>
        </p:xfrm>
        <a:graphic>
          <a:graphicData uri="http://schemas.openxmlformats.org/presentationml/2006/ole">
            <mc:AlternateContent xmlns:mc="http://schemas.openxmlformats.org/markup-compatibility/2006">
              <mc:Choice xmlns:v="urn:schemas-microsoft-com:vml" Requires="v">
                <p:oleObj name="Equation" r:id="rId15" imgW="3466800" imgH="368280" progId="Equation.DSMT4">
                  <p:embed/>
                </p:oleObj>
              </mc:Choice>
              <mc:Fallback>
                <p:oleObj name="Equation" r:id="rId15" imgW="3466800" imgH="368280" progId="Equation.DSMT4">
                  <p:embed/>
                  <p:pic>
                    <p:nvPicPr>
                      <p:cNvPr id="0" name=""/>
                      <p:cNvPicPr/>
                      <p:nvPr/>
                    </p:nvPicPr>
                    <p:blipFill>
                      <a:blip r:embed="rId16"/>
                      <a:stretch>
                        <a:fillRect/>
                      </a:stretch>
                    </p:blipFill>
                    <p:spPr>
                      <a:xfrm>
                        <a:off x="2555624" y="5365449"/>
                        <a:ext cx="5874593" cy="624041"/>
                      </a:xfrm>
                      <a:prstGeom prst="rect">
                        <a:avLst/>
                      </a:prstGeom>
                    </p:spPr>
                  </p:pic>
                </p:oleObj>
              </mc:Fallback>
            </mc:AlternateContent>
          </a:graphicData>
        </a:graphic>
      </p:graphicFrame>
    </p:spTree>
    <p:extLst>
      <p:ext uri="{BB962C8B-B14F-4D97-AF65-F5344CB8AC3E}">
        <p14:creationId xmlns:p14="http://schemas.microsoft.com/office/powerpoint/2010/main" val="1637608427"/>
      </p:ext>
    </p:extLst>
  </p:cSld>
  <p:clrMapOvr>
    <a:masterClrMapping/>
  </p:clrMapOvr>
  <p:transition advTm="18857"/>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127BE27-C66C-56BC-6414-D88E38FB1ED6}"/>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2.1.2  </a:t>
            </a:r>
            <a:r>
              <a:rPr lang="zh-CN" altLang="en-US" sz="2800" b="1" dirty="0">
                <a:latin typeface="Times New Roman" pitchFamily="18" charset="0"/>
                <a:ea typeface="华文中宋" pitchFamily="2" charset="-122"/>
              </a:rPr>
              <a:t>平面的齐次坐标</a:t>
            </a:r>
          </a:p>
        </p:txBody>
      </p:sp>
      <p:sp>
        <p:nvSpPr>
          <p:cNvPr id="5" name="文本框 4">
            <a:extLst>
              <a:ext uri="{FF2B5EF4-FFF2-40B4-BE49-F238E27FC236}">
                <a16:creationId xmlns:a16="http://schemas.microsoft.com/office/drawing/2014/main" id="{73CAFC3E-0D56-BF1A-0E63-B6F3F6D006F2}"/>
              </a:ext>
            </a:extLst>
          </p:cNvPr>
          <p:cNvSpPr txBox="1"/>
          <p:nvPr/>
        </p:nvSpPr>
        <p:spPr>
          <a:xfrm>
            <a:off x="527902" y="1084081"/>
            <a:ext cx="10982226" cy="1799788"/>
          </a:xfrm>
          <a:prstGeom prst="rect">
            <a:avLst/>
          </a:prstGeom>
          <a:noFill/>
        </p:spPr>
        <p:txBody>
          <a:bodyPr wrap="square">
            <a:spAutoFit/>
          </a:bodyPr>
          <a:lstStyle/>
          <a:p>
            <a:pPr indent="457200" algn="just">
              <a:lnSpc>
                <a:spcPct val="150000"/>
              </a:lnSpc>
            </a:pPr>
            <a:r>
              <a:rPr lang="zh-CN" altLang="zh-CN" kern="1000" dirty="0">
                <a:effectLst/>
                <a:latin typeface="微软雅黑" panose="020B0503020204020204" pitchFamily="34" charset="-122"/>
                <a:ea typeface="微软雅黑" panose="020B0503020204020204" pitchFamily="34" charset="-122"/>
              </a:rPr>
              <a:t>可以把矢量</a:t>
            </a:r>
            <a:r>
              <a:rPr lang="en-US" altLang="zh-CN" kern="1000" dirty="0">
                <a:effectLst/>
                <a:latin typeface="微软雅黑" panose="020B0503020204020204" pitchFamily="34" charset="-122"/>
                <a:ea typeface="微软雅黑" panose="020B0503020204020204" pitchFamily="34" charset="-122"/>
              </a:rPr>
              <a:t>                   </a:t>
            </a:r>
            <a:r>
              <a:rPr lang="zh-CN" altLang="zh-CN" kern="1000" dirty="0">
                <a:effectLst/>
                <a:latin typeface="微软雅黑" panose="020B0503020204020204" pitchFamily="34" charset="-122"/>
                <a:ea typeface="微软雅黑" panose="020B0503020204020204" pitchFamily="34" charset="-122"/>
              </a:rPr>
              <a:t>解释为某个平面的外法线，此平面沿着法线方向与坐标原点的距离为</a:t>
            </a:r>
            <a:r>
              <a:rPr lang="en-US" altLang="zh-CN" kern="1000" dirty="0">
                <a:effectLst/>
                <a:latin typeface="微软雅黑" panose="020B0503020204020204" pitchFamily="34" charset="-122"/>
                <a:ea typeface="微软雅黑" panose="020B0503020204020204" pitchFamily="34" charset="-122"/>
              </a:rPr>
              <a:t>  </a:t>
            </a:r>
            <a:r>
              <a:rPr lang="en-US" altLang="zh-CN" sz="2000" kern="1000" dirty="0">
                <a:effectLst/>
                <a:latin typeface="微软雅黑" panose="020B0503020204020204" pitchFamily="34" charset="-122"/>
                <a:ea typeface="微软雅黑" panose="020B0503020204020204" pitchFamily="34" charset="-122"/>
              </a:rPr>
              <a:t>     </a:t>
            </a:r>
            <a:r>
              <a:rPr lang="zh-CN" altLang="en-US" sz="2000" kern="1000" dirty="0">
                <a:effectLst/>
                <a:latin typeface="微软雅黑" panose="020B0503020204020204" pitchFamily="34" charset="-122"/>
                <a:ea typeface="微软雅黑" panose="020B0503020204020204" pitchFamily="34" charset="-122"/>
              </a:rPr>
              <a:t>。</a:t>
            </a:r>
            <a:r>
              <a:rPr lang="zh-CN" altLang="en-US" kern="1000" dirty="0">
                <a:effectLst/>
                <a:latin typeface="微软雅黑" panose="020B0503020204020204" pitchFamily="34" charset="-122"/>
                <a:ea typeface="微软雅黑" panose="020B0503020204020204" pitchFamily="34" charset="-122"/>
              </a:rPr>
              <a:t>因此一个平行于   、 轴，且在  轴上的坐标为单位距离的平面    可以表示为                      或                     ，从而有</a:t>
            </a:r>
          </a:p>
          <a:p>
            <a:pPr algn="just">
              <a:lnSpc>
                <a:spcPct val="150000"/>
              </a:lnSpc>
            </a:pPr>
            <a:endParaRPr lang="zh-CN" altLang="en-US" sz="2000" dirty="0"/>
          </a:p>
        </p:txBody>
      </p:sp>
      <p:graphicFrame>
        <p:nvGraphicFramePr>
          <p:cNvPr id="9" name="对象 8">
            <a:extLst>
              <a:ext uri="{FF2B5EF4-FFF2-40B4-BE49-F238E27FC236}">
                <a16:creationId xmlns:a16="http://schemas.microsoft.com/office/drawing/2014/main" id="{B85345D8-318C-6C16-D1E0-46605D13B864}"/>
              </a:ext>
            </a:extLst>
          </p:cNvPr>
          <p:cNvGraphicFramePr>
            <a:graphicFrameLocks noChangeAspect="1"/>
          </p:cNvGraphicFramePr>
          <p:nvPr>
            <p:extLst>
              <p:ext uri="{D42A27DB-BD31-4B8C-83A1-F6EECF244321}">
                <p14:modId xmlns:p14="http://schemas.microsoft.com/office/powerpoint/2010/main" val="2067348862"/>
              </p:ext>
            </p:extLst>
          </p:nvPr>
        </p:nvGraphicFramePr>
        <p:xfrm>
          <a:off x="2115138" y="1088552"/>
          <a:ext cx="1466735" cy="543235"/>
        </p:xfrm>
        <a:graphic>
          <a:graphicData uri="http://schemas.openxmlformats.org/presentationml/2006/ole">
            <mc:AlternateContent xmlns:mc="http://schemas.openxmlformats.org/markup-compatibility/2006">
              <mc:Choice xmlns:v="urn:schemas-microsoft-com:vml" Requires="v">
                <p:oleObj name="Equation" r:id="rId3" imgW="1028520" imgH="380880" progId="Equation.DSMT4">
                  <p:embed/>
                </p:oleObj>
              </mc:Choice>
              <mc:Fallback>
                <p:oleObj name="Equation" r:id="rId3" imgW="1028520" imgH="380880" progId="Equation.DSMT4">
                  <p:embed/>
                  <p:pic>
                    <p:nvPicPr>
                      <p:cNvPr id="0" name=""/>
                      <p:cNvPicPr/>
                      <p:nvPr/>
                    </p:nvPicPr>
                    <p:blipFill>
                      <a:blip r:embed="rId4"/>
                      <a:stretch>
                        <a:fillRect/>
                      </a:stretch>
                    </p:blipFill>
                    <p:spPr>
                      <a:xfrm>
                        <a:off x="2115138" y="1088552"/>
                        <a:ext cx="1466735" cy="54323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D85510A-00E3-CDF5-B952-A2BBA3E5A872}"/>
              </a:ext>
            </a:extLst>
          </p:cNvPr>
          <p:cNvGraphicFramePr>
            <a:graphicFrameLocks noChangeAspect="1"/>
          </p:cNvGraphicFramePr>
          <p:nvPr>
            <p:extLst>
              <p:ext uri="{D42A27DB-BD31-4B8C-83A1-F6EECF244321}">
                <p14:modId xmlns:p14="http://schemas.microsoft.com/office/powerpoint/2010/main" val="2765458500"/>
              </p:ext>
            </p:extLst>
          </p:nvPr>
        </p:nvGraphicFramePr>
        <p:xfrm>
          <a:off x="10492584" y="1107171"/>
          <a:ext cx="403520" cy="564928"/>
        </p:xfrm>
        <a:graphic>
          <a:graphicData uri="http://schemas.openxmlformats.org/presentationml/2006/ole">
            <mc:AlternateContent xmlns:mc="http://schemas.openxmlformats.org/markup-compatibility/2006">
              <mc:Choice xmlns:v="urn:schemas-microsoft-com:vml" Requires="v">
                <p:oleObj name="Equation" r:id="rId5" imgW="253800" imgH="355320" progId="Equation.DSMT4">
                  <p:embed/>
                </p:oleObj>
              </mc:Choice>
              <mc:Fallback>
                <p:oleObj name="Equation" r:id="rId5" imgW="253800" imgH="355320" progId="Equation.DSMT4">
                  <p:embed/>
                  <p:pic>
                    <p:nvPicPr>
                      <p:cNvPr id="0" name=""/>
                      <p:cNvPicPr/>
                      <p:nvPr/>
                    </p:nvPicPr>
                    <p:blipFill>
                      <a:blip r:embed="rId6"/>
                      <a:stretch>
                        <a:fillRect/>
                      </a:stretch>
                    </p:blipFill>
                    <p:spPr>
                      <a:xfrm>
                        <a:off x="10492584" y="1107171"/>
                        <a:ext cx="403520" cy="564928"/>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18AA4A6C-5846-614E-56E8-493661CE8E7E}"/>
              </a:ext>
            </a:extLst>
          </p:cNvPr>
          <p:cNvGraphicFramePr>
            <a:graphicFrameLocks noChangeAspect="1"/>
          </p:cNvGraphicFramePr>
          <p:nvPr>
            <p:extLst>
              <p:ext uri="{D42A27DB-BD31-4B8C-83A1-F6EECF244321}">
                <p14:modId xmlns:p14="http://schemas.microsoft.com/office/powerpoint/2010/main" val="3486129880"/>
              </p:ext>
            </p:extLst>
          </p:nvPr>
        </p:nvGraphicFramePr>
        <p:xfrm>
          <a:off x="1984116" y="1662620"/>
          <a:ext cx="275592" cy="306213"/>
        </p:xfrm>
        <a:graphic>
          <a:graphicData uri="http://schemas.openxmlformats.org/presentationml/2006/ole">
            <mc:AlternateContent xmlns:mc="http://schemas.openxmlformats.org/markup-compatibility/2006">
              <mc:Choice xmlns:v="urn:schemas-microsoft-com:vml" Requires="v">
                <p:oleObj name="Equation" r:id="rId7" imgW="114120" imgH="126720" progId="Equation.DSMT4">
                  <p:embed/>
                </p:oleObj>
              </mc:Choice>
              <mc:Fallback>
                <p:oleObj name="Equation" r:id="rId7" imgW="114120" imgH="126720" progId="Equation.DSMT4">
                  <p:embed/>
                  <p:pic>
                    <p:nvPicPr>
                      <p:cNvPr id="0" name=""/>
                      <p:cNvPicPr/>
                      <p:nvPr/>
                    </p:nvPicPr>
                    <p:blipFill>
                      <a:blip r:embed="rId8"/>
                      <a:stretch>
                        <a:fillRect/>
                      </a:stretch>
                    </p:blipFill>
                    <p:spPr>
                      <a:xfrm>
                        <a:off x="1984116" y="1662620"/>
                        <a:ext cx="275592" cy="30621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9394F18-CB42-00DB-FDF1-5A42C4476A18}"/>
              </a:ext>
            </a:extLst>
          </p:cNvPr>
          <p:cNvGraphicFramePr>
            <a:graphicFrameLocks noChangeAspect="1"/>
          </p:cNvGraphicFramePr>
          <p:nvPr>
            <p:extLst>
              <p:ext uri="{D42A27DB-BD31-4B8C-83A1-F6EECF244321}">
                <p14:modId xmlns:p14="http://schemas.microsoft.com/office/powerpoint/2010/main" val="2218455620"/>
              </p:ext>
            </p:extLst>
          </p:nvPr>
        </p:nvGraphicFramePr>
        <p:xfrm>
          <a:off x="2311542" y="1669685"/>
          <a:ext cx="255178" cy="306214"/>
        </p:xfrm>
        <a:graphic>
          <a:graphicData uri="http://schemas.openxmlformats.org/presentationml/2006/ole">
            <mc:AlternateContent xmlns:mc="http://schemas.openxmlformats.org/markup-compatibility/2006">
              <mc:Choice xmlns:v="urn:schemas-microsoft-com:vml" Requires="v">
                <p:oleObj name="Equation" r:id="rId9" imgW="126720" imgH="152280" progId="Equation.DSMT4">
                  <p:embed/>
                </p:oleObj>
              </mc:Choice>
              <mc:Fallback>
                <p:oleObj name="Equation" r:id="rId9" imgW="126720" imgH="152280" progId="Equation.DSMT4">
                  <p:embed/>
                  <p:pic>
                    <p:nvPicPr>
                      <p:cNvPr id="0" name=""/>
                      <p:cNvPicPr/>
                      <p:nvPr/>
                    </p:nvPicPr>
                    <p:blipFill>
                      <a:blip r:embed="rId10"/>
                      <a:stretch>
                        <a:fillRect/>
                      </a:stretch>
                    </p:blipFill>
                    <p:spPr>
                      <a:xfrm>
                        <a:off x="2311542" y="1669685"/>
                        <a:ext cx="255178" cy="306214"/>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05C539E6-52A1-0D20-8CF1-539FAB1CA5DF}"/>
              </a:ext>
            </a:extLst>
          </p:cNvPr>
          <p:cNvGraphicFramePr>
            <a:graphicFrameLocks noChangeAspect="1"/>
          </p:cNvGraphicFramePr>
          <p:nvPr>
            <p:extLst>
              <p:ext uri="{D42A27DB-BD31-4B8C-83A1-F6EECF244321}">
                <p14:modId xmlns:p14="http://schemas.microsoft.com/office/powerpoint/2010/main" val="2650907160"/>
              </p:ext>
            </p:extLst>
          </p:nvPr>
        </p:nvGraphicFramePr>
        <p:xfrm>
          <a:off x="3376025" y="1700907"/>
          <a:ext cx="258255" cy="258255"/>
        </p:xfrm>
        <a:graphic>
          <a:graphicData uri="http://schemas.openxmlformats.org/presentationml/2006/ole">
            <mc:AlternateContent xmlns:mc="http://schemas.openxmlformats.org/markup-compatibility/2006">
              <mc:Choice xmlns:v="urn:schemas-microsoft-com:vml" Requires="v">
                <p:oleObj name="Equation" r:id="rId11" imgW="114120" imgH="114120" progId="Equation.DSMT4">
                  <p:embed/>
                </p:oleObj>
              </mc:Choice>
              <mc:Fallback>
                <p:oleObj name="Equation" r:id="rId11" imgW="114120" imgH="114120" progId="Equation.DSMT4">
                  <p:embed/>
                  <p:pic>
                    <p:nvPicPr>
                      <p:cNvPr id="0" name=""/>
                      <p:cNvPicPr/>
                      <p:nvPr/>
                    </p:nvPicPr>
                    <p:blipFill>
                      <a:blip r:embed="rId12"/>
                      <a:stretch>
                        <a:fillRect/>
                      </a:stretch>
                    </p:blipFill>
                    <p:spPr>
                      <a:xfrm>
                        <a:off x="3376025" y="1700907"/>
                        <a:ext cx="258255" cy="25825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C84A23F2-F4F3-2920-A48C-7E66B1B74065}"/>
              </a:ext>
            </a:extLst>
          </p:cNvPr>
          <p:cNvGraphicFramePr>
            <a:graphicFrameLocks noChangeAspect="1"/>
          </p:cNvGraphicFramePr>
          <p:nvPr>
            <p:extLst>
              <p:ext uri="{D42A27DB-BD31-4B8C-83A1-F6EECF244321}">
                <p14:modId xmlns:p14="http://schemas.microsoft.com/office/powerpoint/2010/main" val="2439850229"/>
              </p:ext>
            </p:extLst>
          </p:nvPr>
        </p:nvGraphicFramePr>
        <p:xfrm>
          <a:off x="6515672" y="1689946"/>
          <a:ext cx="323283" cy="280179"/>
        </p:xfrm>
        <a:graphic>
          <a:graphicData uri="http://schemas.openxmlformats.org/presentationml/2006/ole">
            <mc:AlternateContent xmlns:mc="http://schemas.openxmlformats.org/markup-compatibility/2006">
              <mc:Choice xmlns:v="urn:schemas-microsoft-com:vml" Requires="v">
                <p:oleObj name="Equation" r:id="rId13" imgW="190440" imgH="164880" progId="Equation.DSMT4">
                  <p:embed/>
                </p:oleObj>
              </mc:Choice>
              <mc:Fallback>
                <p:oleObj name="Equation" r:id="rId13" imgW="190440" imgH="164880" progId="Equation.DSMT4">
                  <p:embed/>
                  <p:pic>
                    <p:nvPicPr>
                      <p:cNvPr id="0" name=""/>
                      <p:cNvPicPr/>
                      <p:nvPr/>
                    </p:nvPicPr>
                    <p:blipFill>
                      <a:blip r:embed="rId14"/>
                      <a:stretch>
                        <a:fillRect/>
                      </a:stretch>
                    </p:blipFill>
                    <p:spPr>
                      <a:xfrm>
                        <a:off x="6515672" y="1689946"/>
                        <a:ext cx="323283" cy="280179"/>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9F7327C6-D04C-C3F4-427B-77739DCE4A45}"/>
              </a:ext>
            </a:extLst>
          </p:cNvPr>
          <p:cNvGraphicFramePr>
            <a:graphicFrameLocks noChangeAspect="1"/>
          </p:cNvGraphicFramePr>
          <p:nvPr>
            <p:extLst>
              <p:ext uri="{D42A27DB-BD31-4B8C-83A1-F6EECF244321}">
                <p14:modId xmlns:p14="http://schemas.microsoft.com/office/powerpoint/2010/main" val="1045037149"/>
              </p:ext>
            </p:extLst>
          </p:nvPr>
        </p:nvGraphicFramePr>
        <p:xfrm>
          <a:off x="8214735" y="1669685"/>
          <a:ext cx="1241819" cy="300440"/>
        </p:xfrm>
        <a:graphic>
          <a:graphicData uri="http://schemas.openxmlformats.org/presentationml/2006/ole">
            <mc:AlternateContent xmlns:mc="http://schemas.openxmlformats.org/markup-compatibility/2006">
              <mc:Choice xmlns:v="urn:schemas-microsoft-com:vml" Requires="v">
                <p:oleObj name="Equation" r:id="rId15" imgW="787320" imgH="190440" progId="Equation.DSMT4">
                  <p:embed/>
                </p:oleObj>
              </mc:Choice>
              <mc:Fallback>
                <p:oleObj name="Equation" r:id="rId15" imgW="787320" imgH="190440" progId="Equation.DSMT4">
                  <p:embed/>
                  <p:pic>
                    <p:nvPicPr>
                      <p:cNvPr id="0" name=""/>
                      <p:cNvPicPr/>
                      <p:nvPr/>
                    </p:nvPicPr>
                    <p:blipFill>
                      <a:blip r:embed="rId16"/>
                      <a:stretch>
                        <a:fillRect/>
                      </a:stretch>
                    </p:blipFill>
                    <p:spPr>
                      <a:xfrm>
                        <a:off x="8214735" y="1669685"/>
                        <a:ext cx="1241819" cy="30044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0C4657D7-A7F4-2B7C-F43D-5C5C90FE97C8}"/>
              </a:ext>
            </a:extLst>
          </p:cNvPr>
          <p:cNvGraphicFramePr>
            <a:graphicFrameLocks noChangeAspect="1"/>
          </p:cNvGraphicFramePr>
          <p:nvPr>
            <p:extLst>
              <p:ext uri="{D42A27DB-BD31-4B8C-83A1-F6EECF244321}">
                <p14:modId xmlns:p14="http://schemas.microsoft.com/office/powerpoint/2010/main" val="865094114"/>
              </p:ext>
            </p:extLst>
          </p:nvPr>
        </p:nvGraphicFramePr>
        <p:xfrm>
          <a:off x="9991997" y="1689946"/>
          <a:ext cx="1301911" cy="300441"/>
        </p:xfrm>
        <a:graphic>
          <a:graphicData uri="http://schemas.openxmlformats.org/presentationml/2006/ole">
            <mc:AlternateContent xmlns:mc="http://schemas.openxmlformats.org/markup-compatibility/2006">
              <mc:Choice xmlns:v="urn:schemas-microsoft-com:vml" Requires="v">
                <p:oleObj name="Equation" r:id="rId17" imgW="825480" imgH="190440" progId="Equation.DSMT4">
                  <p:embed/>
                </p:oleObj>
              </mc:Choice>
              <mc:Fallback>
                <p:oleObj name="Equation" r:id="rId17" imgW="825480" imgH="190440" progId="Equation.DSMT4">
                  <p:embed/>
                  <p:pic>
                    <p:nvPicPr>
                      <p:cNvPr id="0" name=""/>
                      <p:cNvPicPr/>
                      <p:nvPr/>
                    </p:nvPicPr>
                    <p:blipFill>
                      <a:blip r:embed="rId18"/>
                      <a:stretch>
                        <a:fillRect/>
                      </a:stretch>
                    </p:blipFill>
                    <p:spPr>
                      <a:xfrm>
                        <a:off x="9991997" y="1689946"/>
                        <a:ext cx="1301911" cy="300441"/>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A39A1ABB-02DB-2CD8-A0ED-1ECCB776C4A2}"/>
              </a:ext>
            </a:extLst>
          </p:cNvPr>
          <p:cNvGraphicFramePr>
            <a:graphicFrameLocks noChangeAspect="1"/>
          </p:cNvGraphicFramePr>
          <p:nvPr>
            <p:extLst>
              <p:ext uri="{D42A27DB-BD31-4B8C-83A1-F6EECF244321}">
                <p14:modId xmlns:p14="http://schemas.microsoft.com/office/powerpoint/2010/main" val="4179423860"/>
              </p:ext>
            </p:extLst>
          </p:nvPr>
        </p:nvGraphicFramePr>
        <p:xfrm>
          <a:off x="3956392" y="2799141"/>
          <a:ext cx="2918009" cy="1201533"/>
        </p:xfrm>
        <a:graphic>
          <a:graphicData uri="http://schemas.openxmlformats.org/presentationml/2006/ole">
            <mc:AlternateContent xmlns:mc="http://schemas.openxmlformats.org/markup-compatibility/2006">
              <mc:Choice xmlns:v="urn:schemas-microsoft-com:vml" Requires="v">
                <p:oleObj name="Equation" r:id="rId19" imgW="1511280" imgH="622080" progId="Equation.DSMT4">
                  <p:embed/>
                </p:oleObj>
              </mc:Choice>
              <mc:Fallback>
                <p:oleObj name="Equation" r:id="rId19" imgW="1511280" imgH="622080" progId="Equation.DSMT4">
                  <p:embed/>
                  <p:pic>
                    <p:nvPicPr>
                      <p:cNvPr id="0" name=""/>
                      <p:cNvPicPr/>
                      <p:nvPr/>
                    </p:nvPicPr>
                    <p:blipFill>
                      <a:blip r:embed="rId20"/>
                      <a:stretch>
                        <a:fillRect/>
                      </a:stretch>
                    </p:blipFill>
                    <p:spPr>
                      <a:xfrm>
                        <a:off x="3956392" y="2799141"/>
                        <a:ext cx="2918009" cy="1201533"/>
                      </a:xfrm>
                      <a:prstGeom prst="rect">
                        <a:avLst/>
                      </a:prstGeom>
                    </p:spPr>
                  </p:pic>
                </p:oleObj>
              </mc:Fallback>
            </mc:AlternateContent>
          </a:graphicData>
        </a:graphic>
      </p:graphicFrame>
      <p:sp>
        <p:nvSpPr>
          <p:cNvPr id="20" name="文本框 19">
            <a:extLst>
              <a:ext uri="{FF2B5EF4-FFF2-40B4-BE49-F238E27FC236}">
                <a16:creationId xmlns:a16="http://schemas.microsoft.com/office/drawing/2014/main" id="{CFF1DAD7-0017-101B-09D5-397C9306E776}"/>
              </a:ext>
            </a:extLst>
          </p:cNvPr>
          <p:cNvSpPr txBox="1"/>
          <p:nvPr/>
        </p:nvSpPr>
        <p:spPr>
          <a:xfrm>
            <a:off x="716668" y="4212039"/>
            <a:ext cx="10793460" cy="1289905"/>
          </a:xfrm>
          <a:prstGeom prst="rect">
            <a:avLst/>
          </a:prstGeom>
          <a:noFill/>
        </p:spPr>
        <p:txBody>
          <a:bodyPr wrap="square">
            <a:spAutoFit/>
          </a:bodyPr>
          <a:lstStyle/>
          <a:p>
            <a:pPr algn="just">
              <a:lnSpc>
                <a:spcPct val="150000"/>
              </a:lnSpc>
            </a:pPr>
            <a:r>
              <a:rPr lang="zh-CN"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例如：设</a:t>
            </a:r>
            <a:r>
              <a:rPr lang="en-US"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0" dirty="0">
                <a:effectLst/>
                <a:latin typeface="微软雅黑" panose="020B0503020204020204" pitchFamily="34" charset="-122"/>
                <a:ea typeface="微软雅黑" panose="020B0503020204020204" pitchFamily="34" charset="-122"/>
                <a:cs typeface="Times New Roman" panose="02020603050405020304" pitchFamily="18" charset="0"/>
              </a:rPr>
              <a:t>，                          则必定</a:t>
            </a:r>
            <a:r>
              <a:rPr lang="zh-CN" altLang="zh-CN" kern="1000" dirty="0">
                <a:effectLst/>
                <a:latin typeface="微软雅黑" panose="020B0503020204020204" pitchFamily="34" charset="-122"/>
                <a:ea typeface="微软雅黑" panose="020B0503020204020204" pitchFamily="34" charset="-122"/>
                <a:cs typeface="Times New Roman" panose="02020603050405020304" pitchFamily="18" charset="0"/>
              </a:rPr>
              <a:t>处于</a:t>
            </a:r>
            <a:r>
              <a:rPr lang="zh-CN" altLang="en-US" kern="1000" dirty="0">
                <a:effectLst/>
                <a:latin typeface="微软雅黑" panose="020B0503020204020204" pitchFamily="34" charset="-122"/>
                <a:ea typeface="微软雅黑" panose="020B0503020204020204" pitchFamily="34" charset="-122"/>
                <a:cs typeface="Times New Roman" panose="02020603050405020304" pitchFamily="18" charset="0"/>
              </a:rPr>
              <a:t>平面      内，而                    处于平面        上方，                    处于平面       下方。</a:t>
            </a:r>
            <a:endParaRPr lang="en-US" altLang="zh-CN"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en-US" kern="1000" dirty="0">
                <a:latin typeface="微软雅黑" panose="020B0503020204020204" pitchFamily="34" charset="-122"/>
                <a:ea typeface="微软雅黑" panose="020B0503020204020204" pitchFamily="34" charset="-122"/>
                <a:cs typeface="Times New Roman" panose="02020603050405020304" pitchFamily="18" charset="0"/>
              </a:rPr>
              <a:t>因为</a:t>
            </a:r>
            <a:endParaRPr lang="zh-CN" altLang="en-US" dirty="0">
              <a:latin typeface="微软雅黑" panose="020B0503020204020204" pitchFamily="34" charset="-122"/>
              <a:ea typeface="微软雅黑" panose="020B0503020204020204" pitchFamily="34" charset="-122"/>
            </a:endParaRPr>
          </a:p>
        </p:txBody>
      </p:sp>
      <p:graphicFrame>
        <p:nvGraphicFramePr>
          <p:cNvPr id="22" name="对象 21">
            <a:extLst>
              <a:ext uri="{FF2B5EF4-FFF2-40B4-BE49-F238E27FC236}">
                <a16:creationId xmlns:a16="http://schemas.microsoft.com/office/drawing/2014/main" id="{3CEAE843-914C-5ABA-5F10-D5F31FADFF64}"/>
              </a:ext>
            </a:extLst>
          </p:cNvPr>
          <p:cNvGraphicFramePr>
            <a:graphicFrameLocks noChangeAspect="1"/>
          </p:cNvGraphicFramePr>
          <p:nvPr>
            <p:extLst>
              <p:ext uri="{D42A27DB-BD31-4B8C-83A1-F6EECF244321}">
                <p14:modId xmlns:p14="http://schemas.microsoft.com/office/powerpoint/2010/main" val="3913434769"/>
              </p:ext>
            </p:extLst>
          </p:nvPr>
        </p:nvGraphicFramePr>
        <p:xfrm>
          <a:off x="1806263" y="4319472"/>
          <a:ext cx="1520914" cy="367963"/>
        </p:xfrm>
        <a:graphic>
          <a:graphicData uri="http://schemas.openxmlformats.org/presentationml/2006/ole">
            <mc:AlternateContent xmlns:mc="http://schemas.openxmlformats.org/markup-compatibility/2006">
              <mc:Choice xmlns:v="urn:schemas-microsoft-com:vml" Requires="v">
                <p:oleObj name="Equation" r:id="rId21" imgW="787320" imgH="190440" progId="Equation.DSMT4">
                  <p:embed/>
                </p:oleObj>
              </mc:Choice>
              <mc:Fallback>
                <p:oleObj name="Equation" r:id="rId21" imgW="787320" imgH="190440" progId="Equation.DSMT4">
                  <p:embed/>
                  <p:pic>
                    <p:nvPicPr>
                      <p:cNvPr id="0" name=""/>
                      <p:cNvPicPr/>
                      <p:nvPr/>
                    </p:nvPicPr>
                    <p:blipFill>
                      <a:blip r:embed="rId22"/>
                      <a:stretch>
                        <a:fillRect/>
                      </a:stretch>
                    </p:blipFill>
                    <p:spPr>
                      <a:xfrm>
                        <a:off x="1806263" y="4319472"/>
                        <a:ext cx="1520914" cy="367963"/>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4E24E362-348E-E567-F8A2-BC21BDE42F7B}"/>
              </a:ext>
            </a:extLst>
          </p:cNvPr>
          <p:cNvGraphicFramePr>
            <a:graphicFrameLocks noChangeAspect="1"/>
          </p:cNvGraphicFramePr>
          <p:nvPr>
            <p:extLst>
              <p:ext uri="{D42A27DB-BD31-4B8C-83A1-F6EECF244321}">
                <p14:modId xmlns:p14="http://schemas.microsoft.com/office/powerpoint/2010/main" val="3026479407"/>
              </p:ext>
            </p:extLst>
          </p:nvPr>
        </p:nvGraphicFramePr>
        <p:xfrm>
          <a:off x="4290651" y="4299819"/>
          <a:ext cx="1684028" cy="421007"/>
        </p:xfrm>
        <a:graphic>
          <a:graphicData uri="http://schemas.openxmlformats.org/presentationml/2006/ole">
            <mc:AlternateContent xmlns:mc="http://schemas.openxmlformats.org/markup-compatibility/2006">
              <mc:Choice xmlns:v="urn:schemas-microsoft-com:vml" Requires="v">
                <p:oleObj name="Equation" r:id="rId23" imgW="863280" imgH="215640" progId="Equation.DSMT4">
                  <p:embed/>
                </p:oleObj>
              </mc:Choice>
              <mc:Fallback>
                <p:oleObj name="Equation" r:id="rId23" imgW="863280" imgH="215640" progId="Equation.DSMT4">
                  <p:embed/>
                  <p:pic>
                    <p:nvPicPr>
                      <p:cNvPr id="0" name=""/>
                      <p:cNvPicPr/>
                      <p:nvPr/>
                    </p:nvPicPr>
                    <p:blipFill>
                      <a:blip r:embed="rId24"/>
                      <a:stretch>
                        <a:fillRect/>
                      </a:stretch>
                    </p:blipFill>
                    <p:spPr>
                      <a:xfrm>
                        <a:off x="4290651" y="4299819"/>
                        <a:ext cx="1684028" cy="421007"/>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2C48F8A9-7D4B-7B10-488A-84CE409F37CB}"/>
              </a:ext>
            </a:extLst>
          </p:cNvPr>
          <p:cNvGraphicFramePr>
            <a:graphicFrameLocks noChangeAspect="1"/>
          </p:cNvGraphicFramePr>
          <p:nvPr>
            <p:extLst>
              <p:ext uri="{D42A27DB-BD31-4B8C-83A1-F6EECF244321}">
                <p14:modId xmlns:p14="http://schemas.microsoft.com/office/powerpoint/2010/main" val="484641714"/>
              </p:ext>
            </p:extLst>
          </p:nvPr>
        </p:nvGraphicFramePr>
        <p:xfrm>
          <a:off x="7901350" y="4367654"/>
          <a:ext cx="313385" cy="271600"/>
        </p:xfrm>
        <a:graphic>
          <a:graphicData uri="http://schemas.openxmlformats.org/presentationml/2006/ole">
            <mc:AlternateContent xmlns:mc="http://schemas.openxmlformats.org/markup-compatibility/2006">
              <mc:Choice xmlns:v="urn:schemas-microsoft-com:vml" Requires="v">
                <p:oleObj name="Equation" r:id="rId25" imgW="190440" imgH="164880" progId="Equation.DSMT4">
                  <p:embed/>
                </p:oleObj>
              </mc:Choice>
              <mc:Fallback>
                <p:oleObj name="Equation" r:id="rId25" imgW="190440" imgH="164880" progId="Equation.DSMT4">
                  <p:embed/>
                  <p:pic>
                    <p:nvPicPr>
                      <p:cNvPr id="0" name=""/>
                      <p:cNvPicPr/>
                      <p:nvPr/>
                    </p:nvPicPr>
                    <p:blipFill>
                      <a:blip r:embed="rId26"/>
                      <a:stretch>
                        <a:fillRect/>
                      </a:stretch>
                    </p:blipFill>
                    <p:spPr>
                      <a:xfrm>
                        <a:off x="7901350" y="4367654"/>
                        <a:ext cx="313385" cy="271600"/>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FACF5378-AECD-73C1-B4F6-EDE798A48F52}"/>
              </a:ext>
            </a:extLst>
          </p:cNvPr>
          <p:cNvGraphicFramePr>
            <a:graphicFrameLocks noChangeAspect="1"/>
          </p:cNvGraphicFramePr>
          <p:nvPr>
            <p:extLst>
              <p:ext uri="{D42A27DB-BD31-4B8C-83A1-F6EECF244321}">
                <p14:modId xmlns:p14="http://schemas.microsoft.com/office/powerpoint/2010/main" val="2115984006"/>
              </p:ext>
            </p:extLst>
          </p:nvPr>
        </p:nvGraphicFramePr>
        <p:xfrm>
          <a:off x="9151672" y="4299819"/>
          <a:ext cx="1340912" cy="379925"/>
        </p:xfrm>
        <a:graphic>
          <a:graphicData uri="http://schemas.openxmlformats.org/presentationml/2006/ole">
            <mc:AlternateContent xmlns:mc="http://schemas.openxmlformats.org/markup-compatibility/2006">
              <mc:Choice xmlns:v="urn:schemas-microsoft-com:vml" Requires="v">
                <p:oleObj name="Equation" r:id="rId27" imgW="761760" imgH="215640" progId="Equation.DSMT4">
                  <p:embed/>
                </p:oleObj>
              </mc:Choice>
              <mc:Fallback>
                <p:oleObj name="Equation" r:id="rId27" imgW="761760" imgH="215640" progId="Equation.DSMT4">
                  <p:embed/>
                  <p:pic>
                    <p:nvPicPr>
                      <p:cNvPr id="0" name=""/>
                      <p:cNvPicPr/>
                      <p:nvPr/>
                    </p:nvPicPr>
                    <p:blipFill>
                      <a:blip r:embed="rId28"/>
                      <a:stretch>
                        <a:fillRect/>
                      </a:stretch>
                    </p:blipFill>
                    <p:spPr>
                      <a:xfrm>
                        <a:off x="9151672" y="4299819"/>
                        <a:ext cx="1340912" cy="379925"/>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150D6A3B-54A0-CE4C-5B04-9505EE920815}"/>
              </a:ext>
            </a:extLst>
          </p:cNvPr>
          <p:cNvGraphicFramePr>
            <a:graphicFrameLocks noChangeAspect="1"/>
          </p:cNvGraphicFramePr>
          <p:nvPr>
            <p:extLst>
              <p:ext uri="{D42A27DB-BD31-4B8C-83A1-F6EECF244321}">
                <p14:modId xmlns:p14="http://schemas.microsoft.com/office/powerpoint/2010/main" val="2382641779"/>
              </p:ext>
            </p:extLst>
          </p:nvPr>
        </p:nvGraphicFramePr>
        <p:xfrm>
          <a:off x="1362597" y="4694303"/>
          <a:ext cx="1485909" cy="421007"/>
        </p:xfrm>
        <a:graphic>
          <a:graphicData uri="http://schemas.openxmlformats.org/presentationml/2006/ole">
            <mc:AlternateContent xmlns:mc="http://schemas.openxmlformats.org/markup-compatibility/2006">
              <mc:Choice xmlns:v="urn:schemas-microsoft-com:vml" Requires="v">
                <p:oleObj name="Equation" r:id="rId29" imgW="761760" imgH="215640" progId="Equation.DSMT4">
                  <p:embed/>
                </p:oleObj>
              </mc:Choice>
              <mc:Fallback>
                <p:oleObj name="Equation" r:id="rId29" imgW="761760" imgH="215640" progId="Equation.DSMT4">
                  <p:embed/>
                  <p:pic>
                    <p:nvPicPr>
                      <p:cNvPr id="0" name=""/>
                      <p:cNvPicPr/>
                      <p:nvPr/>
                    </p:nvPicPr>
                    <p:blipFill>
                      <a:blip r:embed="rId30"/>
                      <a:stretch>
                        <a:fillRect/>
                      </a:stretch>
                    </p:blipFill>
                    <p:spPr>
                      <a:xfrm>
                        <a:off x="1362597" y="4694303"/>
                        <a:ext cx="1485909" cy="421007"/>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E6770662-5624-A896-C831-C89E74B3AAD0}"/>
              </a:ext>
            </a:extLst>
          </p:cNvPr>
          <p:cNvGraphicFramePr>
            <a:graphicFrameLocks noChangeAspect="1"/>
          </p:cNvGraphicFramePr>
          <p:nvPr>
            <p:extLst>
              <p:ext uri="{D42A27DB-BD31-4B8C-83A1-F6EECF244321}">
                <p14:modId xmlns:p14="http://schemas.microsoft.com/office/powerpoint/2010/main" val="774857969"/>
              </p:ext>
            </p:extLst>
          </p:nvPr>
        </p:nvGraphicFramePr>
        <p:xfrm>
          <a:off x="3800023" y="4769074"/>
          <a:ext cx="312737" cy="271463"/>
        </p:xfrm>
        <a:graphic>
          <a:graphicData uri="http://schemas.openxmlformats.org/presentationml/2006/ole">
            <mc:AlternateContent xmlns:mc="http://schemas.openxmlformats.org/markup-compatibility/2006">
              <mc:Choice xmlns:v="urn:schemas-microsoft-com:vml" Requires="v">
                <p:oleObj name="Equation" r:id="rId31" imgW="312503" imgH="271450" progId="Equation.DSMT4">
                  <p:embed/>
                </p:oleObj>
              </mc:Choice>
              <mc:Fallback>
                <p:oleObj name="Equation" r:id="rId31" imgW="312503" imgH="271450" progId="Equation.DSMT4">
                  <p:embed/>
                  <p:pic>
                    <p:nvPicPr>
                      <p:cNvPr id="0" name=""/>
                      <p:cNvPicPr/>
                      <p:nvPr/>
                    </p:nvPicPr>
                    <p:blipFill>
                      <a:blip r:embed="rId32"/>
                      <a:stretch>
                        <a:fillRect/>
                      </a:stretch>
                    </p:blipFill>
                    <p:spPr>
                      <a:xfrm>
                        <a:off x="3800023" y="4769074"/>
                        <a:ext cx="312737" cy="271463"/>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077AC7FF-F41A-1A93-3FEA-A1D2A4789746}"/>
              </a:ext>
            </a:extLst>
          </p:cNvPr>
          <p:cNvGraphicFramePr>
            <a:graphicFrameLocks noChangeAspect="1"/>
          </p:cNvGraphicFramePr>
          <p:nvPr>
            <p:extLst>
              <p:ext uri="{D42A27DB-BD31-4B8C-83A1-F6EECF244321}">
                <p14:modId xmlns:p14="http://schemas.microsoft.com/office/powerpoint/2010/main" val="3438698052"/>
              </p:ext>
            </p:extLst>
          </p:nvPr>
        </p:nvGraphicFramePr>
        <p:xfrm>
          <a:off x="1975306" y="5331158"/>
          <a:ext cx="1698581" cy="1342089"/>
        </p:xfrm>
        <a:graphic>
          <a:graphicData uri="http://schemas.openxmlformats.org/presentationml/2006/ole">
            <mc:AlternateContent xmlns:mc="http://schemas.openxmlformats.org/markup-compatibility/2006">
              <mc:Choice xmlns:v="urn:schemas-microsoft-com:vml" Requires="v">
                <p:oleObj name="Equation" r:id="rId33" imgW="1028520" imgH="812520" progId="Equation.DSMT4">
                  <p:embed/>
                </p:oleObj>
              </mc:Choice>
              <mc:Fallback>
                <p:oleObj name="Equation" r:id="rId33" imgW="1028520" imgH="812520" progId="Equation.DSMT4">
                  <p:embed/>
                  <p:pic>
                    <p:nvPicPr>
                      <p:cNvPr id="0" name=""/>
                      <p:cNvPicPr/>
                      <p:nvPr/>
                    </p:nvPicPr>
                    <p:blipFill>
                      <a:blip r:embed="rId34"/>
                      <a:stretch>
                        <a:fillRect/>
                      </a:stretch>
                    </p:blipFill>
                    <p:spPr>
                      <a:xfrm>
                        <a:off x="1975306" y="5331158"/>
                        <a:ext cx="1698581" cy="1342089"/>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0EE4DEB9-BDCC-3E14-E4EE-7044F4387E2C}"/>
              </a:ext>
            </a:extLst>
          </p:cNvPr>
          <p:cNvGraphicFramePr>
            <a:graphicFrameLocks noChangeAspect="1"/>
          </p:cNvGraphicFramePr>
          <p:nvPr>
            <p:extLst>
              <p:ext uri="{D42A27DB-BD31-4B8C-83A1-F6EECF244321}">
                <p14:modId xmlns:p14="http://schemas.microsoft.com/office/powerpoint/2010/main" val="2279112958"/>
              </p:ext>
            </p:extLst>
          </p:nvPr>
        </p:nvGraphicFramePr>
        <p:xfrm>
          <a:off x="4322992" y="5367518"/>
          <a:ext cx="1831086" cy="1302105"/>
        </p:xfrm>
        <a:graphic>
          <a:graphicData uri="http://schemas.openxmlformats.org/presentationml/2006/ole">
            <mc:AlternateContent xmlns:mc="http://schemas.openxmlformats.org/markup-compatibility/2006">
              <mc:Choice xmlns:v="urn:schemas-microsoft-com:vml" Requires="v">
                <p:oleObj name="Equation" r:id="rId35" imgW="1143000" imgH="812520" progId="Equation.DSMT4">
                  <p:embed/>
                </p:oleObj>
              </mc:Choice>
              <mc:Fallback>
                <p:oleObj name="Equation" r:id="rId35" imgW="1143000" imgH="812520" progId="Equation.DSMT4">
                  <p:embed/>
                  <p:pic>
                    <p:nvPicPr>
                      <p:cNvPr id="0" name=""/>
                      <p:cNvPicPr/>
                      <p:nvPr/>
                    </p:nvPicPr>
                    <p:blipFill>
                      <a:blip r:embed="rId36"/>
                      <a:stretch>
                        <a:fillRect/>
                      </a:stretch>
                    </p:blipFill>
                    <p:spPr>
                      <a:xfrm>
                        <a:off x="4322992" y="5367518"/>
                        <a:ext cx="1831086" cy="1302105"/>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3C5C3C9B-21DE-2889-4913-80B03C8E2C34}"/>
              </a:ext>
            </a:extLst>
          </p:cNvPr>
          <p:cNvGraphicFramePr>
            <a:graphicFrameLocks noChangeAspect="1"/>
          </p:cNvGraphicFramePr>
          <p:nvPr>
            <p:extLst>
              <p:ext uri="{D42A27DB-BD31-4B8C-83A1-F6EECF244321}">
                <p14:modId xmlns:p14="http://schemas.microsoft.com/office/powerpoint/2010/main" val="485015565"/>
              </p:ext>
            </p:extLst>
          </p:nvPr>
        </p:nvGraphicFramePr>
        <p:xfrm>
          <a:off x="6791175" y="5367518"/>
          <a:ext cx="1985179" cy="1302107"/>
        </p:xfrm>
        <a:graphic>
          <a:graphicData uri="http://schemas.openxmlformats.org/presentationml/2006/ole">
            <mc:AlternateContent xmlns:mc="http://schemas.openxmlformats.org/markup-compatibility/2006">
              <mc:Choice xmlns:v="urn:schemas-microsoft-com:vml" Requires="v">
                <p:oleObj name="Equation" r:id="rId37" imgW="1180800" imgH="774360" progId="Equation.DSMT4">
                  <p:embed/>
                </p:oleObj>
              </mc:Choice>
              <mc:Fallback>
                <p:oleObj name="Equation" r:id="rId37" imgW="1180800" imgH="774360" progId="Equation.DSMT4">
                  <p:embed/>
                  <p:pic>
                    <p:nvPicPr>
                      <p:cNvPr id="0" name=""/>
                      <p:cNvPicPr/>
                      <p:nvPr/>
                    </p:nvPicPr>
                    <p:blipFill>
                      <a:blip r:embed="rId38"/>
                      <a:stretch>
                        <a:fillRect/>
                      </a:stretch>
                    </p:blipFill>
                    <p:spPr>
                      <a:xfrm>
                        <a:off x="6791175" y="5367518"/>
                        <a:ext cx="1985179" cy="1302107"/>
                      </a:xfrm>
                      <a:prstGeom prst="rect">
                        <a:avLst/>
                      </a:prstGeom>
                    </p:spPr>
                  </p:pic>
                </p:oleObj>
              </mc:Fallback>
            </mc:AlternateContent>
          </a:graphicData>
        </a:graphic>
      </p:graphicFrame>
    </p:spTree>
    <p:extLst>
      <p:ext uri="{BB962C8B-B14F-4D97-AF65-F5344CB8AC3E}">
        <p14:creationId xmlns:p14="http://schemas.microsoft.com/office/powerpoint/2010/main" val="3451676742"/>
      </p:ext>
    </p:extLst>
  </p:cSld>
  <p:clrMapOvr>
    <a:masterClrMapping/>
  </p:clrMapOvr>
  <p:transition advTm="1885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6443B08-E281-D3B2-F85F-DFB5FAAA06FC}"/>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2.1.3  </a:t>
            </a:r>
            <a:r>
              <a:rPr lang="zh-CN" altLang="en-US" sz="2800" b="1" dirty="0">
                <a:latin typeface="Times New Roman" pitchFamily="18" charset="0"/>
                <a:ea typeface="华文中宋" pitchFamily="2" charset="-122"/>
              </a:rPr>
              <a:t>旋转矩阵</a:t>
            </a:r>
          </a:p>
        </p:txBody>
      </p:sp>
      <p:sp>
        <p:nvSpPr>
          <p:cNvPr id="5" name="文本框 4">
            <a:extLst>
              <a:ext uri="{FF2B5EF4-FFF2-40B4-BE49-F238E27FC236}">
                <a16:creationId xmlns:a16="http://schemas.microsoft.com/office/drawing/2014/main" id="{0D5B55D3-3B9D-E58A-8EEA-AE14A7A2FB82}"/>
              </a:ext>
            </a:extLst>
          </p:cNvPr>
          <p:cNvSpPr txBox="1"/>
          <p:nvPr/>
        </p:nvSpPr>
        <p:spPr>
          <a:xfrm>
            <a:off x="544398" y="1022825"/>
            <a:ext cx="11059998" cy="2951898"/>
          </a:xfrm>
          <a:prstGeom prst="rect">
            <a:avLst/>
          </a:prstGeom>
          <a:noFill/>
        </p:spPr>
        <p:txBody>
          <a:bodyPr wrap="square">
            <a:spAutoFit/>
          </a:bodyPr>
          <a:lstStyle/>
          <a:p>
            <a:pPr indent="457200" algn="just">
              <a:lnSpc>
                <a:spcPct val="150000"/>
              </a:lnSpc>
            </a:pP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设图</a:t>
            </a:r>
            <a:r>
              <a:rPr lang="en-US" altLang="zh-CN" sz="1800" kern="1000" dirty="0">
                <a:effectLst/>
                <a:latin typeface="微软雅黑" panose="020B0503020204020204" pitchFamily="34" charset="-122"/>
                <a:ea typeface="微软雅黑" panose="020B0503020204020204" pitchFamily="34" charset="-122"/>
              </a:rPr>
              <a:t>2.1</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所示的固定坐标系</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直角坐标系为</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，动坐标系为         ，初始时刻，两个坐标系重合，设动坐标系     中有一点     ，该点用                                   表示，其中，     、    、        为坐标系        的单位矢量，则点     在      中可表示为                                  ，其中        、        、       为坐标系          的单位矢量，则           和          相等。</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当动坐标系       绕原点旋转时，   点在      中仍然保持不变，由于      旋转，则点     在固定坐标系     中的位置可以表示为 </a:t>
            </a:r>
          </a:p>
          <a:p>
            <a:pPr indent="457200"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8" name="对象 7">
            <a:extLst>
              <a:ext uri="{FF2B5EF4-FFF2-40B4-BE49-F238E27FC236}">
                <a16:creationId xmlns:a16="http://schemas.microsoft.com/office/drawing/2014/main" id="{63B88332-0C20-08D5-29CF-FFFC9C1FA63C}"/>
              </a:ext>
            </a:extLst>
          </p:cNvPr>
          <p:cNvGraphicFramePr>
            <a:graphicFrameLocks noChangeAspect="1"/>
          </p:cNvGraphicFramePr>
          <p:nvPr>
            <p:extLst>
              <p:ext uri="{D42A27DB-BD31-4B8C-83A1-F6EECF244321}">
                <p14:modId xmlns:p14="http://schemas.microsoft.com/office/powerpoint/2010/main" val="347753500"/>
              </p:ext>
            </p:extLst>
          </p:nvPr>
        </p:nvGraphicFramePr>
        <p:xfrm>
          <a:off x="9495816" y="3053930"/>
          <a:ext cx="2053669" cy="1908785"/>
        </p:xfrm>
        <a:graphic>
          <a:graphicData uri="http://schemas.openxmlformats.org/presentationml/2006/ole">
            <mc:AlternateContent xmlns:mc="http://schemas.openxmlformats.org/markup-compatibility/2006">
              <mc:Choice xmlns:v="urn:schemas-microsoft-com:vml" Requires="v">
                <p:oleObj name="Visio" r:id="rId3" imgW="2400234" imgH="2228584" progId="Visio.Drawing.15">
                  <p:embed/>
                </p:oleObj>
              </mc:Choice>
              <mc:Fallback>
                <p:oleObj name="Visio" r:id="rId3" imgW="2400234" imgH="222858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5816" y="3053930"/>
                        <a:ext cx="2053669" cy="1908785"/>
                      </a:xfrm>
                      <a:prstGeom prst="rect">
                        <a:avLst/>
                      </a:prstGeom>
                      <a:noFill/>
                    </p:spPr>
                  </p:pic>
                </p:oleObj>
              </mc:Fallback>
            </mc:AlternateContent>
          </a:graphicData>
        </a:graphic>
      </p:graphicFrame>
      <p:sp>
        <p:nvSpPr>
          <p:cNvPr id="11" name="文本框 10">
            <a:extLst>
              <a:ext uri="{FF2B5EF4-FFF2-40B4-BE49-F238E27FC236}">
                <a16:creationId xmlns:a16="http://schemas.microsoft.com/office/drawing/2014/main" id="{32C84514-DC38-E2F3-7E2D-580B72908A26}"/>
              </a:ext>
            </a:extLst>
          </p:cNvPr>
          <p:cNvSpPr txBox="1"/>
          <p:nvPr/>
        </p:nvSpPr>
        <p:spPr>
          <a:xfrm>
            <a:off x="9557282" y="5025974"/>
            <a:ext cx="2132536" cy="338554"/>
          </a:xfrm>
          <a:prstGeom prst="rect">
            <a:avLst/>
          </a:prstGeom>
          <a:noFill/>
        </p:spPr>
        <p:txBody>
          <a:bodyPr wrap="square">
            <a:spAutoFit/>
          </a:bodyPr>
          <a:lstStyle/>
          <a:p>
            <a:pPr algn="ctr">
              <a:spcBef>
                <a:spcPts val="700"/>
              </a:spcBef>
              <a:spcAft>
                <a:spcPts val="800"/>
              </a:spcAft>
            </a:pPr>
            <a:r>
              <a:rPr lang="zh-CN" altLang="zh-CN" sz="1600" kern="1000" dirty="0">
                <a:effectLst/>
                <a:latin typeface="Times New Roman" panose="02020603050405020304" pitchFamily="18" charset="0"/>
                <a:ea typeface="宋体" panose="02010600030101010101" pitchFamily="2" charset="-122"/>
              </a:rPr>
              <a:t>图</a:t>
            </a:r>
            <a:r>
              <a:rPr lang="en-US" altLang="zh-CN" sz="1600" kern="1000" dirty="0">
                <a:effectLst/>
                <a:latin typeface="Times New Roman" panose="02020603050405020304" pitchFamily="18" charset="0"/>
                <a:ea typeface="宋体" panose="02010600030101010101" pitchFamily="2" charset="-122"/>
              </a:rPr>
              <a:t>2.1  </a:t>
            </a:r>
            <a:r>
              <a:rPr lang="zh-CN" altLang="zh-CN" sz="1600" kern="1000" dirty="0">
                <a:effectLst/>
                <a:latin typeface="Times New Roman" panose="02020603050405020304" pitchFamily="18" charset="0"/>
                <a:ea typeface="宋体" panose="02010600030101010101" pitchFamily="2" charset="-122"/>
              </a:rPr>
              <a:t>坐标系定义</a:t>
            </a:r>
          </a:p>
        </p:txBody>
      </p:sp>
      <p:graphicFrame>
        <p:nvGraphicFramePr>
          <p:cNvPr id="12" name="对象 11">
            <a:extLst>
              <a:ext uri="{FF2B5EF4-FFF2-40B4-BE49-F238E27FC236}">
                <a16:creationId xmlns:a16="http://schemas.microsoft.com/office/drawing/2014/main" id="{B670637E-32C7-C918-C3E5-A10847FB6FF0}"/>
              </a:ext>
            </a:extLst>
          </p:cNvPr>
          <p:cNvGraphicFramePr>
            <a:graphicFrameLocks noChangeAspect="1"/>
          </p:cNvGraphicFramePr>
          <p:nvPr>
            <p:extLst>
              <p:ext uri="{D42A27DB-BD31-4B8C-83A1-F6EECF244321}">
                <p14:modId xmlns:p14="http://schemas.microsoft.com/office/powerpoint/2010/main" val="1553299722"/>
              </p:ext>
            </p:extLst>
          </p:nvPr>
        </p:nvGraphicFramePr>
        <p:xfrm>
          <a:off x="5217844" y="1112775"/>
          <a:ext cx="399160" cy="315127"/>
        </p:xfrm>
        <a:graphic>
          <a:graphicData uri="http://schemas.openxmlformats.org/presentationml/2006/ole">
            <mc:AlternateContent xmlns:mc="http://schemas.openxmlformats.org/markup-compatibility/2006">
              <mc:Choice xmlns:v="urn:schemas-microsoft-com:vml" Requires="v">
                <p:oleObj name="Equation" r:id="rId5" imgW="241200" imgH="190440" progId="Equation.DSMT4">
                  <p:embed/>
                </p:oleObj>
              </mc:Choice>
              <mc:Fallback>
                <p:oleObj name="Equation" r:id="rId5" imgW="241200" imgH="190440" progId="Equation.DSMT4">
                  <p:embed/>
                  <p:pic>
                    <p:nvPicPr>
                      <p:cNvPr id="0" name=""/>
                      <p:cNvPicPr/>
                      <p:nvPr/>
                    </p:nvPicPr>
                    <p:blipFill>
                      <a:blip r:embed="rId6"/>
                      <a:stretch>
                        <a:fillRect/>
                      </a:stretch>
                    </p:blipFill>
                    <p:spPr>
                      <a:xfrm>
                        <a:off x="5217844" y="1112775"/>
                        <a:ext cx="399160" cy="31512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B1022EE7-BAAF-6805-00B1-15212047B5DC}"/>
              </a:ext>
            </a:extLst>
          </p:cNvPr>
          <p:cNvGraphicFramePr>
            <a:graphicFrameLocks noChangeAspect="1"/>
          </p:cNvGraphicFramePr>
          <p:nvPr>
            <p:extLst>
              <p:ext uri="{D42A27DB-BD31-4B8C-83A1-F6EECF244321}">
                <p14:modId xmlns:p14="http://schemas.microsoft.com/office/powerpoint/2010/main" val="4064000380"/>
              </p:ext>
            </p:extLst>
          </p:nvPr>
        </p:nvGraphicFramePr>
        <p:xfrm>
          <a:off x="7216415" y="1142788"/>
          <a:ext cx="399160" cy="285114"/>
        </p:xfrm>
        <a:graphic>
          <a:graphicData uri="http://schemas.openxmlformats.org/presentationml/2006/ole">
            <mc:AlternateContent xmlns:mc="http://schemas.openxmlformats.org/markup-compatibility/2006">
              <mc:Choice xmlns:v="urn:schemas-microsoft-com:vml" Requires="v">
                <p:oleObj name="Equation" r:id="rId7" imgW="266400" imgH="190440" progId="Equation.DSMT4">
                  <p:embed/>
                </p:oleObj>
              </mc:Choice>
              <mc:Fallback>
                <p:oleObj name="Equation" r:id="rId7" imgW="266400" imgH="190440" progId="Equation.DSMT4">
                  <p:embed/>
                  <p:pic>
                    <p:nvPicPr>
                      <p:cNvPr id="0" name=""/>
                      <p:cNvPicPr/>
                      <p:nvPr/>
                    </p:nvPicPr>
                    <p:blipFill>
                      <a:blip r:embed="rId8"/>
                      <a:stretch>
                        <a:fillRect/>
                      </a:stretch>
                    </p:blipFill>
                    <p:spPr>
                      <a:xfrm>
                        <a:off x="7216415" y="1142788"/>
                        <a:ext cx="399160" cy="285114"/>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44317C96-B67B-276B-8ABD-739858039DE5}"/>
              </a:ext>
            </a:extLst>
          </p:cNvPr>
          <p:cNvGraphicFramePr>
            <a:graphicFrameLocks noChangeAspect="1"/>
          </p:cNvGraphicFramePr>
          <p:nvPr>
            <p:extLst>
              <p:ext uri="{D42A27DB-BD31-4B8C-83A1-F6EECF244321}">
                <p14:modId xmlns:p14="http://schemas.microsoft.com/office/powerpoint/2010/main" val="3286937083"/>
              </p:ext>
            </p:extLst>
          </p:nvPr>
        </p:nvGraphicFramePr>
        <p:xfrm>
          <a:off x="1268102" y="1569351"/>
          <a:ext cx="399160" cy="285114"/>
        </p:xfrm>
        <a:graphic>
          <a:graphicData uri="http://schemas.openxmlformats.org/presentationml/2006/ole">
            <mc:AlternateContent xmlns:mc="http://schemas.openxmlformats.org/markup-compatibility/2006">
              <mc:Choice xmlns:v="urn:schemas-microsoft-com:vml" Requires="v">
                <p:oleObj name="Equation" r:id="rId9" imgW="266400" imgH="190440" progId="Equation.DSMT4">
                  <p:embed/>
                </p:oleObj>
              </mc:Choice>
              <mc:Fallback>
                <p:oleObj name="Equation" r:id="rId9" imgW="266400" imgH="190440" progId="Equation.DSMT4">
                  <p:embed/>
                  <p:pic>
                    <p:nvPicPr>
                      <p:cNvPr id="0" name=""/>
                      <p:cNvPicPr/>
                      <p:nvPr/>
                    </p:nvPicPr>
                    <p:blipFill>
                      <a:blip r:embed="rId10"/>
                      <a:stretch>
                        <a:fillRect/>
                      </a:stretch>
                    </p:blipFill>
                    <p:spPr>
                      <a:xfrm>
                        <a:off x="1268102" y="1569351"/>
                        <a:ext cx="399160" cy="285114"/>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ADDAA319-DC7C-4ABF-B59C-F54D5A84E903}"/>
              </a:ext>
            </a:extLst>
          </p:cNvPr>
          <p:cNvGraphicFramePr>
            <a:graphicFrameLocks noChangeAspect="1"/>
          </p:cNvGraphicFramePr>
          <p:nvPr>
            <p:extLst>
              <p:ext uri="{D42A27DB-BD31-4B8C-83A1-F6EECF244321}">
                <p14:modId xmlns:p14="http://schemas.microsoft.com/office/powerpoint/2010/main" val="180639572"/>
              </p:ext>
            </p:extLst>
          </p:nvPr>
        </p:nvGraphicFramePr>
        <p:xfrm>
          <a:off x="2577822" y="1588401"/>
          <a:ext cx="243892" cy="266064"/>
        </p:xfrm>
        <a:graphic>
          <a:graphicData uri="http://schemas.openxmlformats.org/presentationml/2006/ole">
            <mc:AlternateContent xmlns:mc="http://schemas.openxmlformats.org/markup-compatibility/2006">
              <mc:Choice xmlns:v="urn:schemas-microsoft-com:vml" Requires="v">
                <p:oleObj name="Equation" r:id="rId11" imgW="139680" imgH="152280" progId="Equation.DSMT4">
                  <p:embed/>
                </p:oleObj>
              </mc:Choice>
              <mc:Fallback>
                <p:oleObj name="Equation" r:id="rId11" imgW="139680" imgH="152280" progId="Equation.DSMT4">
                  <p:embed/>
                  <p:pic>
                    <p:nvPicPr>
                      <p:cNvPr id="0" name=""/>
                      <p:cNvPicPr/>
                      <p:nvPr/>
                    </p:nvPicPr>
                    <p:blipFill>
                      <a:blip r:embed="rId12"/>
                      <a:stretch>
                        <a:fillRect/>
                      </a:stretch>
                    </p:blipFill>
                    <p:spPr>
                      <a:xfrm>
                        <a:off x="2577822" y="1588401"/>
                        <a:ext cx="243892" cy="266064"/>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9BA79A08-FD26-F310-F5C1-A62BDA9FB04C}"/>
              </a:ext>
            </a:extLst>
          </p:cNvPr>
          <p:cNvGraphicFramePr>
            <a:graphicFrameLocks noChangeAspect="1"/>
          </p:cNvGraphicFramePr>
          <p:nvPr>
            <p:extLst>
              <p:ext uri="{D42A27DB-BD31-4B8C-83A1-F6EECF244321}">
                <p14:modId xmlns:p14="http://schemas.microsoft.com/office/powerpoint/2010/main" val="3900327780"/>
              </p:ext>
            </p:extLst>
          </p:nvPr>
        </p:nvGraphicFramePr>
        <p:xfrm>
          <a:off x="3957640" y="1517852"/>
          <a:ext cx="2138360" cy="308232"/>
        </p:xfrm>
        <a:graphic>
          <a:graphicData uri="http://schemas.openxmlformats.org/presentationml/2006/ole">
            <mc:AlternateContent xmlns:mc="http://schemas.openxmlformats.org/markup-compatibility/2006">
              <mc:Choice xmlns:v="urn:schemas-microsoft-com:vml" Requires="v">
                <p:oleObj name="Equation" r:id="rId13" imgW="1409400" imgH="203040" progId="Equation.DSMT4">
                  <p:embed/>
                </p:oleObj>
              </mc:Choice>
              <mc:Fallback>
                <p:oleObj name="Equation" r:id="rId13" imgW="1409400" imgH="203040" progId="Equation.DSMT4">
                  <p:embed/>
                  <p:pic>
                    <p:nvPicPr>
                      <p:cNvPr id="0" name=""/>
                      <p:cNvPicPr/>
                      <p:nvPr/>
                    </p:nvPicPr>
                    <p:blipFill>
                      <a:blip r:embed="rId14"/>
                      <a:stretch>
                        <a:fillRect/>
                      </a:stretch>
                    </p:blipFill>
                    <p:spPr>
                      <a:xfrm>
                        <a:off x="3957640" y="1517852"/>
                        <a:ext cx="2138360" cy="308232"/>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F30F792D-6380-88A2-D0E7-FE4A5A3D0690}"/>
              </a:ext>
            </a:extLst>
          </p:cNvPr>
          <p:cNvGraphicFramePr>
            <a:graphicFrameLocks noChangeAspect="1"/>
          </p:cNvGraphicFramePr>
          <p:nvPr>
            <p:extLst>
              <p:ext uri="{D42A27DB-BD31-4B8C-83A1-F6EECF244321}">
                <p14:modId xmlns:p14="http://schemas.microsoft.com/office/powerpoint/2010/main" val="3205519884"/>
              </p:ext>
            </p:extLst>
          </p:nvPr>
        </p:nvGraphicFramePr>
        <p:xfrm>
          <a:off x="7615576" y="1509749"/>
          <a:ext cx="215448" cy="344716"/>
        </p:xfrm>
        <a:graphic>
          <a:graphicData uri="http://schemas.openxmlformats.org/presentationml/2006/ole">
            <mc:AlternateContent xmlns:mc="http://schemas.openxmlformats.org/markup-compatibility/2006">
              <mc:Choice xmlns:v="urn:schemas-microsoft-com:vml" Requires="v">
                <p:oleObj name="Equation" r:id="rId15" imgW="126720" imgH="203040" progId="Equation.DSMT4">
                  <p:embed/>
                </p:oleObj>
              </mc:Choice>
              <mc:Fallback>
                <p:oleObj name="Equation" r:id="rId15" imgW="126720" imgH="203040" progId="Equation.DSMT4">
                  <p:embed/>
                  <p:pic>
                    <p:nvPicPr>
                      <p:cNvPr id="0" name=""/>
                      <p:cNvPicPr/>
                      <p:nvPr/>
                    </p:nvPicPr>
                    <p:blipFill>
                      <a:blip r:embed="rId16"/>
                      <a:stretch>
                        <a:fillRect/>
                      </a:stretch>
                    </p:blipFill>
                    <p:spPr>
                      <a:xfrm>
                        <a:off x="7615576" y="1509749"/>
                        <a:ext cx="215448" cy="344716"/>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3D6214A7-641C-E037-5C29-447595B91416}"/>
              </a:ext>
            </a:extLst>
          </p:cNvPr>
          <p:cNvGraphicFramePr>
            <a:graphicFrameLocks noChangeAspect="1"/>
          </p:cNvGraphicFramePr>
          <p:nvPr>
            <p:extLst>
              <p:ext uri="{D42A27DB-BD31-4B8C-83A1-F6EECF244321}">
                <p14:modId xmlns:p14="http://schemas.microsoft.com/office/powerpoint/2010/main" val="3581423779"/>
              </p:ext>
            </p:extLst>
          </p:nvPr>
        </p:nvGraphicFramePr>
        <p:xfrm>
          <a:off x="8167780" y="1534620"/>
          <a:ext cx="218598" cy="291464"/>
        </p:xfrm>
        <a:graphic>
          <a:graphicData uri="http://schemas.openxmlformats.org/presentationml/2006/ole">
            <mc:AlternateContent xmlns:mc="http://schemas.openxmlformats.org/markup-compatibility/2006">
              <mc:Choice xmlns:v="urn:schemas-microsoft-com:vml" Requires="v">
                <p:oleObj name="Equation" r:id="rId17" imgW="152280" imgH="203040" progId="Equation.DSMT4">
                  <p:embed/>
                </p:oleObj>
              </mc:Choice>
              <mc:Fallback>
                <p:oleObj name="Equation" r:id="rId17" imgW="152280" imgH="203040" progId="Equation.DSMT4">
                  <p:embed/>
                  <p:pic>
                    <p:nvPicPr>
                      <p:cNvPr id="0" name=""/>
                      <p:cNvPicPr/>
                      <p:nvPr/>
                    </p:nvPicPr>
                    <p:blipFill>
                      <a:blip r:embed="rId18"/>
                      <a:stretch>
                        <a:fillRect/>
                      </a:stretch>
                    </p:blipFill>
                    <p:spPr>
                      <a:xfrm>
                        <a:off x="8167780" y="1534620"/>
                        <a:ext cx="218598" cy="291464"/>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5CFC3283-EF12-4E9D-B68C-B56FFA798A2E}"/>
              </a:ext>
            </a:extLst>
          </p:cNvPr>
          <p:cNvGraphicFramePr>
            <a:graphicFrameLocks noChangeAspect="1"/>
          </p:cNvGraphicFramePr>
          <p:nvPr>
            <p:extLst>
              <p:ext uri="{D42A27DB-BD31-4B8C-83A1-F6EECF244321}">
                <p14:modId xmlns:p14="http://schemas.microsoft.com/office/powerpoint/2010/main" val="2975917612"/>
              </p:ext>
            </p:extLst>
          </p:nvPr>
        </p:nvGraphicFramePr>
        <p:xfrm>
          <a:off x="8806861" y="1519860"/>
          <a:ext cx="267946" cy="306224"/>
        </p:xfrm>
        <a:graphic>
          <a:graphicData uri="http://schemas.openxmlformats.org/presentationml/2006/ole">
            <mc:AlternateContent xmlns:mc="http://schemas.openxmlformats.org/markup-compatibility/2006">
              <mc:Choice xmlns:v="urn:schemas-microsoft-com:vml" Requires="v">
                <p:oleObj name="Equation" r:id="rId19" imgW="177480" imgH="203040" progId="Equation.DSMT4">
                  <p:embed/>
                </p:oleObj>
              </mc:Choice>
              <mc:Fallback>
                <p:oleObj name="Equation" r:id="rId19" imgW="177480" imgH="203040" progId="Equation.DSMT4">
                  <p:embed/>
                  <p:pic>
                    <p:nvPicPr>
                      <p:cNvPr id="0" name=""/>
                      <p:cNvPicPr/>
                      <p:nvPr/>
                    </p:nvPicPr>
                    <p:blipFill>
                      <a:blip r:embed="rId20"/>
                      <a:stretch>
                        <a:fillRect/>
                      </a:stretch>
                    </p:blipFill>
                    <p:spPr>
                      <a:xfrm>
                        <a:off x="8806861" y="1519860"/>
                        <a:ext cx="267946" cy="306224"/>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011FD2EA-6F36-7F77-AB07-C281ADF16EF7}"/>
              </a:ext>
            </a:extLst>
          </p:cNvPr>
          <p:cNvGraphicFramePr>
            <a:graphicFrameLocks noChangeAspect="1"/>
          </p:cNvGraphicFramePr>
          <p:nvPr>
            <p:extLst>
              <p:ext uri="{D42A27DB-BD31-4B8C-83A1-F6EECF244321}">
                <p14:modId xmlns:p14="http://schemas.microsoft.com/office/powerpoint/2010/main" val="4279650864"/>
              </p:ext>
            </p:extLst>
          </p:nvPr>
        </p:nvGraphicFramePr>
        <p:xfrm>
          <a:off x="10337511" y="1569351"/>
          <a:ext cx="399160" cy="285114"/>
        </p:xfrm>
        <a:graphic>
          <a:graphicData uri="http://schemas.openxmlformats.org/presentationml/2006/ole">
            <mc:AlternateContent xmlns:mc="http://schemas.openxmlformats.org/markup-compatibility/2006">
              <mc:Choice xmlns:v="urn:schemas-microsoft-com:vml" Requires="v">
                <p:oleObj name="Equation" r:id="rId21" imgW="266400" imgH="190440" progId="Equation.DSMT4">
                  <p:embed/>
                </p:oleObj>
              </mc:Choice>
              <mc:Fallback>
                <p:oleObj name="Equation" r:id="rId21" imgW="266400" imgH="190440" progId="Equation.DSMT4">
                  <p:embed/>
                  <p:pic>
                    <p:nvPicPr>
                      <p:cNvPr id="0" name=""/>
                      <p:cNvPicPr/>
                      <p:nvPr/>
                    </p:nvPicPr>
                    <p:blipFill>
                      <a:blip r:embed="rId22"/>
                      <a:stretch>
                        <a:fillRect/>
                      </a:stretch>
                    </p:blipFill>
                    <p:spPr>
                      <a:xfrm>
                        <a:off x="10337511" y="1569351"/>
                        <a:ext cx="399160" cy="285114"/>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95F66790-A727-61EB-A400-00DB8D6B024B}"/>
              </a:ext>
            </a:extLst>
          </p:cNvPr>
          <p:cNvGraphicFramePr>
            <a:graphicFrameLocks noChangeAspect="1"/>
          </p:cNvGraphicFramePr>
          <p:nvPr>
            <p:extLst>
              <p:ext uri="{D42A27DB-BD31-4B8C-83A1-F6EECF244321}">
                <p14:modId xmlns:p14="http://schemas.microsoft.com/office/powerpoint/2010/main" val="1291632662"/>
              </p:ext>
            </p:extLst>
          </p:nvPr>
        </p:nvGraphicFramePr>
        <p:xfrm>
          <a:off x="1840648" y="2024358"/>
          <a:ext cx="243892" cy="266064"/>
        </p:xfrm>
        <a:graphic>
          <a:graphicData uri="http://schemas.openxmlformats.org/presentationml/2006/ole">
            <mc:AlternateContent xmlns:mc="http://schemas.openxmlformats.org/markup-compatibility/2006">
              <mc:Choice xmlns:v="urn:schemas-microsoft-com:vml" Requires="v">
                <p:oleObj name="Equation" r:id="rId23" imgW="139680" imgH="152280" progId="Equation.DSMT4">
                  <p:embed/>
                </p:oleObj>
              </mc:Choice>
              <mc:Fallback>
                <p:oleObj name="Equation" r:id="rId23" imgW="139680" imgH="152280" progId="Equation.DSMT4">
                  <p:embed/>
                  <p:pic>
                    <p:nvPicPr>
                      <p:cNvPr id="0" name=""/>
                      <p:cNvPicPr/>
                      <p:nvPr/>
                    </p:nvPicPr>
                    <p:blipFill>
                      <a:blip r:embed="rId24"/>
                      <a:stretch>
                        <a:fillRect/>
                      </a:stretch>
                    </p:blipFill>
                    <p:spPr>
                      <a:xfrm>
                        <a:off x="1840648" y="2024358"/>
                        <a:ext cx="243892" cy="266064"/>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B0D88284-A9D6-2857-3885-52C4A426716C}"/>
              </a:ext>
            </a:extLst>
          </p:cNvPr>
          <p:cNvGraphicFramePr>
            <a:graphicFrameLocks noChangeAspect="1"/>
          </p:cNvGraphicFramePr>
          <p:nvPr>
            <p:extLst>
              <p:ext uri="{D42A27DB-BD31-4B8C-83A1-F6EECF244321}">
                <p14:modId xmlns:p14="http://schemas.microsoft.com/office/powerpoint/2010/main" val="4062761533"/>
              </p:ext>
            </p:extLst>
          </p:nvPr>
        </p:nvGraphicFramePr>
        <p:xfrm>
          <a:off x="2432116" y="2014833"/>
          <a:ext cx="361145" cy="285114"/>
        </p:xfrm>
        <a:graphic>
          <a:graphicData uri="http://schemas.openxmlformats.org/presentationml/2006/ole">
            <mc:AlternateContent xmlns:mc="http://schemas.openxmlformats.org/markup-compatibility/2006">
              <mc:Choice xmlns:v="urn:schemas-microsoft-com:vml" Requires="v">
                <p:oleObj name="Equation" r:id="rId25" imgW="241200" imgH="190440" progId="Equation.DSMT4">
                  <p:embed/>
                </p:oleObj>
              </mc:Choice>
              <mc:Fallback>
                <p:oleObj name="Equation" r:id="rId25" imgW="241200" imgH="190440" progId="Equation.DSMT4">
                  <p:embed/>
                  <p:pic>
                    <p:nvPicPr>
                      <p:cNvPr id="0" name=""/>
                      <p:cNvPicPr/>
                      <p:nvPr/>
                    </p:nvPicPr>
                    <p:blipFill>
                      <a:blip r:embed="rId26"/>
                      <a:stretch>
                        <a:fillRect/>
                      </a:stretch>
                    </p:blipFill>
                    <p:spPr>
                      <a:xfrm>
                        <a:off x="2432116" y="2014833"/>
                        <a:ext cx="361145" cy="285114"/>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7F0BDD18-8AE1-8655-3FCC-6662F866A03E}"/>
              </a:ext>
            </a:extLst>
          </p:cNvPr>
          <p:cNvGraphicFramePr>
            <a:graphicFrameLocks noChangeAspect="1"/>
          </p:cNvGraphicFramePr>
          <p:nvPr>
            <p:extLst>
              <p:ext uri="{D42A27DB-BD31-4B8C-83A1-F6EECF244321}">
                <p14:modId xmlns:p14="http://schemas.microsoft.com/office/powerpoint/2010/main" val="2381409567"/>
              </p:ext>
            </p:extLst>
          </p:nvPr>
        </p:nvGraphicFramePr>
        <p:xfrm>
          <a:off x="3984678" y="1901452"/>
          <a:ext cx="2256142" cy="372574"/>
        </p:xfrm>
        <a:graphic>
          <a:graphicData uri="http://schemas.openxmlformats.org/presentationml/2006/ole">
            <mc:AlternateContent xmlns:mc="http://schemas.openxmlformats.org/markup-compatibility/2006">
              <mc:Choice xmlns:v="urn:schemas-microsoft-com:vml" Requires="v">
                <p:oleObj name="Equation" r:id="rId27" imgW="1384200" imgH="228600" progId="Equation.DSMT4">
                  <p:embed/>
                </p:oleObj>
              </mc:Choice>
              <mc:Fallback>
                <p:oleObj name="Equation" r:id="rId27" imgW="1384200" imgH="228600" progId="Equation.DSMT4">
                  <p:embed/>
                  <p:pic>
                    <p:nvPicPr>
                      <p:cNvPr id="0" name=""/>
                      <p:cNvPicPr/>
                      <p:nvPr/>
                    </p:nvPicPr>
                    <p:blipFill>
                      <a:blip r:embed="rId28"/>
                      <a:stretch>
                        <a:fillRect/>
                      </a:stretch>
                    </p:blipFill>
                    <p:spPr>
                      <a:xfrm>
                        <a:off x="3984678" y="1901452"/>
                        <a:ext cx="2256142" cy="372574"/>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B46ADD38-C32D-B098-02F3-86F8873E7694}"/>
              </a:ext>
            </a:extLst>
          </p:cNvPr>
          <p:cNvGraphicFramePr>
            <a:graphicFrameLocks noChangeAspect="1"/>
          </p:cNvGraphicFramePr>
          <p:nvPr>
            <p:extLst>
              <p:ext uri="{D42A27DB-BD31-4B8C-83A1-F6EECF244321}">
                <p14:modId xmlns:p14="http://schemas.microsoft.com/office/powerpoint/2010/main" val="2904550507"/>
              </p:ext>
            </p:extLst>
          </p:nvPr>
        </p:nvGraphicFramePr>
        <p:xfrm>
          <a:off x="7169079" y="1918433"/>
          <a:ext cx="208320" cy="333312"/>
        </p:xfrm>
        <a:graphic>
          <a:graphicData uri="http://schemas.openxmlformats.org/presentationml/2006/ole">
            <mc:AlternateContent xmlns:mc="http://schemas.openxmlformats.org/markup-compatibility/2006">
              <mc:Choice xmlns:v="urn:schemas-microsoft-com:vml" Requires="v">
                <p:oleObj name="Equation" r:id="rId29" imgW="126720" imgH="203040" progId="Equation.DSMT4">
                  <p:embed/>
                </p:oleObj>
              </mc:Choice>
              <mc:Fallback>
                <p:oleObj name="Equation" r:id="rId29" imgW="126720" imgH="203040" progId="Equation.DSMT4">
                  <p:embed/>
                  <p:pic>
                    <p:nvPicPr>
                      <p:cNvPr id="0" name=""/>
                      <p:cNvPicPr/>
                      <p:nvPr/>
                    </p:nvPicPr>
                    <p:blipFill>
                      <a:blip r:embed="rId30"/>
                      <a:stretch>
                        <a:fillRect/>
                      </a:stretch>
                    </p:blipFill>
                    <p:spPr>
                      <a:xfrm>
                        <a:off x="7169079" y="1918433"/>
                        <a:ext cx="208320" cy="333312"/>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61F27DD9-F534-502A-2507-7722A24715D4}"/>
              </a:ext>
            </a:extLst>
          </p:cNvPr>
          <p:cNvGraphicFramePr>
            <a:graphicFrameLocks noChangeAspect="1"/>
          </p:cNvGraphicFramePr>
          <p:nvPr>
            <p:extLst>
              <p:ext uri="{D42A27DB-BD31-4B8C-83A1-F6EECF244321}">
                <p14:modId xmlns:p14="http://schemas.microsoft.com/office/powerpoint/2010/main" val="1285954895"/>
              </p:ext>
            </p:extLst>
          </p:nvPr>
        </p:nvGraphicFramePr>
        <p:xfrm>
          <a:off x="7778111" y="1948215"/>
          <a:ext cx="221020" cy="331530"/>
        </p:xfrm>
        <a:graphic>
          <a:graphicData uri="http://schemas.openxmlformats.org/presentationml/2006/ole">
            <mc:AlternateContent xmlns:mc="http://schemas.openxmlformats.org/markup-compatibility/2006">
              <mc:Choice xmlns:v="urn:schemas-microsoft-com:vml" Requires="v">
                <p:oleObj name="Equation" r:id="rId31" imgW="152280" imgH="228600" progId="Equation.DSMT4">
                  <p:embed/>
                </p:oleObj>
              </mc:Choice>
              <mc:Fallback>
                <p:oleObj name="Equation" r:id="rId31" imgW="152280" imgH="228600" progId="Equation.DSMT4">
                  <p:embed/>
                  <p:pic>
                    <p:nvPicPr>
                      <p:cNvPr id="0" name=""/>
                      <p:cNvPicPr/>
                      <p:nvPr/>
                    </p:nvPicPr>
                    <p:blipFill>
                      <a:blip r:embed="rId32"/>
                      <a:stretch>
                        <a:fillRect/>
                      </a:stretch>
                    </p:blipFill>
                    <p:spPr>
                      <a:xfrm>
                        <a:off x="7778111" y="1948215"/>
                        <a:ext cx="221020" cy="331530"/>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883E7E6D-1DDB-32F4-3C8F-8536D05D9969}"/>
              </a:ext>
            </a:extLst>
          </p:cNvPr>
          <p:cNvGraphicFramePr>
            <a:graphicFrameLocks noChangeAspect="1"/>
          </p:cNvGraphicFramePr>
          <p:nvPr>
            <p:extLst>
              <p:ext uri="{D42A27DB-BD31-4B8C-83A1-F6EECF244321}">
                <p14:modId xmlns:p14="http://schemas.microsoft.com/office/powerpoint/2010/main" val="3586717596"/>
              </p:ext>
            </p:extLst>
          </p:nvPr>
        </p:nvGraphicFramePr>
        <p:xfrm>
          <a:off x="8565462" y="1951384"/>
          <a:ext cx="281034" cy="345887"/>
        </p:xfrm>
        <a:graphic>
          <a:graphicData uri="http://schemas.openxmlformats.org/presentationml/2006/ole">
            <mc:AlternateContent xmlns:mc="http://schemas.openxmlformats.org/markup-compatibility/2006">
              <mc:Choice xmlns:v="urn:schemas-microsoft-com:vml" Requires="v">
                <p:oleObj name="Equation" r:id="rId33" imgW="164880" imgH="203040" progId="Equation.DSMT4">
                  <p:embed/>
                </p:oleObj>
              </mc:Choice>
              <mc:Fallback>
                <p:oleObj name="Equation" r:id="rId33" imgW="164880" imgH="203040" progId="Equation.DSMT4">
                  <p:embed/>
                  <p:pic>
                    <p:nvPicPr>
                      <p:cNvPr id="0" name=""/>
                      <p:cNvPicPr/>
                      <p:nvPr/>
                    </p:nvPicPr>
                    <p:blipFill>
                      <a:blip r:embed="rId34"/>
                      <a:stretch>
                        <a:fillRect/>
                      </a:stretch>
                    </p:blipFill>
                    <p:spPr>
                      <a:xfrm>
                        <a:off x="8565462" y="1951384"/>
                        <a:ext cx="281034" cy="345887"/>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8D3D4DFC-16AB-81C7-A938-C1251AE3D782}"/>
              </a:ext>
            </a:extLst>
          </p:cNvPr>
          <p:cNvGraphicFramePr>
            <a:graphicFrameLocks noChangeAspect="1"/>
          </p:cNvGraphicFramePr>
          <p:nvPr>
            <p:extLst>
              <p:ext uri="{D42A27DB-BD31-4B8C-83A1-F6EECF244321}">
                <p14:modId xmlns:p14="http://schemas.microsoft.com/office/powerpoint/2010/main" val="624978799"/>
              </p:ext>
            </p:extLst>
          </p:nvPr>
        </p:nvGraphicFramePr>
        <p:xfrm>
          <a:off x="10064060" y="1990680"/>
          <a:ext cx="388349" cy="306591"/>
        </p:xfrm>
        <a:graphic>
          <a:graphicData uri="http://schemas.openxmlformats.org/presentationml/2006/ole">
            <mc:AlternateContent xmlns:mc="http://schemas.openxmlformats.org/markup-compatibility/2006">
              <mc:Choice xmlns:v="urn:schemas-microsoft-com:vml" Requires="v">
                <p:oleObj name="Equation" r:id="rId35" imgW="241200" imgH="190440" progId="Equation.DSMT4">
                  <p:embed/>
                </p:oleObj>
              </mc:Choice>
              <mc:Fallback>
                <p:oleObj name="Equation" r:id="rId35" imgW="241200" imgH="190440" progId="Equation.DSMT4">
                  <p:embed/>
                  <p:pic>
                    <p:nvPicPr>
                      <p:cNvPr id="0" name=""/>
                      <p:cNvPicPr/>
                      <p:nvPr/>
                    </p:nvPicPr>
                    <p:blipFill>
                      <a:blip r:embed="rId36"/>
                      <a:stretch>
                        <a:fillRect/>
                      </a:stretch>
                    </p:blipFill>
                    <p:spPr>
                      <a:xfrm>
                        <a:off x="10064060" y="1990680"/>
                        <a:ext cx="388349" cy="306591"/>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38F5B66B-EDAD-FCA0-E540-62D7FF42F83C}"/>
              </a:ext>
            </a:extLst>
          </p:cNvPr>
          <p:cNvGraphicFramePr>
            <a:graphicFrameLocks noChangeAspect="1"/>
          </p:cNvGraphicFramePr>
          <p:nvPr>
            <p:extLst>
              <p:ext uri="{D42A27DB-BD31-4B8C-83A1-F6EECF244321}">
                <p14:modId xmlns:p14="http://schemas.microsoft.com/office/powerpoint/2010/main" val="2974607817"/>
              </p:ext>
            </p:extLst>
          </p:nvPr>
        </p:nvGraphicFramePr>
        <p:xfrm>
          <a:off x="1517314" y="2297271"/>
          <a:ext cx="487210" cy="371208"/>
        </p:xfrm>
        <a:graphic>
          <a:graphicData uri="http://schemas.openxmlformats.org/presentationml/2006/ole">
            <mc:AlternateContent xmlns:mc="http://schemas.openxmlformats.org/markup-compatibility/2006">
              <mc:Choice xmlns:v="urn:schemas-microsoft-com:vml" Requires="v">
                <p:oleObj name="Equation" r:id="rId37" imgW="266400" imgH="203040" progId="Equation.DSMT4">
                  <p:embed/>
                </p:oleObj>
              </mc:Choice>
              <mc:Fallback>
                <p:oleObj name="Equation" r:id="rId37" imgW="266400" imgH="203040" progId="Equation.DSMT4">
                  <p:embed/>
                  <p:pic>
                    <p:nvPicPr>
                      <p:cNvPr id="0" name=""/>
                      <p:cNvPicPr/>
                      <p:nvPr/>
                    </p:nvPicPr>
                    <p:blipFill>
                      <a:blip r:embed="rId38"/>
                      <a:stretch>
                        <a:fillRect/>
                      </a:stretch>
                    </p:blipFill>
                    <p:spPr>
                      <a:xfrm>
                        <a:off x="1517314" y="2297271"/>
                        <a:ext cx="487210" cy="371208"/>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17223C73-A887-C0F6-CE41-FD7734AAE66D}"/>
              </a:ext>
            </a:extLst>
          </p:cNvPr>
          <p:cNvGraphicFramePr>
            <a:graphicFrameLocks noChangeAspect="1"/>
          </p:cNvGraphicFramePr>
          <p:nvPr>
            <p:extLst>
              <p:ext uri="{D42A27DB-BD31-4B8C-83A1-F6EECF244321}">
                <p14:modId xmlns:p14="http://schemas.microsoft.com/office/powerpoint/2010/main" val="9375944"/>
              </p:ext>
            </p:extLst>
          </p:nvPr>
        </p:nvGraphicFramePr>
        <p:xfrm>
          <a:off x="2432116" y="2298238"/>
          <a:ext cx="416023" cy="394127"/>
        </p:xfrm>
        <a:graphic>
          <a:graphicData uri="http://schemas.openxmlformats.org/presentationml/2006/ole">
            <mc:AlternateContent xmlns:mc="http://schemas.openxmlformats.org/markup-compatibility/2006">
              <mc:Choice xmlns:v="urn:schemas-microsoft-com:vml" Requires="v">
                <p:oleObj name="Equation" r:id="rId39" imgW="241200" imgH="228600" progId="Equation.DSMT4">
                  <p:embed/>
                </p:oleObj>
              </mc:Choice>
              <mc:Fallback>
                <p:oleObj name="Equation" r:id="rId39" imgW="241200" imgH="228600" progId="Equation.DSMT4">
                  <p:embed/>
                  <p:pic>
                    <p:nvPicPr>
                      <p:cNvPr id="0" name=""/>
                      <p:cNvPicPr/>
                      <p:nvPr/>
                    </p:nvPicPr>
                    <p:blipFill>
                      <a:blip r:embed="rId40"/>
                      <a:stretch>
                        <a:fillRect/>
                      </a:stretch>
                    </p:blipFill>
                    <p:spPr>
                      <a:xfrm>
                        <a:off x="2432116" y="2298238"/>
                        <a:ext cx="416023" cy="394127"/>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F1F06D05-F54A-5EB2-2DF9-3A13DC3D39EA}"/>
              </a:ext>
            </a:extLst>
          </p:cNvPr>
          <p:cNvGraphicFramePr>
            <a:graphicFrameLocks noChangeAspect="1"/>
          </p:cNvGraphicFramePr>
          <p:nvPr>
            <p:extLst>
              <p:ext uri="{D42A27DB-BD31-4B8C-83A1-F6EECF244321}">
                <p14:modId xmlns:p14="http://schemas.microsoft.com/office/powerpoint/2010/main" val="2141993954"/>
              </p:ext>
            </p:extLst>
          </p:nvPr>
        </p:nvGraphicFramePr>
        <p:xfrm>
          <a:off x="2290095" y="2836310"/>
          <a:ext cx="350032" cy="250023"/>
        </p:xfrm>
        <a:graphic>
          <a:graphicData uri="http://schemas.openxmlformats.org/presentationml/2006/ole">
            <mc:AlternateContent xmlns:mc="http://schemas.openxmlformats.org/markup-compatibility/2006">
              <mc:Choice xmlns:v="urn:schemas-microsoft-com:vml" Requires="v">
                <p:oleObj name="Equation" r:id="rId41" imgW="266400" imgH="190440" progId="Equation.DSMT4">
                  <p:embed/>
                </p:oleObj>
              </mc:Choice>
              <mc:Fallback>
                <p:oleObj name="Equation" r:id="rId41" imgW="266400" imgH="190440" progId="Equation.DSMT4">
                  <p:embed/>
                  <p:pic>
                    <p:nvPicPr>
                      <p:cNvPr id="0" name=""/>
                      <p:cNvPicPr/>
                      <p:nvPr/>
                    </p:nvPicPr>
                    <p:blipFill>
                      <a:blip r:embed="rId42"/>
                      <a:stretch>
                        <a:fillRect/>
                      </a:stretch>
                    </p:blipFill>
                    <p:spPr>
                      <a:xfrm>
                        <a:off x="2290095" y="2836310"/>
                        <a:ext cx="350032" cy="250023"/>
                      </a:xfrm>
                      <a:prstGeom prst="rect">
                        <a:avLst/>
                      </a:prstGeom>
                    </p:spPr>
                  </p:pic>
                </p:oleObj>
              </mc:Fallback>
            </mc:AlternateContent>
          </a:graphicData>
        </a:graphic>
      </p:graphicFrame>
      <p:graphicFrame>
        <p:nvGraphicFramePr>
          <p:cNvPr id="31" name="对象 30">
            <a:extLst>
              <a:ext uri="{FF2B5EF4-FFF2-40B4-BE49-F238E27FC236}">
                <a16:creationId xmlns:a16="http://schemas.microsoft.com/office/drawing/2014/main" id="{164FD3CC-E6DD-0BED-5777-EE246BABEDC2}"/>
              </a:ext>
            </a:extLst>
          </p:cNvPr>
          <p:cNvGraphicFramePr>
            <a:graphicFrameLocks noChangeAspect="1"/>
          </p:cNvGraphicFramePr>
          <p:nvPr>
            <p:extLst>
              <p:ext uri="{D42A27DB-BD31-4B8C-83A1-F6EECF244321}">
                <p14:modId xmlns:p14="http://schemas.microsoft.com/office/powerpoint/2010/main" val="1356034531"/>
              </p:ext>
            </p:extLst>
          </p:nvPr>
        </p:nvGraphicFramePr>
        <p:xfrm>
          <a:off x="4271230" y="2836310"/>
          <a:ext cx="229188" cy="250023"/>
        </p:xfrm>
        <a:graphic>
          <a:graphicData uri="http://schemas.openxmlformats.org/presentationml/2006/ole">
            <mc:AlternateContent xmlns:mc="http://schemas.openxmlformats.org/markup-compatibility/2006">
              <mc:Choice xmlns:v="urn:schemas-microsoft-com:vml" Requires="v">
                <p:oleObj name="Equation" r:id="rId43" imgW="139680" imgH="152280" progId="Equation.DSMT4">
                  <p:embed/>
                </p:oleObj>
              </mc:Choice>
              <mc:Fallback>
                <p:oleObj name="Equation" r:id="rId43" imgW="139680" imgH="152280" progId="Equation.DSMT4">
                  <p:embed/>
                  <p:pic>
                    <p:nvPicPr>
                      <p:cNvPr id="0" name=""/>
                      <p:cNvPicPr/>
                      <p:nvPr/>
                    </p:nvPicPr>
                    <p:blipFill>
                      <a:blip r:embed="rId44"/>
                      <a:stretch>
                        <a:fillRect/>
                      </a:stretch>
                    </p:blipFill>
                    <p:spPr>
                      <a:xfrm>
                        <a:off x="4271230" y="2836310"/>
                        <a:ext cx="229188" cy="250023"/>
                      </a:xfrm>
                      <a:prstGeom prst="rect">
                        <a:avLst/>
                      </a:prstGeom>
                    </p:spPr>
                  </p:pic>
                </p:oleObj>
              </mc:Fallback>
            </mc:AlternateContent>
          </a:graphicData>
        </a:graphic>
      </p:graphicFrame>
      <p:graphicFrame>
        <p:nvGraphicFramePr>
          <p:cNvPr id="32" name="对象 31">
            <a:extLst>
              <a:ext uri="{FF2B5EF4-FFF2-40B4-BE49-F238E27FC236}">
                <a16:creationId xmlns:a16="http://schemas.microsoft.com/office/drawing/2014/main" id="{47591F90-2BB8-0E5F-C340-F106AA449FF1}"/>
              </a:ext>
            </a:extLst>
          </p:cNvPr>
          <p:cNvGraphicFramePr>
            <a:graphicFrameLocks noChangeAspect="1"/>
          </p:cNvGraphicFramePr>
          <p:nvPr>
            <p:extLst>
              <p:ext uri="{D42A27DB-BD31-4B8C-83A1-F6EECF244321}">
                <p14:modId xmlns:p14="http://schemas.microsoft.com/office/powerpoint/2010/main" val="3785590353"/>
              </p:ext>
            </p:extLst>
          </p:nvPr>
        </p:nvGraphicFramePr>
        <p:xfrm>
          <a:off x="4988208" y="2806006"/>
          <a:ext cx="429216" cy="306583"/>
        </p:xfrm>
        <a:graphic>
          <a:graphicData uri="http://schemas.openxmlformats.org/presentationml/2006/ole">
            <mc:AlternateContent xmlns:mc="http://schemas.openxmlformats.org/markup-compatibility/2006">
              <mc:Choice xmlns:v="urn:schemas-microsoft-com:vml" Requires="v">
                <p:oleObj name="Equation" r:id="rId45" imgW="266400" imgH="190440" progId="Equation.DSMT4">
                  <p:embed/>
                </p:oleObj>
              </mc:Choice>
              <mc:Fallback>
                <p:oleObj name="Equation" r:id="rId45" imgW="266400" imgH="190440" progId="Equation.DSMT4">
                  <p:embed/>
                  <p:pic>
                    <p:nvPicPr>
                      <p:cNvPr id="0" name=""/>
                      <p:cNvPicPr/>
                      <p:nvPr/>
                    </p:nvPicPr>
                    <p:blipFill>
                      <a:blip r:embed="rId46"/>
                      <a:stretch>
                        <a:fillRect/>
                      </a:stretch>
                    </p:blipFill>
                    <p:spPr>
                      <a:xfrm>
                        <a:off x="4988208" y="2806006"/>
                        <a:ext cx="429216" cy="306583"/>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66AFCB11-0FBC-628D-7320-B6E4FEB337E0}"/>
              </a:ext>
            </a:extLst>
          </p:cNvPr>
          <p:cNvGraphicFramePr>
            <a:graphicFrameLocks noChangeAspect="1"/>
          </p:cNvGraphicFramePr>
          <p:nvPr>
            <p:extLst>
              <p:ext uri="{D42A27DB-BD31-4B8C-83A1-F6EECF244321}">
                <p14:modId xmlns:p14="http://schemas.microsoft.com/office/powerpoint/2010/main" val="1908768004"/>
              </p:ext>
            </p:extLst>
          </p:nvPr>
        </p:nvGraphicFramePr>
        <p:xfrm>
          <a:off x="7713605" y="2806006"/>
          <a:ext cx="392458" cy="280327"/>
        </p:xfrm>
        <a:graphic>
          <a:graphicData uri="http://schemas.openxmlformats.org/presentationml/2006/ole">
            <mc:AlternateContent xmlns:mc="http://schemas.openxmlformats.org/markup-compatibility/2006">
              <mc:Choice xmlns:v="urn:schemas-microsoft-com:vml" Requires="v">
                <p:oleObj name="Equation" r:id="rId47" imgW="266400" imgH="190440" progId="Equation.DSMT4">
                  <p:embed/>
                </p:oleObj>
              </mc:Choice>
              <mc:Fallback>
                <p:oleObj name="Equation" r:id="rId47" imgW="266400" imgH="190440" progId="Equation.DSMT4">
                  <p:embed/>
                  <p:pic>
                    <p:nvPicPr>
                      <p:cNvPr id="0" name=""/>
                      <p:cNvPicPr/>
                      <p:nvPr/>
                    </p:nvPicPr>
                    <p:blipFill>
                      <a:blip r:embed="rId48"/>
                      <a:stretch>
                        <a:fillRect/>
                      </a:stretch>
                    </p:blipFill>
                    <p:spPr>
                      <a:xfrm>
                        <a:off x="7713605" y="2806006"/>
                        <a:ext cx="392458" cy="280327"/>
                      </a:xfrm>
                      <a:prstGeom prst="rect">
                        <a:avLst/>
                      </a:prstGeom>
                    </p:spPr>
                  </p:pic>
                </p:oleObj>
              </mc:Fallback>
            </mc:AlternateContent>
          </a:graphicData>
        </a:graphic>
      </p:graphicFrame>
      <p:graphicFrame>
        <p:nvGraphicFramePr>
          <p:cNvPr id="34" name="对象 33">
            <a:extLst>
              <a:ext uri="{FF2B5EF4-FFF2-40B4-BE49-F238E27FC236}">
                <a16:creationId xmlns:a16="http://schemas.microsoft.com/office/drawing/2014/main" id="{80F5E882-F6CC-B14E-FFAA-9DB72584F355}"/>
              </a:ext>
            </a:extLst>
          </p:cNvPr>
          <p:cNvGraphicFramePr>
            <a:graphicFrameLocks noChangeAspect="1"/>
          </p:cNvGraphicFramePr>
          <p:nvPr>
            <p:extLst>
              <p:ext uri="{D42A27DB-BD31-4B8C-83A1-F6EECF244321}">
                <p14:modId xmlns:p14="http://schemas.microsoft.com/office/powerpoint/2010/main" val="1750844739"/>
              </p:ext>
            </p:extLst>
          </p:nvPr>
        </p:nvGraphicFramePr>
        <p:xfrm>
          <a:off x="9287824" y="2806006"/>
          <a:ext cx="214670" cy="234185"/>
        </p:xfrm>
        <a:graphic>
          <a:graphicData uri="http://schemas.openxmlformats.org/presentationml/2006/ole">
            <mc:AlternateContent xmlns:mc="http://schemas.openxmlformats.org/markup-compatibility/2006">
              <mc:Choice xmlns:v="urn:schemas-microsoft-com:vml" Requires="v">
                <p:oleObj name="Equation" r:id="rId49" imgW="139680" imgH="152280" progId="Equation.DSMT4">
                  <p:embed/>
                </p:oleObj>
              </mc:Choice>
              <mc:Fallback>
                <p:oleObj name="Equation" r:id="rId49" imgW="139680" imgH="152280" progId="Equation.DSMT4">
                  <p:embed/>
                  <p:pic>
                    <p:nvPicPr>
                      <p:cNvPr id="0" name=""/>
                      <p:cNvPicPr/>
                      <p:nvPr/>
                    </p:nvPicPr>
                    <p:blipFill>
                      <a:blip r:embed="rId50"/>
                      <a:stretch>
                        <a:fillRect/>
                      </a:stretch>
                    </p:blipFill>
                    <p:spPr>
                      <a:xfrm>
                        <a:off x="9287824" y="2806006"/>
                        <a:ext cx="214670" cy="234185"/>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B326F8C3-4CC1-5BD8-7F1B-A39BBCED741F}"/>
              </a:ext>
            </a:extLst>
          </p:cNvPr>
          <p:cNvGraphicFramePr>
            <a:graphicFrameLocks noChangeAspect="1"/>
          </p:cNvGraphicFramePr>
          <p:nvPr>
            <p:extLst>
              <p:ext uri="{D42A27DB-BD31-4B8C-83A1-F6EECF244321}">
                <p14:modId xmlns:p14="http://schemas.microsoft.com/office/powerpoint/2010/main" val="2713525141"/>
              </p:ext>
            </p:extLst>
          </p:nvPr>
        </p:nvGraphicFramePr>
        <p:xfrm>
          <a:off x="10892868" y="2806005"/>
          <a:ext cx="429216" cy="306583"/>
        </p:xfrm>
        <a:graphic>
          <a:graphicData uri="http://schemas.openxmlformats.org/presentationml/2006/ole">
            <mc:AlternateContent xmlns:mc="http://schemas.openxmlformats.org/markup-compatibility/2006">
              <mc:Choice xmlns:v="urn:schemas-microsoft-com:vml" Requires="v">
                <p:oleObj name="Equation" r:id="rId51" imgW="266400" imgH="190440" progId="Equation.DSMT4">
                  <p:embed/>
                </p:oleObj>
              </mc:Choice>
              <mc:Fallback>
                <p:oleObj name="Equation" r:id="rId51" imgW="266400" imgH="190440" progId="Equation.DSMT4">
                  <p:embed/>
                  <p:pic>
                    <p:nvPicPr>
                      <p:cNvPr id="0" name=""/>
                      <p:cNvPicPr/>
                      <p:nvPr/>
                    </p:nvPicPr>
                    <p:blipFill>
                      <a:blip r:embed="rId52"/>
                      <a:stretch>
                        <a:fillRect/>
                      </a:stretch>
                    </p:blipFill>
                    <p:spPr>
                      <a:xfrm>
                        <a:off x="10892868" y="2806005"/>
                        <a:ext cx="429216" cy="306583"/>
                      </a:xfrm>
                      <a:prstGeom prst="rect">
                        <a:avLst/>
                      </a:prstGeom>
                    </p:spPr>
                  </p:pic>
                </p:oleObj>
              </mc:Fallback>
            </mc:AlternateContent>
          </a:graphicData>
        </a:graphic>
      </p:graphicFrame>
      <p:graphicFrame>
        <p:nvGraphicFramePr>
          <p:cNvPr id="36" name="对象 35">
            <a:extLst>
              <a:ext uri="{FF2B5EF4-FFF2-40B4-BE49-F238E27FC236}">
                <a16:creationId xmlns:a16="http://schemas.microsoft.com/office/drawing/2014/main" id="{DB87062E-938B-71C5-26E3-9815308A39F0}"/>
              </a:ext>
            </a:extLst>
          </p:cNvPr>
          <p:cNvGraphicFramePr>
            <a:graphicFrameLocks noChangeAspect="1"/>
          </p:cNvGraphicFramePr>
          <p:nvPr>
            <p:extLst>
              <p:ext uri="{D42A27DB-BD31-4B8C-83A1-F6EECF244321}">
                <p14:modId xmlns:p14="http://schemas.microsoft.com/office/powerpoint/2010/main" val="2306140857"/>
              </p:ext>
            </p:extLst>
          </p:nvPr>
        </p:nvGraphicFramePr>
        <p:xfrm>
          <a:off x="3935806" y="3249185"/>
          <a:ext cx="3280610" cy="336473"/>
        </p:xfrm>
        <a:graphic>
          <a:graphicData uri="http://schemas.openxmlformats.org/presentationml/2006/ole">
            <mc:AlternateContent xmlns:mc="http://schemas.openxmlformats.org/markup-compatibility/2006">
              <mc:Choice xmlns:v="urn:schemas-microsoft-com:vml" Requires="v">
                <p:oleObj name="Equation" r:id="rId53" imgW="1981080" imgH="203040" progId="Equation.DSMT4">
                  <p:embed/>
                </p:oleObj>
              </mc:Choice>
              <mc:Fallback>
                <p:oleObj name="Equation" r:id="rId53" imgW="1981080" imgH="203040" progId="Equation.DSMT4">
                  <p:embed/>
                  <p:pic>
                    <p:nvPicPr>
                      <p:cNvPr id="0" name=""/>
                      <p:cNvPicPr/>
                      <p:nvPr/>
                    </p:nvPicPr>
                    <p:blipFill>
                      <a:blip r:embed="rId54"/>
                      <a:stretch>
                        <a:fillRect/>
                      </a:stretch>
                    </p:blipFill>
                    <p:spPr>
                      <a:xfrm>
                        <a:off x="3935806" y="3249185"/>
                        <a:ext cx="3280610" cy="336473"/>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52AB994F-C3D3-8906-3B06-E61C93505C43}"/>
              </a:ext>
            </a:extLst>
          </p:cNvPr>
          <p:cNvGraphicFramePr>
            <a:graphicFrameLocks noChangeAspect="1"/>
          </p:cNvGraphicFramePr>
          <p:nvPr>
            <p:extLst>
              <p:ext uri="{D42A27DB-BD31-4B8C-83A1-F6EECF244321}">
                <p14:modId xmlns:p14="http://schemas.microsoft.com/office/powerpoint/2010/main" val="1918739603"/>
              </p:ext>
            </p:extLst>
          </p:nvPr>
        </p:nvGraphicFramePr>
        <p:xfrm>
          <a:off x="3932664" y="3748510"/>
          <a:ext cx="3280610" cy="369069"/>
        </p:xfrm>
        <a:graphic>
          <a:graphicData uri="http://schemas.openxmlformats.org/presentationml/2006/ole">
            <mc:AlternateContent xmlns:mc="http://schemas.openxmlformats.org/markup-compatibility/2006">
              <mc:Choice xmlns:v="urn:schemas-microsoft-com:vml" Requires="v">
                <p:oleObj name="Equation" r:id="rId55" imgW="2031840" imgH="228600" progId="Equation.DSMT4">
                  <p:embed/>
                </p:oleObj>
              </mc:Choice>
              <mc:Fallback>
                <p:oleObj name="Equation" r:id="rId55" imgW="2031840" imgH="228600" progId="Equation.DSMT4">
                  <p:embed/>
                  <p:pic>
                    <p:nvPicPr>
                      <p:cNvPr id="0" name=""/>
                      <p:cNvPicPr/>
                      <p:nvPr/>
                    </p:nvPicPr>
                    <p:blipFill>
                      <a:blip r:embed="rId56"/>
                      <a:stretch>
                        <a:fillRect/>
                      </a:stretch>
                    </p:blipFill>
                    <p:spPr>
                      <a:xfrm>
                        <a:off x="3932664" y="3748510"/>
                        <a:ext cx="3280610" cy="369069"/>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F8D5CDCF-1D61-0E0C-DC9C-E8F0AA79D2A4}"/>
              </a:ext>
            </a:extLst>
          </p:cNvPr>
          <p:cNvGraphicFramePr>
            <a:graphicFrameLocks noChangeAspect="1"/>
          </p:cNvGraphicFramePr>
          <p:nvPr>
            <p:extLst>
              <p:ext uri="{D42A27DB-BD31-4B8C-83A1-F6EECF244321}">
                <p14:modId xmlns:p14="http://schemas.microsoft.com/office/powerpoint/2010/main" val="2487095754"/>
              </p:ext>
            </p:extLst>
          </p:nvPr>
        </p:nvGraphicFramePr>
        <p:xfrm>
          <a:off x="3932781" y="4284248"/>
          <a:ext cx="3280493" cy="328049"/>
        </p:xfrm>
        <a:graphic>
          <a:graphicData uri="http://schemas.openxmlformats.org/presentationml/2006/ole">
            <mc:AlternateContent xmlns:mc="http://schemas.openxmlformats.org/markup-compatibility/2006">
              <mc:Choice xmlns:v="urn:schemas-microsoft-com:vml" Requires="v">
                <p:oleObj name="Equation" r:id="rId57" imgW="2031840" imgH="203040" progId="Equation.DSMT4">
                  <p:embed/>
                </p:oleObj>
              </mc:Choice>
              <mc:Fallback>
                <p:oleObj name="Equation" r:id="rId57" imgW="2031840" imgH="203040" progId="Equation.DSMT4">
                  <p:embed/>
                  <p:pic>
                    <p:nvPicPr>
                      <p:cNvPr id="0" name=""/>
                      <p:cNvPicPr/>
                      <p:nvPr/>
                    </p:nvPicPr>
                    <p:blipFill>
                      <a:blip r:embed="rId58"/>
                      <a:stretch>
                        <a:fillRect/>
                      </a:stretch>
                    </p:blipFill>
                    <p:spPr>
                      <a:xfrm>
                        <a:off x="3932781" y="4284248"/>
                        <a:ext cx="3280493" cy="328049"/>
                      </a:xfrm>
                      <a:prstGeom prst="rect">
                        <a:avLst/>
                      </a:prstGeom>
                    </p:spPr>
                  </p:pic>
                </p:oleObj>
              </mc:Fallback>
            </mc:AlternateContent>
          </a:graphicData>
        </a:graphic>
      </p:graphicFrame>
      <p:sp>
        <p:nvSpPr>
          <p:cNvPr id="41" name="文本框 40">
            <a:extLst>
              <a:ext uri="{FF2B5EF4-FFF2-40B4-BE49-F238E27FC236}">
                <a16:creationId xmlns:a16="http://schemas.microsoft.com/office/drawing/2014/main" id="{1683B8B3-5E45-9A86-C841-067D6695DD68}"/>
              </a:ext>
            </a:extLst>
          </p:cNvPr>
          <p:cNvSpPr txBox="1"/>
          <p:nvPr/>
        </p:nvSpPr>
        <p:spPr>
          <a:xfrm>
            <a:off x="280448" y="4918725"/>
            <a:ext cx="6122708" cy="301173"/>
          </a:xfrm>
          <a:prstGeom prst="rect">
            <a:avLst/>
          </a:prstGeom>
          <a:noFill/>
        </p:spPr>
        <p:txBody>
          <a:bodyPr wrap="square">
            <a:spAutoFit/>
          </a:bodyPr>
          <a:lstStyle/>
          <a:p>
            <a:pPr indent="269875" algn="just">
              <a:lnSpc>
                <a:spcPts val="1595"/>
              </a:lnSpc>
            </a:pPr>
            <a:r>
              <a:rPr lang="zh-CN" altLang="zh-CN" sz="1800" kern="1000" dirty="0">
                <a:effectLst/>
                <a:latin typeface="微软雅黑" panose="020B0503020204020204" pitchFamily="34" charset="-122"/>
                <a:ea typeface="微软雅黑" panose="020B0503020204020204" pitchFamily="34" charset="-122"/>
              </a:rPr>
              <a:t>用矩阵表示为</a:t>
            </a:r>
          </a:p>
        </p:txBody>
      </p:sp>
      <p:graphicFrame>
        <p:nvGraphicFramePr>
          <p:cNvPr id="42" name="对象 41">
            <a:extLst>
              <a:ext uri="{FF2B5EF4-FFF2-40B4-BE49-F238E27FC236}">
                <a16:creationId xmlns:a16="http://schemas.microsoft.com/office/drawing/2014/main" id="{478622EB-0445-939B-0A0B-E684EC6E4533}"/>
              </a:ext>
            </a:extLst>
          </p:cNvPr>
          <p:cNvGraphicFramePr>
            <a:graphicFrameLocks noChangeAspect="1"/>
          </p:cNvGraphicFramePr>
          <p:nvPr>
            <p:extLst>
              <p:ext uri="{D42A27DB-BD31-4B8C-83A1-F6EECF244321}">
                <p14:modId xmlns:p14="http://schemas.microsoft.com/office/powerpoint/2010/main" val="3264535707"/>
              </p:ext>
            </p:extLst>
          </p:nvPr>
        </p:nvGraphicFramePr>
        <p:xfrm>
          <a:off x="3932664" y="5176107"/>
          <a:ext cx="3280493" cy="873609"/>
        </p:xfrm>
        <a:graphic>
          <a:graphicData uri="http://schemas.openxmlformats.org/presentationml/2006/ole">
            <mc:AlternateContent xmlns:mc="http://schemas.openxmlformats.org/markup-compatibility/2006">
              <mc:Choice xmlns:v="urn:schemas-microsoft-com:vml" Requires="v">
                <p:oleObj name="Equation" r:id="rId59" imgW="2336760" imgH="622080" progId="Equation.DSMT4">
                  <p:embed/>
                </p:oleObj>
              </mc:Choice>
              <mc:Fallback>
                <p:oleObj name="Equation" r:id="rId59" imgW="2336760" imgH="622080" progId="Equation.DSMT4">
                  <p:embed/>
                  <p:pic>
                    <p:nvPicPr>
                      <p:cNvPr id="0" name=""/>
                      <p:cNvPicPr/>
                      <p:nvPr/>
                    </p:nvPicPr>
                    <p:blipFill>
                      <a:blip r:embed="rId60"/>
                      <a:stretch>
                        <a:fillRect/>
                      </a:stretch>
                    </p:blipFill>
                    <p:spPr>
                      <a:xfrm>
                        <a:off x="3932664" y="5176107"/>
                        <a:ext cx="3280493" cy="873609"/>
                      </a:xfrm>
                      <a:prstGeom prst="rect">
                        <a:avLst/>
                      </a:prstGeom>
                    </p:spPr>
                  </p:pic>
                </p:oleObj>
              </mc:Fallback>
            </mc:AlternateContent>
          </a:graphicData>
        </a:graphic>
      </p:graphicFrame>
      <p:sp>
        <p:nvSpPr>
          <p:cNvPr id="45" name="文本框 44">
            <a:extLst>
              <a:ext uri="{FF2B5EF4-FFF2-40B4-BE49-F238E27FC236}">
                <a16:creationId xmlns:a16="http://schemas.microsoft.com/office/drawing/2014/main" id="{05170133-13E1-E914-B8D6-9C2924648DD2}"/>
              </a:ext>
            </a:extLst>
          </p:cNvPr>
          <p:cNvSpPr txBox="1"/>
          <p:nvPr/>
        </p:nvSpPr>
        <p:spPr>
          <a:xfrm>
            <a:off x="7461296" y="5537251"/>
            <a:ext cx="834292" cy="297924"/>
          </a:xfrm>
          <a:prstGeom prst="rect">
            <a:avLst/>
          </a:prstGeom>
          <a:noFill/>
        </p:spPr>
        <p:txBody>
          <a:bodyPr wrap="square">
            <a:spAutoFit/>
          </a:bodyPr>
          <a:lstStyle/>
          <a:p>
            <a:pPr algn="just">
              <a:lnSpc>
                <a:spcPts val="1595"/>
              </a:lnSpc>
              <a:spcBef>
                <a:spcPts val="400"/>
              </a:spcBef>
              <a:spcAft>
                <a:spcPts val="400"/>
              </a:spcAft>
              <a:tabLst>
                <a:tab pos="5364480" algn="r"/>
              </a:tabLst>
            </a:pPr>
            <a:r>
              <a:rPr lang="en-US" altLang="zh-CN" sz="1800" kern="1050" dirty="0">
                <a:effectLst/>
                <a:latin typeface="宋体" panose="02010600030101010101" pitchFamily="2" charset="-122"/>
                <a:ea typeface="宋体" panose="02010600030101010101" pitchFamily="2" charset="-122"/>
              </a:rPr>
              <a:t>(</a:t>
            </a:r>
            <a:r>
              <a:rPr lang="en-US" altLang="zh-CN" sz="1800" kern="1050" dirty="0">
                <a:effectLst/>
                <a:latin typeface="Times New Roman" panose="02020603050405020304" pitchFamily="18" charset="0"/>
                <a:ea typeface="宋体" panose="02010600030101010101" pitchFamily="2" charset="-122"/>
              </a:rPr>
              <a:t>2.10</a:t>
            </a:r>
            <a:r>
              <a:rPr lang="en-US" altLang="zh-CN" sz="1800" kern="1050" dirty="0">
                <a:effectLst/>
                <a:latin typeface="宋体" panose="02010600030101010101" pitchFamily="2" charset="-122"/>
                <a:ea typeface="宋体" panose="02010600030101010101" pitchFamily="2" charset="-122"/>
              </a:rPr>
              <a:t>)</a:t>
            </a:r>
            <a:endParaRPr lang="zh-CN" altLang="zh-CN" sz="1800" kern="105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60877334"/>
      </p:ext>
    </p:extLst>
  </p:cSld>
  <p:clrMapOvr>
    <a:masterClrMapping/>
  </p:clrMapOvr>
  <p:transition advTm="1885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74F262C-66AD-5B57-0727-9BA80DBC364A}"/>
              </a:ext>
            </a:extLst>
          </p:cNvPr>
          <p:cNvSpPr txBox="1"/>
          <p:nvPr/>
        </p:nvSpPr>
        <p:spPr>
          <a:xfrm>
            <a:off x="591531" y="1050244"/>
            <a:ext cx="10956304" cy="1289905"/>
          </a:xfrm>
          <a:prstGeom prst="rect">
            <a:avLst/>
          </a:prstGeom>
          <a:noFill/>
        </p:spPr>
        <p:txBody>
          <a:bodyPr wrap="square">
            <a:spAutoFit/>
          </a:bodyPr>
          <a:lstStyle/>
          <a:p>
            <a:pPr indent="457200" algn="just">
              <a:lnSpc>
                <a:spcPct val="150000"/>
              </a:lnSpc>
            </a:pP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式</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0" dirty="0">
                <a:effectLst/>
                <a:latin typeface="微软雅黑" panose="020B0503020204020204" pitchFamily="34" charset="-122"/>
                <a:ea typeface="微软雅黑" panose="020B0503020204020204" pitchFamily="34" charset="-122"/>
              </a:rPr>
              <a:t>2.10</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中，</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为旋转矩阵，此时，                  ，                      。</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旋转矩阵为正交矩阵，满足正交矩阵的性质，因此，有             和          成立，其中，                     </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kern="1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的伴随矩阵，        为          的行列式。旋转矩阵坐标系定义示意图如图</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CFE95C4E-6DAE-80E8-4880-3E084E6C2058}"/>
              </a:ext>
            </a:extLst>
          </p:cNvPr>
          <p:cNvGraphicFramePr>
            <a:graphicFrameLocks noChangeAspect="1"/>
          </p:cNvGraphicFramePr>
          <p:nvPr>
            <p:extLst>
              <p:ext uri="{D42A27DB-BD31-4B8C-83A1-F6EECF244321}">
                <p14:modId xmlns:p14="http://schemas.microsoft.com/office/powerpoint/2010/main" val="38300318"/>
              </p:ext>
            </p:extLst>
          </p:nvPr>
        </p:nvGraphicFramePr>
        <p:xfrm>
          <a:off x="4421172" y="3007151"/>
          <a:ext cx="2168164" cy="2214294"/>
        </p:xfrm>
        <a:graphic>
          <a:graphicData uri="http://schemas.openxmlformats.org/presentationml/2006/ole">
            <mc:AlternateContent xmlns:mc="http://schemas.openxmlformats.org/markup-compatibility/2006">
              <mc:Choice xmlns:v="urn:schemas-microsoft-com:vml" Requires="v">
                <p:oleObj name="Visio" r:id="rId3" imgW="2235318" imgH="2285764" progId="Visio.Drawing.15">
                  <p:embed/>
                </p:oleObj>
              </mc:Choice>
              <mc:Fallback>
                <p:oleObj name="Visio" r:id="rId3" imgW="2235318" imgH="228576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1172" y="3007151"/>
                        <a:ext cx="2168164" cy="2214294"/>
                      </a:xfrm>
                      <a:prstGeom prst="rect">
                        <a:avLst/>
                      </a:prstGeom>
                      <a:noFill/>
                    </p:spPr>
                  </p:pic>
                </p:oleObj>
              </mc:Fallback>
            </mc:AlternateContent>
          </a:graphicData>
        </a:graphic>
      </p:graphicFrame>
      <p:sp>
        <p:nvSpPr>
          <p:cNvPr id="11" name="文本框 10">
            <a:extLst>
              <a:ext uri="{FF2B5EF4-FFF2-40B4-BE49-F238E27FC236}">
                <a16:creationId xmlns:a16="http://schemas.microsoft.com/office/drawing/2014/main" id="{7F64C2F4-6059-AB90-AE88-BEE0F668835B}"/>
              </a:ext>
            </a:extLst>
          </p:cNvPr>
          <p:cNvSpPr txBox="1"/>
          <p:nvPr/>
        </p:nvSpPr>
        <p:spPr>
          <a:xfrm>
            <a:off x="3787219" y="5350267"/>
            <a:ext cx="3669383" cy="338554"/>
          </a:xfrm>
          <a:prstGeom prst="rect">
            <a:avLst/>
          </a:prstGeom>
          <a:noFill/>
        </p:spPr>
        <p:txBody>
          <a:bodyPr wrap="square">
            <a:spAutoFit/>
          </a:bodyPr>
          <a:lstStyle/>
          <a:p>
            <a:r>
              <a:rPr lang="zh-CN" altLang="en-US" sz="1600" dirty="0">
                <a:latin typeface="宋体" panose="02010600030101010101" pitchFamily="2" charset="-122"/>
                <a:ea typeface="宋体" panose="02010600030101010101" pitchFamily="2" charset="-122"/>
              </a:rPr>
              <a:t>图</a:t>
            </a:r>
            <a:r>
              <a:rPr lang="en-US" altLang="zh-CN" sz="1600" dirty="0">
                <a:latin typeface="宋体" panose="02010600030101010101" pitchFamily="2" charset="-122"/>
                <a:ea typeface="宋体" panose="02010600030101010101" pitchFamily="2" charset="-122"/>
              </a:rPr>
              <a:t>2.2  </a:t>
            </a:r>
            <a:r>
              <a:rPr lang="zh-CN" altLang="en-US" sz="1600" dirty="0">
                <a:latin typeface="宋体" panose="02010600030101010101" pitchFamily="2" charset="-122"/>
                <a:ea typeface="宋体" panose="02010600030101010101" pitchFamily="2" charset="-122"/>
              </a:rPr>
              <a:t>旋转矩阵坐标系定义示意图</a:t>
            </a:r>
          </a:p>
        </p:txBody>
      </p:sp>
      <p:graphicFrame>
        <p:nvGraphicFramePr>
          <p:cNvPr id="12" name="对象 11">
            <a:extLst>
              <a:ext uri="{FF2B5EF4-FFF2-40B4-BE49-F238E27FC236}">
                <a16:creationId xmlns:a16="http://schemas.microsoft.com/office/drawing/2014/main" id="{CBC7710D-16DD-0BFA-035E-9DBA015546D0}"/>
              </a:ext>
            </a:extLst>
          </p:cNvPr>
          <p:cNvGraphicFramePr>
            <a:graphicFrameLocks noChangeAspect="1"/>
          </p:cNvGraphicFramePr>
          <p:nvPr>
            <p:extLst>
              <p:ext uri="{D42A27DB-BD31-4B8C-83A1-F6EECF244321}">
                <p14:modId xmlns:p14="http://schemas.microsoft.com/office/powerpoint/2010/main" val="2762431251"/>
              </p:ext>
            </p:extLst>
          </p:nvPr>
        </p:nvGraphicFramePr>
        <p:xfrm>
          <a:off x="2531882" y="1211327"/>
          <a:ext cx="238043" cy="238043"/>
        </p:xfrm>
        <a:graphic>
          <a:graphicData uri="http://schemas.openxmlformats.org/presentationml/2006/ole">
            <mc:AlternateContent xmlns:mc="http://schemas.openxmlformats.org/markup-compatibility/2006">
              <mc:Choice xmlns:v="urn:schemas-microsoft-com:vml" Requires="v">
                <p:oleObj name="Equation" r:id="rId5" imgW="152280" imgH="152280" progId="Equation.DSMT4">
                  <p:embed/>
                </p:oleObj>
              </mc:Choice>
              <mc:Fallback>
                <p:oleObj name="Equation" r:id="rId5" imgW="152280" imgH="152280" progId="Equation.DSMT4">
                  <p:embed/>
                  <p:pic>
                    <p:nvPicPr>
                      <p:cNvPr id="0" name=""/>
                      <p:cNvPicPr/>
                      <p:nvPr/>
                    </p:nvPicPr>
                    <p:blipFill>
                      <a:blip r:embed="rId6"/>
                      <a:stretch>
                        <a:fillRect/>
                      </a:stretch>
                    </p:blipFill>
                    <p:spPr>
                      <a:xfrm>
                        <a:off x="2531882" y="1211327"/>
                        <a:ext cx="238043" cy="23804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39671470-E84E-9C4A-BA81-F0B3A769439C}"/>
              </a:ext>
            </a:extLst>
          </p:cNvPr>
          <p:cNvGraphicFramePr>
            <a:graphicFrameLocks noChangeAspect="1"/>
          </p:cNvGraphicFramePr>
          <p:nvPr>
            <p:extLst>
              <p:ext uri="{D42A27DB-BD31-4B8C-83A1-F6EECF244321}">
                <p14:modId xmlns:p14="http://schemas.microsoft.com/office/powerpoint/2010/main" val="3619619727"/>
              </p:ext>
            </p:extLst>
          </p:nvPr>
        </p:nvGraphicFramePr>
        <p:xfrm>
          <a:off x="4924652" y="1089965"/>
          <a:ext cx="1228980" cy="409660"/>
        </p:xfrm>
        <a:graphic>
          <a:graphicData uri="http://schemas.openxmlformats.org/presentationml/2006/ole">
            <mc:AlternateContent xmlns:mc="http://schemas.openxmlformats.org/markup-compatibility/2006">
              <mc:Choice xmlns:v="urn:schemas-microsoft-com:vml" Requires="v">
                <p:oleObj name="Equation" r:id="rId7" imgW="685800" imgH="228600" progId="Equation.DSMT4">
                  <p:embed/>
                </p:oleObj>
              </mc:Choice>
              <mc:Fallback>
                <p:oleObj name="Equation" r:id="rId7" imgW="685800" imgH="228600" progId="Equation.DSMT4">
                  <p:embed/>
                  <p:pic>
                    <p:nvPicPr>
                      <p:cNvPr id="0" name=""/>
                      <p:cNvPicPr/>
                      <p:nvPr/>
                    </p:nvPicPr>
                    <p:blipFill>
                      <a:blip r:embed="rId8"/>
                      <a:stretch>
                        <a:fillRect/>
                      </a:stretch>
                    </p:blipFill>
                    <p:spPr>
                      <a:xfrm>
                        <a:off x="4924652" y="1089965"/>
                        <a:ext cx="1228980" cy="40966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11539F1F-7D03-8AD2-AC69-066E8D9E4F1C}"/>
              </a:ext>
            </a:extLst>
          </p:cNvPr>
          <p:cNvGraphicFramePr>
            <a:graphicFrameLocks noChangeAspect="1"/>
          </p:cNvGraphicFramePr>
          <p:nvPr>
            <p:extLst>
              <p:ext uri="{D42A27DB-BD31-4B8C-83A1-F6EECF244321}">
                <p14:modId xmlns:p14="http://schemas.microsoft.com/office/powerpoint/2010/main" val="679003996"/>
              </p:ext>
            </p:extLst>
          </p:nvPr>
        </p:nvGraphicFramePr>
        <p:xfrm>
          <a:off x="6417576" y="1089964"/>
          <a:ext cx="1358349" cy="409661"/>
        </p:xfrm>
        <a:graphic>
          <a:graphicData uri="http://schemas.openxmlformats.org/presentationml/2006/ole">
            <mc:AlternateContent xmlns:mc="http://schemas.openxmlformats.org/markup-compatibility/2006">
              <mc:Choice xmlns:v="urn:schemas-microsoft-com:vml" Requires="v">
                <p:oleObj name="Equation" r:id="rId9" imgW="799920" imgH="241200" progId="Equation.DSMT4">
                  <p:embed/>
                </p:oleObj>
              </mc:Choice>
              <mc:Fallback>
                <p:oleObj name="Equation" r:id="rId9" imgW="799920" imgH="241200" progId="Equation.DSMT4">
                  <p:embed/>
                  <p:pic>
                    <p:nvPicPr>
                      <p:cNvPr id="0" name=""/>
                      <p:cNvPicPr/>
                      <p:nvPr/>
                    </p:nvPicPr>
                    <p:blipFill>
                      <a:blip r:embed="rId10"/>
                      <a:stretch>
                        <a:fillRect/>
                      </a:stretch>
                    </p:blipFill>
                    <p:spPr>
                      <a:xfrm>
                        <a:off x="6417576" y="1089964"/>
                        <a:ext cx="1358349" cy="409661"/>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F8B3F827-A139-CD40-DF0F-99602CF5C0E4}"/>
              </a:ext>
            </a:extLst>
          </p:cNvPr>
          <p:cNvGraphicFramePr>
            <a:graphicFrameLocks noChangeAspect="1"/>
          </p:cNvGraphicFramePr>
          <p:nvPr>
            <p:extLst>
              <p:ext uri="{D42A27DB-BD31-4B8C-83A1-F6EECF244321}">
                <p14:modId xmlns:p14="http://schemas.microsoft.com/office/powerpoint/2010/main" val="3502309782"/>
              </p:ext>
            </p:extLst>
          </p:nvPr>
        </p:nvGraphicFramePr>
        <p:xfrm>
          <a:off x="7096750" y="1591059"/>
          <a:ext cx="1325452" cy="280025"/>
        </p:xfrm>
        <a:graphic>
          <a:graphicData uri="http://schemas.openxmlformats.org/presentationml/2006/ole">
            <mc:AlternateContent xmlns:mc="http://schemas.openxmlformats.org/markup-compatibility/2006">
              <mc:Choice xmlns:v="urn:schemas-microsoft-com:vml" Requires="v">
                <p:oleObj name="Equation" r:id="rId11" imgW="901440" imgH="190440" progId="Equation.DSMT4">
                  <p:embed/>
                </p:oleObj>
              </mc:Choice>
              <mc:Fallback>
                <p:oleObj name="Equation" r:id="rId11" imgW="901440" imgH="190440" progId="Equation.DSMT4">
                  <p:embed/>
                  <p:pic>
                    <p:nvPicPr>
                      <p:cNvPr id="0" name=""/>
                      <p:cNvPicPr/>
                      <p:nvPr/>
                    </p:nvPicPr>
                    <p:blipFill>
                      <a:blip r:embed="rId12"/>
                      <a:stretch>
                        <a:fillRect/>
                      </a:stretch>
                    </p:blipFill>
                    <p:spPr>
                      <a:xfrm>
                        <a:off x="7096750" y="1591059"/>
                        <a:ext cx="1325452" cy="280025"/>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9B3FC040-B606-FA30-EA1B-42D3E080AD14}"/>
              </a:ext>
            </a:extLst>
          </p:cNvPr>
          <p:cNvGraphicFramePr>
            <a:graphicFrameLocks noChangeAspect="1"/>
          </p:cNvGraphicFramePr>
          <p:nvPr>
            <p:extLst>
              <p:ext uri="{D42A27DB-BD31-4B8C-83A1-F6EECF244321}">
                <p14:modId xmlns:p14="http://schemas.microsoft.com/office/powerpoint/2010/main" val="1265950462"/>
              </p:ext>
            </p:extLst>
          </p:nvPr>
        </p:nvGraphicFramePr>
        <p:xfrm>
          <a:off x="8902437" y="1578171"/>
          <a:ext cx="840075" cy="280025"/>
        </p:xfrm>
        <a:graphic>
          <a:graphicData uri="http://schemas.openxmlformats.org/presentationml/2006/ole">
            <mc:AlternateContent xmlns:mc="http://schemas.openxmlformats.org/markup-compatibility/2006">
              <mc:Choice xmlns:v="urn:schemas-microsoft-com:vml" Requires="v">
                <p:oleObj name="Equation" r:id="rId13" imgW="533160" imgH="177480" progId="Equation.DSMT4">
                  <p:embed/>
                </p:oleObj>
              </mc:Choice>
              <mc:Fallback>
                <p:oleObj name="Equation" r:id="rId13" imgW="533160" imgH="177480" progId="Equation.DSMT4">
                  <p:embed/>
                  <p:pic>
                    <p:nvPicPr>
                      <p:cNvPr id="0" name=""/>
                      <p:cNvPicPr/>
                      <p:nvPr/>
                    </p:nvPicPr>
                    <p:blipFill>
                      <a:blip r:embed="rId14"/>
                      <a:stretch>
                        <a:fillRect/>
                      </a:stretch>
                    </p:blipFill>
                    <p:spPr>
                      <a:xfrm>
                        <a:off x="8902437" y="1578171"/>
                        <a:ext cx="840075" cy="28002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944C8177-48B3-4FFB-11A1-E4A712C633A9}"/>
              </a:ext>
            </a:extLst>
          </p:cNvPr>
          <p:cNvGraphicFramePr>
            <a:graphicFrameLocks noChangeAspect="1"/>
          </p:cNvGraphicFramePr>
          <p:nvPr>
            <p:extLst>
              <p:ext uri="{D42A27DB-BD31-4B8C-83A1-F6EECF244321}">
                <p14:modId xmlns:p14="http://schemas.microsoft.com/office/powerpoint/2010/main" val="3548418989"/>
              </p:ext>
            </p:extLst>
          </p:nvPr>
        </p:nvGraphicFramePr>
        <p:xfrm>
          <a:off x="416799" y="1963722"/>
          <a:ext cx="327623" cy="305782"/>
        </p:xfrm>
        <a:graphic>
          <a:graphicData uri="http://schemas.openxmlformats.org/presentationml/2006/ole">
            <mc:AlternateContent xmlns:mc="http://schemas.openxmlformats.org/markup-compatibility/2006">
              <mc:Choice xmlns:v="urn:schemas-microsoft-com:vml" Requires="v">
                <p:oleObj name="Equation" r:id="rId15" imgW="190440" imgH="177480" progId="Equation.DSMT4">
                  <p:embed/>
                </p:oleObj>
              </mc:Choice>
              <mc:Fallback>
                <p:oleObj name="Equation" r:id="rId15" imgW="190440" imgH="177480" progId="Equation.DSMT4">
                  <p:embed/>
                  <p:pic>
                    <p:nvPicPr>
                      <p:cNvPr id="0" name=""/>
                      <p:cNvPicPr/>
                      <p:nvPr/>
                    </p:nvPicPr>
                    <p:blipFill>
                      <a:blip r:embed="rId16"/>
                      <a:stretch>
                        <a:fillRect/>
                      </a:stretch>
                    </p:blipFill>
                    <p:spPr>
                      <a:xfrm>
                        <a:off x="416799" y="1963722"/>
                        <a:ext cx="327623" cy="305782"/>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2DB29C92-96C0-F0CE-F312-9CCB68E6A99F}"/>
              </a:ext>
            </a:extLst>
          </p:cNvPr>
          <p:cNvGraphicFramePr>
            <a:graphicFrameLocks noChangeAspect="1"/>
          </p:cNvGraphicFramePr>
          <p:nvPr>
            <p:extLst>
              <p:ext uri="{D42A27DB-BD31-4B8C-83A1-F6EECF244321}">
                <p14:modId xmlns:p14="http://schemas.microsoft.com/office/powerpoint/2010/main" val="4148207760"/>
              </p:ext>
            </p:extLst>
          </p:nvPr>
        </p:nvGraphicFramePr>
        <p:xfrm>
          <a:off x="983808" y="1984106"/>
          <a:ext cx="305782" cy="305782"/>
        </p:xfrm>
        <a:graphic>
          <a:graphicData uri="http://schemas.openxmlformats.org/presentationml/2006/ole">
            <mc:AlternateContent xmlns:mc="http://schemas.openxmlformats.org/markup-compatibility/2006">
              <mc:Choice xmlns:v="urn:schemas-microsoft-com:vml" Requires="v">
                <p:oleObj name="Equation" r:id="rId17" imgW="152280" imgH="152280" progId="Equation.DSMT4">
                  <p:embed/>
                </p:oleObj>
              </mc:Choice>
              <mc:Fallback>
                <p:oleObj name="Equation" r:id="rId17" imgW="152280" imgH="152280" progId="Equation.DSMT4">
                  <p:embed/>
                  <p:pic>
                    <p:nvPicPr>
                      <p:cNvPr id="0" name=""/>
                      <p:cNvPicPr/>
                      <p:nvPr/>
                    </p:nvPicPr>
                    <p:blipFill>
                      <a:blip r:embed="rId18"/>
                      <a:stretch>
                        <a:fillRect/>
                      </a:stretch>
                    </p:blipFill>
                    <p:spPr>
                      <a:xfrm>
                        <a:off x="983808" y="1984106"/>
                        <a:ext cx="305782" cy="305782"/>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1386E9DA-3009-F3B3-07B9-22F4839D40D2}"/>
              </a:ext>
            </a:extLst>
          </p:cNvPr>
          <p:cNvGraphicFramePr>
            <a:graphicFrameLocks noChangeAspect="1"/>
          </p:cNvGraphicFramePr>
          <p:nvPr>
            <p:extLst>
              <p:ext uri="{D42A27DB-BD31-4B8C-83A1-F6EECF244321}">
                <p14:modId xmlns:p14="http://schemas.microsoft.com/office/powerpoint/2010/main" val="4117776937"/>
              </p:ext>
            </p:extLst>
          </p:nvPr>
        </p:nvGraphicFramePr>
        <p:xfrm>
          <a:off x="2611640" y="2041069"/>
          <a:ext cx="485742" cy="242871"/>
        </p:xfrm>
        <a:graphic>
          <a:graphicData uri="http://schemas.openxmlformats.org/presentationml/2006/ole">
            <mc:AlternateContent xmlns:mc="http://schemas.openxmlformats.org/markup-compatibility/2006">
              <mc:Choice xmlns:v="urn:schemas-microsoft-com:vml" Requires="v">
                <p:oleObj name="Equation" r:id="rId19" imgW="330120" imgH="164880" progId="Equation.DSMT4">
                  <p:embed/>
                </p:oleObj>
              </mc:Choice>
              <mc:Fallback>
                <p:oleObj name="Equation" r:id="rId19" imgW="330120" imgH="164880" progId="Equation.DSMT4">
                  <p:embed/>
                  <p:pic>
                    <p:nvPicPr>
                      <p:cNvPr id="0" name=""/>
                      <p:cNvPicPr/>
                      <p:nvPr/>
                    </p:nvPicPr>
                    <p:blipFill>
                      <a:blip r:embed="rId20"/>
                      <a:stretch>
                        <a:fillRect/>
                      </a:stretch>
                    </p:blipFill>
                    <p:spPr>
                      <a:xfrm>
                        <a:off x="2611640" y="2041069"/>
                        <a:ext cx="485742" cy="242871"/>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CECEAE63-A95A-0399-E5A9-BF95374A1958}"/>
              </a:ext>
            </a:extLst>
          </p:cNvPr>
          <p:cNvGraphicFramePr>
            <a:graphicFrameLocks noChangeAspect="1"/>
          </p:cNvGraphicFramePr>
          <p:nvPr>
            <p:extLst>
              <p:ext uri="{D42A27DB-BD31-4B8C-83A1-F6EECF244321}">
                <p14:modId xmlns:p14="http://schemas.microsoft.com/office/powerpoint/2010/main" val="2903009226"/>
              </p:ext>
            </p:extLst>
          </p:nvPr>
        </p:nvGraphicFramePr>
        <p:xfrm>
          <a:off x="3544348" y="2015561"/>
          <a:ext cx="242871" cy="242871"/>
        </p:xfrm>
        <a:graphic>
          <a:graphicData uri="http://schemas.openxmlformats.org/presentationml/2006/ole">
            <mc:AlternateContent xmlns:mc="http://schemas.openxmlformats.org/markup-compatibility/2006">
              <mc:Choice xmlns:v="urn:schemas-microsoft-com:vml" Requires="v">
                <p:oleObj name="Equation" r:id="rId21" imgW="152280" imgH="152280" progId="Equation.DSMT4">
                  <p:embed/>
                </p:oleObj>
              </mc:Choice>
              <mc:Fallback>
                <p:oleObj name="Equation" r:id="rId21" imgW="152280" imgH="152280" progId="Equation.DSMT4">
                  <p:embed/>
                  <p:pic>
                    <p:nvPicPr>
                      <p:cNvPr id="0" name=""/>
                      <p:cNvPicPr/>
                      <p:nvPr/>
                    </p:nvPicPr>
                    <p:blipFill>
                      <a:blip r:embed="rId22"/>
                      <a:stretch>
                        <a:fillRect/>
                      </a:stretch>
                    </p:blipFill>
                    <p:spPr>
                      <a:xfrm>
                        <a:off x="3544348" y="2015561"/>
                        <a:ext cx="242871" cy="242871"/>
                      </a:xfrm>
                      <a:prstGeom prst="rect">
                        <a:avLst/>
                      </a:prstGeom>
                    </p:spPr>
                  </p:pic>
                </p:oleObj>
              </mc:Fallback>
            </mc:AlternateContent>
          </a:graphicData>
        </a:graphic>
      </p:graphicFrame>
      <p:sp>
        <p:nvSpPr>
          <p:cNvPr id="21" name="Rectangle 2">
            <a:extLst>
              <a:ext uri="{FF2B5EF4-FFF2-40B4-BE49-F238E27FC236}">
                <a16:creationId xmlns:a16="http://schemas.microsoft.com/office/drawing/2014/main" id="{514F657C-F80C-D4AC-ACEA-69A317E89789}"/>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2.1.3  </a:t>
            </a:r>
            <a:r>
              <a:rPr lang="zh-CN" altLang="en-US" sz="2800" b="1" dirty="0">
                <a:latin typeface="Times New Roman" pitchFamily="18" charset="0"/>
                <a:ea typeface="华文中宋" pitchFamily="2" charset="-122"/>
              </a:rPr>
              <a:t>旋转矩阵</a:t>
            </a:r>
          </a:p>
        </p:txBody>
      </p:sp>
    </p:spTree>
    <p:extLst>
      <p:ext uri="{BB962C8B-B14F-4D97-AF65-F5344CB8AC3E}">
        <p14:creationId xmlns:p14="http://schemas.microsoft.com/office/powerpoint/2010/main" val="181145323"/>
      </p:ext>
    </p:extLst>
  </p:cSld>
  <p:clrMapOvr>
    <a:masterClrMapping/>
  </p:clrMapOvr>
  <p:transition advTm="18857"/>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6F1D33B-D09A-5FF4-1171-BE86BC3A1676}"/>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2.1.4  </a:t>
            </a:r>
            <a:r>
              <a:rPr lang="zh-CN" altLang="en-US" sz="2800" b="1" dirty="0">
                <a:latin typeface="Times New Roman" pitchFamily="18" charset="0"/>
                <a:ea typeface="华文中宋" pitchFamily="2" charset="-122"/>
              </a:rPr>
              <a:t>旋转齐次变换</a:t>
            </a:r>
          </a:p>
        </p:txBody>
      </p:sp>
      <p:sp>
        <p:nvSpPr>
          <p:cNvPr id="5" name="文本框 4">
            <a:extLst>
              <a:ext uri="{FF2B5EF4-FFF2-40B4-BE49-F238E27FC236}">
                <a16:creationId xmlns:a16="http://schemas.microsoft.com/office/drawing/2014/main" id="{4AAD531E-AF7B-BAEA-D406-C63D33B4C102}"/>
              </a:ext>
            </a:extLst>
          </p:cNvPr>
          <p:cNvSpPr txBox="1"/>
          <p:nvPr/>
        </p:nvSpPr>
        <p:spPr>
          <a:xfrm>
            <a:off x="893190" y="946549"/>
            <a:ext cx="6122708" cy="369332"/>
          </a:xfrm>
          <a:prstGeom prst="rect">
            <a:avLst/>
          </a:prstGeom>
          <a:noFill/>
        </p:spPr>
        <p:txBody>
          <a:bodyPr wrap="square">
            <a:spAutoFit/>
          </a:bodyPr>
          <a:lstStyle/>
          <a:p>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用齐次坐标变换来表示式</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0" dirty="0">
                <a:effectLst/>
                <a:latin typeface="微软雅黑" panose="020B0503020204020204" pitchFamily="34" charset="-122"/>
                <a:ea typeface="微软雅黑" panose="020B0503020204020204" pitchFamily="34" charset="-122"/>
              </a:rPr>
              <a:t>2.10</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，可得</a:t>
            </a:r>
            <a:endParaRPr lang="zh-CN" altLang="en-US" dirty="0">
              <a:latin typeface="微软雅黑" panose="020B0503020204020204" pitchFamily="34" charset="-122"/>
              <a:ea typeface="微软雅黑" panose="020B0503020204020204" pitchFamily="34" charset="-122"/>
            </a:endParaRPr>
          </a:p>
        </p:txBody>
      </p:sp>
      <p:graphicFrame>
        <p:nvGraphicFramePr>
          <p:cNvPr id="6" name="对象 5">
            <a:extLst>
              <a:ext uri="{FF2B5EF4-FFF2-40B4-BE49-F238E27FC236}">
                <a16:creationId xmlns:a16="http://schemas.microsoft.com/office/drawing/2014/main" id="{BE97787F-D07B-347F-7B83-1D0394A6B83C}"/>
              </a:ext>
            </a:extLst>
          </p:cNvPr>
          <p:cNvGraphicFramePr>
            <a:graphicFrameLocks noChangeAspect="1"/>
          </p:cNvGraphicFramePr>
          <p:nvPr>
            <p:extLst>
              <p:ext uri="{D42A27DB-BD31-4B8C-83A1-F6EECF244321}">
                <p14:modId xmlns:p14="http://schemas.microsoft.com/office/powerpoint/2010/main" val="2185639132"/>
              </p:ext>
            </p:extLst>
          </p:nvPr>
        </p:nvGraphicFramePr>
        <p:xfrm>
          <a:off x="1883789" y="1529756"/>
          <a:ext cx="2327282" cy="1105459"/>
        </p:xfrm>
        <a:graphic>
          <a:graphicData uri="http://schemas.openxmlformats.org/presentationml/2006/ole">
            <mc:AlternateContent xmlns:mc="http://schemas.openxmlformats.org/markup-compatibility/2006">
              <mc:Choice xmlns:v="urn:schemas-microsoft-com:vml" Requires="v">
                <p:oleObj name="Equation" r:id="rId3" imgW="1523880" imgH="723600" progId="Equation.DSMT4">
                  <p:embed/>
                </p:oleObj>
              </mc:Choice>
              <mc:Fallback>
                <p:oleObj name="Equation" r:id="rId3" imgW="1523880" imgH="723600" progId="Equation.DSMT4">
                  <p:embed/>
                  <p:pic>
                    <p:nvPicPr>
                      <p:cNvPr id="0" name=""/>
                      <p:cNvPicPr/>
                      <p:nvPr/>
                    </p:nvPicPr>
                    <p:blipFill>
                      <a:blip r:embed="rId4"/>
                      <a:stretch>
                        <a:fillRect/>
                      </a:stretch>
                    </p:blipFill>
                    <p:spPr>
                      <a:xfrm>
                        <a:off x="1883789" y="1529756"/>
                        <a:ext cx="2327282" cy="1105459"/>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5935F1FE-0841-5A14-13A8-40DC06DC6751}"/>
              </a:ext>
            </a:extLst>
          </p:cNvPr>
          <p:cNvGraphicFramePr>
            <a:graphicFrameLocks noChangeAspect="1"/>
          </p:cNvGraphicFramePr>
          <p:nvPr>
            <p:extLst>
              <p:ext uri="{D42A27DB-BD31-4B8C-83A1-F6EECF244321}">
                <p14:modId xmlns:p14="http://schemas.microsoft.com/office/powerpoint/2010/main" val="2742391601"/>
              </p:ext>
            </p:extLst>
          </p:nvPr>
        </p:nvGraphicFramePr>
        <p:xfrm>
          <a:off x="4962689" y="1529756"/>
          <a:ext cx="2482432" cy="1105458"/>
        </p:xfrm>
        <a:graphic>
          <a:graphicData uri="http://schemas.openxmlformats.org/presentationml/2006/ole">
            <mc:AlternateContent xmlns:mc="http://schemas.openxmlformats.org/markup-compatibility/2006">
              <mc:Choice xmlns:v="urn:schemas-microsoft-com:vml" Requires="v">
                <p:oleObj name="Equation" r:id="rId5" imgW="1625400" imgH="723600" progId="Equation.DSMT4">
                  <p:embed/>
                </p:oleObj>
              </mc:Choice>
              <mc:Fallback>
                <p:oleObj name="Equation" r:id="rId5" imgW="1625400" imgH="723600" progId="Equation.DSMT4">
                  <p:embed/>
                  <p:pic>
                    <p:nvPicPr>
                      <p:cNvPr id="0" name=""/>
                      <p:cNvPicPr/>
                      <p:nvPr/>
                    </p:nvPicPr>
                    <p:blipFill>
                      <a:blip r:embed="rId6"/>
                      <a:stretch>
                        <a:fillRect/>
                      </a:stretch>
                    </p:blipFill>
                    <p:spPr>
                      <a:xfrm>
                        <a:off x="4962689" y="1529756"/>
                        <a:ext cx="2482432" cy="1105458"/>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94AE3F6B-B343-58A2-4F71-AE9206912BED}"/>
              </a:ext>
            </a:extLst>
          </p:cNvPr>
          <p:cNvSpPr txBox="1"/>
          <p:nvPr/>
        </p:nvSpPr>
        <p:spPr>
          <a:xfrm>
            <a:off x="893189" y="2882914"/>
            <a:ext cx="10890315" cy="1892826"/>
          </a:xfrm>
          <a:prstGeom prst="rect">
            <a:avLst/>
          </a:prstGeom>
          <a:noFill/>
        </p:spPr>
        <p:txBody>
          <a:bodyPr wrap="square">
            <a:spAutoFit/>
          </a:bodyPr>
          <a:lstStyle/>
          <a:p>
            <a:pPr algn="just">
              <a:lnSpc>
                <a:spcPct val="150000"/>
              </a:lnSpc>
            </a:pP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动坐标系</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绕     轴转动    角，求         的旋转矩阵，也就是求动坐标系      中各轴单位矢量                 在固定坐标系      中各轴的投影分量，由图</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可知，   在     轴上的投影为           ，      在      轴上的投影为           ，    在    轴上的投影为              ，    在      轴上的投影为             ，所以有</a:t>
            </a:r>
          </a:p>
          <a:p>
            <a:endPar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graphicFrame>
        <p:nvGraphicFramePr>
          <p:cNvPr id="3" name="对象 2">
            <a:extLst>
              <a:ext uri="{FF2B5EF4-FFF2-40B4-BE49-F238E27FC236}">
                <a16:creationId xmlns:a16="http://schemas.microsoft.com/office/drawing/2014/main" id="{4FCFEFB7-0850-C3F8-3D4D-4E4871BCC891}"/>
              </a:ext>
            </a:extLst>
          </p:cNvPr>
          <p:cNvGraphicFramePr>
            <a:graphicFrameLocks noChangeAspect="1"/>
          </p:cNvGraphicFramePr>
          <p:nvPr>
            <p:extLst>
              <p:ext uri="{D42A27DB-BD31-4B8C-83A1-F6EECF244321}">
                <p14:modId xmlns:p14="http://schemas.microsoft.com/office/powerpoint/2010/main" val="2907446970"/>
              </p:ext>
            </p:extLst>
          </p:nvPr>
        </p:nvGraphicFramePr>
        <p:xfrm>
          <a:off x="1883789" y="3034519"/>
          <a:ext cx="400142" cy="285816"/>
        </p:xfrm>
        <a:graphic>
          <a:graphicData uri="http://schemas.openxmlformats.org/presentationml/2006/ole">
            <mc:AlternateContent xmlns:mc="http://schemas.openxmlformats.org/markup-compatibility/2006">
              <mc:Choice xmlns:v="urn:schemas-microsoft-com:vml" Requires="v">
                <p:oleObj name="Equation" r:id="rId7" imgW="266400" imgH="190440" progId="Equation.DSMT4">
                  <p:embed/>
                </p:oleObj>
              </mc:Choice>
              <mc:Fallback>
                <p:oleObj name="Equation" r:id="rId7" imgW="266400" imgH="190440" progId="Equation.DSMT4">
                  <p:embed/>
                  <p:pic>
                    <p:nvPicPr>
                      <p:cNvPr id="0" name=""/>
                      <p:cNvPicPr/>
                      <p:nvPr/>
                    </p:nvPicPr>
                    <p:blipFill>
                      <a:blip r:embed="rId8"/>
                      <a:stretch>
                        <a:fillRect/>
                      </a:stretch>
                    </p:blipFill>
                    <p:spPr>
                      <a:xfrm>
                        <a:off x="1883789" y="3034519"/>
                        <a:ext cx="400142" cy="285816"/>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A85A62AB-D069-9782-3F51-60EA8855311D}"/>
              </a:ext>
            </a:extLst>
          </p:cNvPr>
          <p:cNvGraphicFramePr>
            <a:graphicFrameLocks noChangeAspect="1"/>
          </p:cNvGraphicFramePr>
          <p:nvPr>
            <p:extLst>
              <p:ext uri="{D42A27DB-BD31-4B8C-83A1-F6EECF244321}">
                <p14:modId xmlns:p14="http://schemas.microsoft.com/office/powerpoint/2010/main" val="588068745"/>
              </p:ext>
            </p:extLst>
          </p:nvPr>
        </p:nvGraphicFramePr>
        <p:xfrm>
          <a:off x="2504784" y="3063721"/>
          <a:ext cx="217275" cy="241417"/>
        </p:xfrm>
        <a:graphic>
          <a:graphicData uri="http://schemas.openxmlformats.org/presentationml/2006/ole">
            <mc:AlternateContent xmlns:mc="http://schemas.openxmlformats.org/markup-compatibility/2006">
              <mc:Choice xmlns:v="urn:schemas-microsoft-com:vml" Requires="v">
                <p:oleObj name="Equation" r:id="rId9" imgW="114120" imgH="126720" progId="Equation.DSMT4">
                  <p:embed/>
                </p:oleObj>
              </mc:Choice>
              <mc:Fallback>
                <p:oleObj name="Equation" r:id="rId9" imgW="114120" imgH="126720" progId="Equation.DSMT4">
                  <p:embed/>
                  <p:pic>
                    <p:nvPicPr>
                      <p:cNvPr id="0" name=""/>
                      <p:cNvPicPr/>
                      <p:nvPr/>
                    </p:nvPicPr>
                    <p:blipFill>
                      <a:blip r:embed="rId10"/>
                      <a:stretch>
                        <a:fillRect/>
                      </a:stretch>
                    </p:blipFill>
                    <p:spPr>
                      <a:xfrm>
                        <a:off x="2504784" y="3063721"/>
                        <a:ext cx="217275" cy="24141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A0B3DD6B-FDA2-31FF-DD72-346FE6B63AC4}"/>
              </a:ext>
            </a:extLst>
          </p:cNvPr>
          <p:cNvGraphicFramePr>
            <a:graphicFrameLocks noChangeAspect="1"/>
          </p:cNvGraphicFramePr>
          <p:nvPr>
            <p:extLst>
              <p:ext uri="{D42A27DB-BD31-4B8C-83A1-F6EECF244321}">
                <p14:modId xmlns:p14="http://schemas.microsoft.com/office/powerpoint/2010/main" val="658223320"/>
              </p:ext>
            </p:extLst>
          </p:nvPr>
        </p:nvGraphicFramePr>
        <p:xfrm>
          <a:off x="3501312" y="3063721"/>
          <a:ext cx="282275" cy="256614"/>
        </p:xfrm>
        <a:graphic>
          <a:graphicData uri="http://schemas.openxmlformats.org/presentationml/2006/ole">
            <mc:AlternateContent xmlns:mc="http://schemas.openxmlformats.org/markup-compatibility/2006">
              <mc:Choice xmlns:v="urn:schemas-microsoft-com:vml" Requires="v">
                <p:oleObj name="Equation" r:id="rId11" imgW="139680" imgH="126720" progId="Equation.DSMT4">
                  <p:embed/>
                </p:oleObj>
              </mc:Choice>
              <mc:Fallback>
                <p:oleObj name="Equation" r:id="rId11" imgW="139680" imgH="126720" progId="Equation.DSMT4">
                  <p:embed/>
                  <p:pic>
                    <p:nvPicPr>
                      <p:cNvPr id="0" name=""/>
                      <p:cNvPicPr/>
                      <p:nvPr/>
                    </p:nvPicPr>
                    <p:blipFill>
                      <a:blip r:embed="rId12"/>
                      <a:stretch>
                        <a:fillRect/>
                      </a:stretch>
                    </p:blipFill>
                    <p:spPr>
                      <a:xfrm>
                        <a:off x="3501312" y="3063721"/>
                        <a:ext cx="282275" cy="25661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E3112446-F8DF-955D-42FB-3436587D7E52}"/>
              </a:ext>
            </a:extLst>
          </p:cNvPr>
          <p:cNvGraphicFramePr>
            <a:graphicFrameLocks noChangeAspect="1"/>
          </p:cNvGraphicFramePr>
          <p:nvPr>
            <p:extLst>
              <p:ext uri="{D42A27DB-BD31-4B8C-83A1-F6EECF244321}">
                <p14:modId xmlns:p14="http://schemas.microsoft.com/office/powerpoint/2010/main" val="903223009"/>
              </p:ext>
            </p:extLst>
          </p:nvPr>
        </p:nvGraphicFramePr>
        <p:xfrm>
          <a:off x="4460450" y="3058484"/>
          <a:ext cx="610986" cy="261851"/>
        </p:xfrm>
        <a:graphic>
          <a:graphicData uri="http://schemas.openxmlformats.org/presentationml/2006/ole">
            <mc:AlternateContent xmlns:mc="http://schemas.openxmlformats.org/markup-compatibility/2006">
              <mc:Choice xmlns:v="urn:schemas-microsoft-com:vml" Requires="v">
                <p:oleObj name="Equation" r:id="rId13" imgW="444240" imgH="190440" progId="Equation.DSMT4">
                  <p:embed/>
                </p:oleObj>
              </mc:Choice>
              <mc:Fallback>
                <p:oleObj name="Equation" r:id="rId13" imgW="444240" imgH="190440" progId="Equation.DSMT4">
                  <p:embed/>
                  <p:pic>
                    <p:nvPicPr>
                      <p:cNvPr id="0" name=""/>
                      <p:cNvPicPr/>
                      <p:nvPr/>
                    </p:nvPicPr>
                    <p:blipFill>
                      <a:blip r:embed="rId14"/>
                      <a:stretch>
                        <a:fillRect/>
                      </a:stretch>
                    </p:blipFill>
                    <p:spPr>
                      <a:xfrm>
                        <a:off x="4460450" y="3058484"/>
                        <a:ext cx="610986" cy="261851"/>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E706E21-6252-B789-888B-0123DB705389}"/>
              </a:ext>
            </a:extLst>
          </p:cNvPr>
          <p:cNvGraphicFramePr>
            <a:graphicFrameLocks noChangeAspect="1"/>
          </p:cNvGraphicFramePr>
          <p:nvPr>
            <p:extLst>
              <p:ext uri="{D42A27DB-BD31-4B8C-83A1-F6EECF244321}">
                <p14:modId xmlns:p14="http://schemas.microsoft.com/office/powerpoint/2010/main" val="3251618268"/>
              </p:ext>
            </p:extLst>
          </p:nvPr>
        </p:nvGraphicFramePr>
        <p:xfrm>
          <a:off x="8222535" y="3027571"/>
          <a:ext cx="409870" cy="292764"/>
        </p:xfrm>
        <a:graphic>
          <a:graphicData uri="http://schemas.openxmlformats.org/presentationml/2006/ole">
            <mc:AlternateContent xmlns:mc="http://schemas.openxmlformats.org/markup-compatibility/2006">
              <mc:Choice xmlns:v="urn:schemas-microsoft-com:vml" Requires="v">
                <p:oleObj name="Equation" r:id="rId15" imgW="266400" imgH="190440" progId="Equation.DSMT4">
                  <p:embed/>
                </p:oleObj>
              </mc:Choice>
              <mc:Fallback>
                <p:oleObj name="Equation" r:id="rId15" imgW="266400" imgH="190440" progId="Equation.DSMT4">
                  <p:embed/>
                  <p:pic>
                    <p:nvPicPr>
                      <p:cNvPr id="0" name=""/>
                      <p:cNvPicPr/>
                      <p:nvPr/>
                    </p:nvPicPr>
                    <p:blipFill>
                      <a:blip r:embed="rId16"/>
                      <a:stretch>
                        <a:fillRect/>
                      </a:stretch>
                    </p:blipFill>
                    <p:spPr>
                      <a:xfrm>
                        <a:off x="8222535" y="3027571"/>
                        <a:ext cx="409870" cy="29276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9258F551-81D5-74B0-F041-FB1F3418CAEE}"/>
              </a:ext>
            </a:extLst>
          </p:cNvPr>
          <p:cNvGraphicFramePr>
            <a:graphicFrameLocks noChangeAspect="1"/>
          </p:cNvGraphicFramePr>
          <p:nvPr>
            <p:extLst>
              <p:ext uri="{D42A27DB-BD31-4B8C-83A1-F6EECF244321}">
                <p14:modId xmlns:p14="http://schemas.microsoft.com/office/powerpoint/2010/main" val="3924054641"/>
              </p:ext>
            </p:extLst>
          </p:nvPr>
        </p:nvGraphicFramePr>
        <p:xfrm>
          <a:off x="10401602" y="2980602"/>
          <a:ext cx="806867" cy="339733"/>
        </p:xfrm>
        <a:graphic>
          <a:graphicData uri="http://schemas.openxmlformats.org/presentationml/2006/ole">
            <mc:AlternateContent xmlns:mc="http://schemas.openxmlformats.org/markup-compatibility/2006">
              <mc:Choice xmlns:v="urn:schemas-microsoft-com:vml" Requires="v">
                <p:oleObj name="Equation" r:id="rId17" imgW="482400" imgH="203040" progId="Equation.DSMT4">
                  <p:embed/>
                </p:oleObj>
              </mc:Choice>
              <mc:Fallback>
                <p:oleObj name="Equation" r:id="rId17" imgW="482400" imgH="203040" progId="Equation.DSMT4">
                  <p:embed/>
                  <p:pic>
                    <p:nvPicPr>
                      <p:cNvPr id="0" name=""/>
                      <p:cNvPicPr/>
                      <p:nvPr/>
                    </p:nvPicPr>
                    <p:blipFill>
                      <a:blip r:embed="rId18"/>
                      <a:stretch>
                        <a:fillRect/>
                      </a:stretch>
                    </p:blipFill>
                    <p:spPr>
                      <a:xfrm>
                        <a:off x="10401602" y="2980602"/>
                        <a:ext cx="806867" cy="33973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E79BE080-8FF2-7FEC-C64C-AC9E13CFB492}"/>
              </a:ext>
            </a:extLst>
          </p:cNvPr>
          <p:cNvGraphicFramePr>
            <a:graphicFrameLocks noChangeAspect="1"/>
          </p:cNvGraphicFramePr>
          <p:nvPr>
            <p:extLst>
              <p:ext uri="{D42A27DB-BD31-4B8C-83A1-F6EECF244321}">
                <p14:modId xmlns:p14="http://schemas.microsoft.com/office/powerpoint/2010/main" val="2549914452"/>
              </p:ext>
            </p:extLst>
          </p:nvPr>
        </p:nvGraphicFramePr>
        <p:xfrm>
          <a:off x="2164339" y="3404981"/>
          <a:ext cx="413066" cy="326105"/>
        </p:xfrm>
        <a:graphic>
          <a:graphicData uri="http://schemas.openxmlformats.org/presentationml/2006/ole">
            <mc:AlternateContent xmlns:mc="http://schemas.openxmlformats.org/markup-compatibility/2006">
              <mc:Choice xmlns:v="urn:schemas-microsoft-com:vml" Requires="v">
                <p:oleObj name="Equation" r:id="rId19" imgW="241200" imgH="190440" progId="Equation.DSMT4">
                  <p:embed/>
                </p:oleObj>
              </mc:Choice>
              <mc:Fallback>
                <p:oleObj name="Equation" r:id="rId19" imgW="241200" imgH="190440" progId="Equation.DSMT4">
                  <p:embed/>
                  <p:pic>
                    <p:nvPicPr>
                      <p:cNvPr id="0" name=""/>
                      <p:cNvPicPr/>
                      <p:nvPr/>
                    </p:nvPicPr>
                    <p:blipFill>
                      <a:blip r:embed="rId20"/>
                      <a:stretch>
                        <a:fillRect/>
                      </a:stretch>
                    </p:blipFill>
                    <p:spPr>
                      <a:xfrm>
                        <a:off x="2164339" y="3404981"/>
                        <a:ext cx="413066" cy="32610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A22AED9E-7836-2530-FF88-F94197A956FC}"/>
              </a:ext>
            </a:extLst>
          </p:cNvPr>
          <p:cNvGraphicFramePr>
            <a:graphicFrameLocks noChangeAspect="1"/>
          </p:cNvGraphicFramePr>
          <p:nvPr>
            <p:extLst>
              <p:ext uri="{D42A27DB-BD31-4B8C-83A1-F6EECF244321}">
                <p14:modId xmlns:p14="http://schemas.microsoft.com/office/powerpoint/2010/main" val="449411902"/>
              </p:ext>
            </p:extLst>
          </p:nvPr>
        </p:nvGraphicFramePr>
        <p:xfrm>
          <a:off x="6072071" y="3409734"/>
          <a:ext cx="263668" cy="351557"/>
        </p:xfrm>
        <a:graphic>
          <a:graphicData uri="http://schemas.openxmlformats.org/presentationml/2006/ole">
            <mc:AlternateContent xmlns:mc="http://schemas.openxmlformats.org/markup-compatibility/2006">
              <mc:Choice xmlns:v="urn:schemas-microsoft-com:vml" Requires="v">
                <p:oleObj name="Equation" r:id="rId21" imgW="152280" imgH="203040" progId="Equation.DSMT4">
                  <p:embed/>
                </p:oleObj>
              </mc:Choice>
              <mc:Fallback>
                <p:oleObj name="Equation" r:id="rId21" imgW="152280" imgH="203040" progId="Equation.DSMT4">
                  <p:embed/>
                  <p:pic>
                    <p:nvPicPr>
                      <p:cNvPr id="0" name=""/>
                      <p:cNvPicPr/>
                      <p:nvPr/>
                    </p:nvPicPr>
                    <p:blipFill>
                      <a:blip r:embed="rId22"/>
                      <a:stretch>
                        <a:fillRect/>
                      </a:stretch>
                    </p:blipFill>
                    <p:spPr>
                      <a:xfrm>
                        <a:off x="6072071" y="3409734"/>
                        <a:ext cx="263668" cy="351557"/>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5023AE13-6C08-770D-F457-73B2BD0AE72E}"/>
              </a:ext>
            </a:extLst>
          </p:cNvPr>
          <p:cNvGraphicFramePr>
            <a:graphicFrameLocks noChangeAspect="1"/>
          </p:cNvGraphicFramePr>
          <p:nvPr>
            <p:extLst>
              <p:ext uri="{D42A27DB-BD31-4B8C-83A1-F6EECF244321}">
                <p14:modId xmlns:p14="http://schemas.microsoft.com/office/powerpoint/2010/main" val="92198356"/>
              </p:ext>
            </p:extLst>
          </p:nvPr>
        </p:nvGraphicFramePr>
        <p:xfrm>
          <a:off x="6620396" y="3455733"/>
          <a:ext cx="263668" cy="316402"/>
        </p:xfrm>
        <a:graphic>
          <a:graphicData uri="http://schemas.openxmlformats.org/presentationml/2006/ole">
            <mc:AlternateContent xmlns:mc="http://schemas.openxmlformats.org/markup-compatibility/2006">
              <mc:Choice xmlns:v="urn:schemas-microsoft-com:vml" Requires="v">
                <p:oleObj name="Equation" r:id="rId23" imgW="126720" imgH="152280" progId="Equation.DSMT4">
                  <p:embed/>
                </p:oleObj>
              </mc:Choice>
              <mc:Fallback>
                <p:oleObj name="Equation" r:id="rId23" imgW="126720" imgH="152280" progId="Equation.DSMT4">
                  <p:embed/>
                  <p:pic>
                    <p:nvPicPr>
                      <p:cNvPr id="0" name=""/>
                      <p:cNvPicPr/>
                      <p:nvPr/>
                    </p:nvPicPr>
                    <p:blipFill>
                      <a:blip r:embed="rId24"/>
                      <a:stretch>
                        <a:fillRect/>
                      </a:stretch>
                    </p:blipFill>
                    <p:spPr>
                      <a:xfrm>
                        <a:off x="6620396" y="3455733"/>
                        <a:ext cx="263668" cy="31640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B94E003A-F623-F769-F6A3-87306B7994F0}"/>
              </a:ext>
            </a:extLst>
          </p:cNvPr>
          <p:cNvGraphicFramePr>
            <a:graphicFrameLocks noChangeAspect="1"/>
          </p:cNvGraphicFramePr>
          <p:nvPr>
            <p:extLst>
              <p:ext uri="{D42A27DB-BD31-4B8C-83A1-F6EECF244321}">
                <p14:modId xmlns:p14="http://schemas.microsoft.com/office/powerpoint/2010/main" val="3805307828"/>
              </p:ext>
            </p:extLst>
          </p:nvPr>
        </p:nvGraphicFramePr>
        <p:xfrm>
          <a:off x="8295588" y="3384105"/>
          <a:ext cx="775327" cy="377186"/>
        </p:xfrm>
        <a:graphic>
          <a:graphicData uri="http://schemas.openxmlformats.org/presentationml/2006/ole">
            <mc:AlternateContent xmlns:mc="http://schemas.openxmlformats.org/markup-compatibility/2006">
              <mc:Choice xmlns:v="urn:schemas-microsoft-com:vml" Requires="v">
                <p:oleObj name="Equation" r:id="rId25" imgW="469800" imgH="228600" progId="Equation.DSMT4">
                  <p:embed/>
                </p:oleObj>
              </mc:Choice>
              <mc:Fallback>
                <p:oleObj name="Equation" r:id="rId25" imgW="469800" imgH="228600" progId="Equation.DSMT4">
                  <p:embed/>
                  <p:pic>
                    <p:nvPicPr>
                      <p:cNvPr id="0" name=""/>
                      <p:cNvPicPr/>
                      <p:nvPr/>
                    </p:nvPicPr>
                    <p:blipFill>
                      <a:blip r:embed="rId26"/>
                      <a:stretch>
                        <a:fillRect/>
                      </a:stretch>
                    </p:blipFill>
                    <p:spPr>
                      <a:xfrm>
                        <a:off x="8295588" y="3384105"/>
                        <a:ext cx="775327" cy="377186"/>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93D0264D-57C0-E33A-372F-A9A565ED5099}"/>
              </a:ext>
            </a:extLst>
          </p:cNvPr>
          <p:cNvGraphicFramePr>
            <a:graphicFrameLocks noChangeAspect="1"/>
          </p:cNvGraphicFramePr>
          <p:nvPr>
            <p:extLst>
              <p:ext uri="{D42A27DB-BD31-4B8C-83A1-F6EECF244321}">
                <p14:modId xmlns:p14="http://schemas.microsoft.com/office/powerpoint/2010/main" val="3065402068"/>
              </p:ext>
            </p:extLst>
          </p:nvPr>
        </p:nvGraphicFramePr>
        <p:xfrm>
          <a:off x="9404023" y="3382311"/>
          <a:ext cx="286732" cy="382309"/>
        </p:xfrm>
        <a:graphic>
          <a:graphicData uri="http://schemas.openxmlformats.org/presentationml/2006/ole">
            <mc:AlternateContent xmlns:mc="http://schemas.openxmlformats.org/markup-compatibility/2006">
              <mc:Choice xmlns:v="urn:schemas-microsoft-com:vml" Requires="v">
                <p:oleObj name="Equation" r:id="rId27" imgW="152280" imgH="203040" progId="Equation.DSMT4">
                  <p:embed/>
                </p:oleObj>
              </mc:Choice>
              <mc:Fallback>
                <p:oleObj name="Equation" r:id="rId27" imgW="152280" imgH="203040" progId="Equation.DSMT4">
                  <p:embed/>
                  <p:pic>
                    <p:nvPicPr>
                      <p:cNvPr id="0" name=""/>
                      <p:cNvPicPr/>
                      <p:nvPr/>
                    </p:nvPicPr>
                    <p:blipFill>
                      <a:blip r:embed="rId28"/>
                      <a:stretch>
                        <a:fillRect/>
                      </a:stretch>
                    </p:blipFill>
                    <p:spPr>
                      <a:xfrm>
                        <a:off x="9404023" y="3382311"/>
                        <a:ext cx="286732" cy="382309"/>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0DB48A75-7072-5339-2934-747172A2D15A}"/>
              </a:ext>
            </a:extLst>
          </p:cNvPr>
          <p:cNvGraphicFramePr>
            <a:graphicFrameLocks noChangeAspect="1"/>
          </p:cNvGraphicFramePr>
          <p:nvPr>
            <p:extLst>
              <p:ext uri="{D42A27DB-BD31-4B8C-83A1-F6EECF244321}">
                <p14:modId xmlns:p14="http://schemas.microsoft.com/office/powerpoint/2010/main" val="4109836208"/>
              </p:ext>
            </p:extLst>
          </p:nvPr>
        </p:nvGraphicFramePr>
        <p:xfrm>
          <a:off x="10167790" y="3455733"/>
          <a:ext cx="286732" cy="286732"/>
        </p:xfrm>
        <a:graphic>
          <a:graphicData uri="http://schemas.openxmlformats.org/presentationml/2006/ole">
            <mc:AlternateContent xmlns:mc="http://schemas.openxmlformats.org/markup-compatibility/2006">
              <mc:Choice xmlns:v="urn:schemas-microsoft-com:vml" Requires="v">
                <p:oleObj name="Equation" r:id="rId29" imgW="114120" imgH="114120" progId="Equation.DSMT4">
                  <p:embed/>
                </p:oleObj>
              </mc:Choice>
              <mc:Fallback>
                <p:oleObj name="Equation" r:id="rId29" imgW="114120" imgH="114120" progId="Equation.DSMT4">
                  <p:embed/>
                  <p:pic>
                    <p:nvPicPr>
                      <p:cNvPr id="0" name=""/>
                      <p:cNvPicPr/>
                      <p:nvPr/>
                    </p:nvPicPr>
                    <p:blipFill>
                      <a:blip r:embed="rId30"/>
                      <a:stretch>
                        <a:fillRect/>
                      </a:stretch>
                    </p:blipFill>
                    <p:spPr>
                      <a:xfrm>
                        <a:off x="10167790" y="3455733"/>
                        <a:ext cx="286732" cy="286732"/>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E6050294-F83A-8DDC-ADB2-873FAF17AFFB}"/>
              </a:ext>
            </a:extLst>
          </p:cNvPr>
          <p:cNvGraphicFramePr>
            <a:graphicFrameLocks noChangeAspect="1"/>
          </p:cNvGraphicFramePr>
          <p:nvPr>
            <p:extLst>
              <p:ext uri="{D42A27DB-BD31-4B8C-83A1-F6EECF244321}">
                <p14:modId xmlns:p14="http://schemas.microsoft.com/office/powerpoint/2010/main" val="3923293168"/>
              </p:ext>
            </p:extLst>
          </p:nvPr>
        </p:nvGraphicFramePr>
        <p:xfrm>
          <a:off x="1199500" y="3829327"/>
          <a:ext cx="745842" cy="372921"/>
        </p:xfrm>
        <a:graphic>
          <a:graphicData uri="http://schemas.openxmlformats.org/presentationml/2006/ole">
            <mc:AlternateContent xmlns:mc="http://schemas.openxmlformats.org/markup-compatibility/2006">
              <mc:Choice xmlns:v="urn:schemas-microsoft-com:vml" Requires="v">
                <p:oleObj name="Equation" r:id="rId31" imgW="457200" imgH="228600" progId="Equation.DSMT4">
                  <p:embed/>
                </p:oleObj>
              </mc:Choice>
              <mc:Fallback>
                <p:oleObj name="Equation" r:id="rId31" imgW="457200" imgH="228600" progId="Equation.DSMT4">
                  <p:embed/>
                  <p:pic>
                    <p:nvPicPr>
                      <p:cNvPr id="0" name=""/>
                      <p:cNvPicPr/>
                      <p:nvPr/>
                    </p:nvPicPr>
                    <p:blipFill>
                      <a:blip r:embed="rId32"/>
                      <a:stretch>
                        <a:fillRect/>
                      </a:stretch>
                    </p:blipFill>
                    <p:spPr>
                      <a:xfrm>
                        <a:off x="1199500" y="3829327"/>
                        <a:ext cx="745842" cy="372921"/>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D2718D50-AE84-8A01-BD38-36BE3BA4405F}"/>
              </a:ext>
            </a:extLst>
          </p:cNvPr>
          <p:cNvGraphicFramePr>
            <a:graphicFrameLocks noChangeAspect="1"/>
          </p:cNvGraphicFramePr>
          <p:nvPr>
            <p:extLst>
              <p:ext uri="{D42A27DB-BD31-4B8C-83A1-F6EECF244321}">
                <p14:modId xmlns:p14="http://schemas.microsoft.com/office/powerpoint/2010/main" val="122037106"/>
              </p:ext>
            </p:extLst>
          </p:nvPr>
        </p:nvGraphicFramePr>
        <p:xfrm>
          <a:off x="2083860" y="3829327"/>
          <a:ext cx="310548" cy="354912"/>
        </p:xfrm>
        <a:graphic>
          <a:graphicData uri="http://schemas.openxmlformats.org/presentationml/2006/ole">
            <mc:AlternateContent xmlns:mc="http://schemas.openxmlformats.org/markup-compatibility/2006">
              <mc:Choice xmlns:v="urn:schemas-microsoft-com:vml" Requires="v">
                <p:oleObj name="Equation" r:id="rId33" imgW="177480" imgH="203040" progId="Equation.DSMT4">
                  <p:embed/>
                </p:oleObj>
              </mc:Choice>
              <mc:Fallback>
                <p:oleObj name="Equation" r:id="rId33" imgW="177480" imgH="203040" progId="Equation.DSMT4">
                  <p:embed/>
                  <p:pic>
                    <p:nvPicPr>
                      <p:cNvPr id="0" name=""/>
                      <p:cNvPicPr/>
                      <p:nvPr/>
                    </p:nvPicPr>
                    <p:blipFill>
                      <a:blip r:embed="rId34"/>
                      <a:stretch>
                        <a:fillRect/>
                      </a:stretch>
                    </p:blipFill>
                    <p:spPr>
                      <a:xfrm>
                        <a:off x="2083860" y="3829327"/>
                        <a:ext cx="310548" cy="354912"/>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09EB5B72-86D0-9883-9C89-56C868A59E64}"/>
              </a:ext>
            </a:extLst>
          </p:cNvPr>
          <p:cNvGraphicFramePr>
            <a:graphicFrameLocks noChangeAspect="1"/>
          </p:cNvGraphicFramePr>
          <p:nvPr>
            <p:extLst>
              <p:ext uri="{D42A27DB-BD31-4B8C-83A1-F6EECF244321}">
                <p14:modId xmlns:p14="http://schemas.microsoft.com/office/powerpoint/2010/main" val="2667895345"/>
              </p:ext>
            </p:extLst>
          </p:nvPr>
        </p:nvGraphicFramePr>
        <p:xfrm>
          <a:off x="2719144" y="3930582"/>
          <a:ext cx="217274" cy="260729"/>
        </p:xfrm>
        <a:graphic>
          <a:graphicData uri="http://schemas.openxmlformats.org/presentationml/2006/ole">
            <mc:AlternateContent xmlns:mc="http://schemas.openxmlformats.org/markup-compatibility/2006">
              <mc:Choice xmlns:v="urn:schemas-microsoft-com:vml" Requires="v">
                <p:oleObj name="Equation" r:id="rId35" imgW="126720" imgH="152280" progId="Equation.DSMT4">
                  <p:embed/>
                </p:oleObj>
              </mc:Choice>
              <mc:Fallback>
                <p:oleObj name="Equation" r:id="rId35" imgW="126720" imgH="152280" progId="Equation.DSMT4">
                  <p:embed/>
                  <p:pic>
                    <p:nvPicPr>
                      <p:cNvPr id="0" name=""/>
                      <p:cNvPicPr/>
                      <p:nvPr/>
                    </p:nvPicPr>
                    <p:blipFill>
                      <a:blip r:embed="rId36"/>
                      <a:stretch>
                        <a:fillRect/>
                      </a:stretch>
                    </p:blipFill>
                    <p:spPr>
                      <a:xfrm>
                        <a:off x="2719144" y="3930582"/>
                        <a:ext cx="217274" cy="260729"/>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8DE2FDC5-57FB-16E6-13B2-D068DBCF3D28}"/>
              </a:ext>
            </a:extLst>
          </p:cNvPr>
          <p:cNvGraphicFramePr>
            <a:graphicFrameLocks noChangeAspect="1"/>
          </p:cNvGraphicFramePr>
          <p:nvPr>
            <p:extLst>
              <p:ext uri="{D42A27DB-BD31-4B8C-83A1-F6EECF244321}">
                <p14:modId xmlns:p14="http://schemas.microsoft.com/office/powerpoint/2010/main" val="4255264542"/>
              </p:ext>
            </p:extLst>
          </p:nvPr>
        </p:nvGraphicFramePr>
        <p:xfrm>
          <a:off x="4321474" y="3829327"/>
          <a:ext cx="953826" cy="354912"/>
        </p:xfrm>
        <a:graphic>
          <a:graphicData uri="http://schemas.openxmlformats.org/presentationml/2006/ole">
            <mc:AlternateContent xmlns:mc="http://schemas.openxmlformats.org/markup-compatibility/2006">
              <mc:Choice xmlns:v="urn:schemas-microsoft-com:vml" Requires="v">
                <p:oleObj name="Equation" r:id="rId37" imgW="545760" imgH="203040" progId="Equation.DSMT4">
                  <p:embed/>
                </p:oleObj>
              </mc:Choice>
              <mc:Fallback>
                <p:oleObj name="Equation" r:id="rId37" imgW="545760" imgH="203040" progId="Equation.DSMT4">
                  <p:embed/>
                  <p:pic>
                    <p:nvPicPr>
                      <p:cNvPr id="0" name=""/>
                      <p:cNvPicPr/>
                      <p:nvPr/>
                    </p:nvPicPr>
                    <p:blipFill>
                      <a:blip r:embed="rId38"/>
                      <a:stretch>
                        <a:fillRect/>
                      </a:stretch>
                    </p:blipFill>
                    <p:spPr>
                      <a:xfrm>
                        <a:off x="4321474" y="3829327"/>
                        <a:ext cx="953826" cy="354912"/>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FAC5BDAB-9A30-09FD-E40D-E459C33959B7}"/>
              </a:ext>
            </a:extLst>
          </p:cNvPr>
          <p:cNvGraphicFramePr>
            <a:graphicFrameLocks noChangeAspect="1"/>
          </p:cNvGraphicFramePr>
          <p:nvPr>
            <p:extLst>
              <p:ext uri="{D42A27DB-BD31-4B8C-83A1-F6EECF244321}">
                <p14:modId xmlns:p14="http://schemas.microsoft.com/office/powerpoint/2010/main" val="4196731799"/>
              </p:ext>
            </p:extLst>
          </p:nvPr>
        </p:nvGraphicFramePr>
        <p:xfrm>
          <a:off x="5470709" y="3826969"/>
          <a:ext cx="310547" cy="354911"/>
        </p:xfrm>
        <a:graphic>
          <a:graphicData uri="http://schemas.openxmlformats.org/presentationml/2006/ole">
            <mc:AlternateContent xmlns:mc="http://schemas.openxmlformats.org/markup-compatibility/2006">
              <mc:Choice xmlns:v="urn:schemas-microsoft-com:vml" Requires="v">
                <p:oleObj name="Equation" r:id="rId39" imgW="177480" imgH="203040" progId="Equation.DSMT4">
                  <p:embed/>
                </p:oleObj>
              </mc:Choice>
              <mc:Fallback>
                <p:oleObj name="Equation" r:id="rId39" imgW="177480" imgH="203040" progId="Equation.DSMT4">
                  <p:embed/>
                  <p:pic>
                    <p:nvPicPr>
                      <p:cNvPr id="0" name=""/>
                      <p:cNvPicPr/>
                      <p:nvPr/>
                    </p:nvPicPr>
                    <p:blipFill>
                      <a:blip r:embed="rId40"/>
                      <a:stretch>
                        <a:fillRect/>
                      </a:stretch>
                    </p:blipFill>
                    <p:spPr>
                      <a:xfrm>
                        <a:off x="5470709" y="3826969"/>
                        <a:ext cx="310547" cy="354911"/>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F6DEC02A-8A77-8661-4F1A-CD6580BC3A04}"/>
              </a:ext>
            </a:extLst>
          </p:cNvPr>
          <p:cNvGraphicFramePr>
            <a:graphicFrameLocks noChangeAspect="1"/>
          </p:cNvGraphicFramePr>
          <p:nvPr>
            <p:extLst>
              <p:ext uri="{D42A27DB-BD31-4B8C-83A1-F6EECF244321}">
                <p14:modId xmlns:p14="http://schemas.microsoft.com/office/powerpoint/2010/main" val="3780815385"/>
              </p:ext>
            </p:extLst>
          </p:nvPr>
        </p:nvGraphicFramePr>
        <p:xfrm>
          <a:off x="6096000" y="3847164"/>
          <a:ext cx="310547" cy="310547"/>
        </p:xfrm>
        <a:graphic>
          <a:graphicData uri="http://schemas.openxmlformats.org/presentationml/2006/ole">
            <mc:AlternateContent xmlns:mc="http://schemas.openxmlformats.org/markup-compatibility/2006">
              <mc:Choice xmlns:v="urn:schemas-microsoft-com:vml" Requires="v">
                <p:oleObj name="Equation" r:id="rId41" imgW="114120" imgH="114120" progId="Equation.DSMT4">
                  <p:embed/>
                </p:oleObj>
              </mc:Choice>
              <mc:Fallback>
                <p:oleObj name="Equation" r:id="rId41" imgW="114120" imgH="114120" progId="Equation.DSMT4">
                  <p:embed/>
                  <p:pic>
                    <p:nvPicPr>
                      <p:cNvPr id="0" name=""/>
                      <p:cNvPicPr/>
                      <p:nvPr/>
                    </p:nvPicPr>
                    <p:blipFill>
                      <a:blip r:embed="rId42"/>
                      <a:stretch>
                        <a:fillRect/>
                      </a:stretch>
                    </p:blipFill>
                    <p:spPr>
                      <a:xfrm>
                        <a:off x="6096000" y="3847164"/>
                        <a:ext cx="310547" cy="310547"/>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FDFDA710-5D1D-0D8F-C080-04D276D7C50A}"/>
              </a:ext>
            </a:extLst>
          </p:cNvPr>
          <p:cNvGraphicFramePr>
            <a:graphicFrameLocks noChangeAspect="1"/>
          </p:cNvGraphicFramePr>
          <p:nvPr>
            <p:extLst>
              <p:ext uri="{D42A27DB-BD31-4B8C-83A1-F6EECF244321}">
                <p14:modId xmlns:p14="http://schemas.microsoft.com/office/powerpoint/2010/main" val="2667024344"/>
              </p:ext>
            </p:extLst>
          </p:nvPr>
        </p:nvGraphicFramePr>
        <p:xfrm>
          <a:off x="7830963" y="3847164"/>
          <a:ext cx="794951" cy="334716"/>
        </p:xfrm>
        <a:graphic>
          <a:graphicData uri="http://schemas.openxmlformats.org/presentationml/2006/ole">
            <mc:AlternateContent xmlns:mc="http://schemas.openxmlformats.org/markup-compatibility/2006">
              <mc:Choice xmlns:v="urn:schemas-microsoft-com:vml" Requires="v">
                <p:oleObj name="Equation" r:id="rId43" imgW="482400" imgH="203040" progId="Equation.DSMT4">
                  <p:embed/>
                </p:oleObj>
              </mc:Choice>
              <mc:Fallback>
                <p:oleObj name="Equation" r:id="rId43" imgW="482400" imgH="203040" progId="Equation.DSMT4">
                  <p:embed/>
                  <p:pic>
                    <p:nvPicPr>
                      <p:cNvPr id="0" name=""/>
                      <p:cNvPicPr/>
                      <p:nvPr/>
                    </p:nvPicPr>
                    <p:blipFill>
                      <a:blip r:embed="rId44"/>
                      <a:stretch>
                        <a:fillRect/>
                      </a:stretch>
                    </p:blipFill>
                    <p:spPr>
                      <a:xfrm>
                        <a:off x="7830963" y="3847164"/>
                        <a:ext cx="794951" cy="334716"/>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DE1DF26C-ABF5-AF79-9F13-FB1A517F5C51}"/>
              </a:ext>
            </a:extLst>
          </p:cNvPr>
          <p:cNvGraphicFramePr>
            <a:graphicFrameLocks noChangeAspect="1"/>
          </p:cNvGraphicFramePr>
          <p:nvPr>
            <p:extLst>
              <p:ext uri="{D42A27DB-BD31-4B8C-83A1-F6EECF244321}">
                <p14:modId xmlns:p14="http://schemas.microsoft.com/office/powerpoint/2010/main" val="3799470758"/>
              </p:ext>
            </p:extLst>
          </p:nvPr>
        </p:nvGraphicFramePr>
        <p:xfrm>
          <a:off x="2872851" y="4451807"/>
          <a:ext cx="5816809" cy="1079635"/>
        </p:xfrm>
        <a:graphic>
          <a:graphicData uri="http://schemas.openxmlformats.org/presentationml/2006/ole">
            <mc:AlternateContent xmlns:mc="http://schemas.openxmlformats.org/markup-compatibility/2006">
              <mc:Choice xmlns:v="urn:schemas-microsoft-com:vml" Requires="v">
                <p:oleObj name="Equation" r:id="rId45" imgW="3352680" imgH="622080" progId="Equation.DSMT4">
                  <p:embed/>
                </p:oleObj>
              </mc:Choice>
              <mc:Fallback>
                <p:oleObj name="Equation" r:id="rId45" imgW="3352680" imgH="622080" progId="Equation.DSMT4">
                  <p:embed/>
                  <p:pic>
                    <p:nvPicPr>
                      <p:cNvPr id="0" name=""/>
                      <p:cNvPicPr/>
                      <p:nvPr/>
                    </p:nvPicPr>
                    <p:blipFill>
                      <a:blip r:embed="rId46"/>
                      <a:stretch>
                        <a:fillRect/>
                      </a:stretch>
                    </p:blipFill>
                    <p:spPr>
                      <a:xfrm>
                        <a:off x="2872851" y="4451807"/>
                        <a:ext cx="5816809" cy="1079635"/>
                      </a:xfrm>
                      <a:prstGeom prst="rect">
                        <a:avLst/>
                      </a:prstGeom>
                    </p:spPr>
                  </p:pic>
                </p:oleObj>
              </mc:Fallback>
            </mc:AlternateContent>
          </a:graphicData>
        </a:graphic>
      </p:graphicFrame>
    </p:spTree>
    <p:extLst>
      <p:ext uri="{BB962C8B-B14F-4D97-AF65-F5344CB8AC3E}">
        <p14:creationId xmlns:p14="http://schemas.microsoft.com/office/powerpoint/2010/main" val="3688903102"/>
      </p:ext>
    </p:extLst>
  </p:cSld>
  <p:clrMapOvr>
    <a:masterClrMapping/>
  </p:clrMapOvr>
  <p:transition advTm="18857"/>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10D935C-4AFA-2478-FBF1-A98399EF0887}"/>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2.1.4  </a:t>
            </a:r>
            <a:r>
              <a:rPr lang="zh-CN" altLang="en-US" sz="2800" b="1" dirty="0">
                <a:latin typeface="Times New Roman" pitchFamily="18" charset="0"/>
                <a:ea typeface="华文中宋" pitchFamily="2" charset="-122"/>
              </a:rPr>
              <a:t>旋转齐次变换</a:t>
            </a:r>
          </a:p>
        </p:txBody>
      </p:sp>
      <p:sp>
        <p:nvSpPr>
          <p:cNvPr id="5" name="文本框 4">
            <a:extLst>
              <a:ext uri="{FF2B5EF4-FFF2-40B4-BE49-F238E27FC236}">
                <a16:creationId xmlns:a16="http://schemas.microsoft.com/office/drawing/2014/main" id="{1E0110A1-ACB7-7EE7-E0F2-DED41110F78A}"/>
              </a:ext>
            </a:extLst>
          </p:cNvPr>
          <p:cNvSpPr txBox="1"/>
          <p:nvPr/>
        </p:nvSpPr>
        <p:spPr>
          <a:xfrm>
            <a:off x="487837" y="1097378"/>
            <a:ext cx="11135411" cy="1289905"/>
          </a:xfrm>
          <a:prstGeom prst="rect">
            <a:avLst/>
          </a:prstGeom>
          <a:noFill/>
        </p:spPr>
        <p:txBody>
          <a:bodyPr wrap="square">
            <a:spAutoFit/>
          </a:bodyPr>
          <a:lstStyle/>
          <a:p>
            <a:pPr algn="just">
              <a:lnSpc>
                <a:spcPct val="150000"/>
              </a:lnSpc>
            </a:pP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同理，可以求得动坐标系</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绕       轴转动      角的旋转矩阵为</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6" name="对象 5">
            <a:extLst>
              <a:ext uri="{FF2B5EF4-FFF2-40B4-BE49-F238E27FC236}">
                <a16:creationId xmlns:a16="http://schemas.microsoft.com/office/drawing/2014/main" id="{27CD6671-EEB8-3B6B-6406-B795239764F5}"/>
              </a:ext>
            </a:extLst>
          </p:cNvPr>
          <p:cNvGraphicFramePr>
            <a:graphicFrameLocks noChangeAspect="1"/>
          </p:cNvGraphicFramePr>
          <p:nvPr>
            <p:extLst>
              <p:ext uri="{D42A27DB-BD31-4B8C-83A1-F6EECF244321}">
                <p14:modId xmlns:p14="http://schemas.microsoft.com/office/powerpoint/2010/main" val="3146253962"/>
              </p:ext>
            </p:extLst>
          </p:nvPr>
        </p:nvGraphicFramePr>
        <p:xfrm>
          <a:off x="3134608" y="1239411"/>
          <a:ext cx="444535" cy="317525"/>
        </p:xfrm>
        <a:graphic>
          <a:graphicData uri="http://schemas.openxmlformats.org/presentationml/2006/ole">
            <mc:AlternateContent xmlns:mc="http://schemas.openxmlformats.org/markup-compatibility/2006">
              <mc:Choice xmlns:v="urn:schemas-microsoft-com:vml" Requires="v">
                <p:oleObj name="Equation" r:id="rId3" imgW="266400" imgH="190440" progId="Equation.DSMT4">
                  <p:embed/>
                </p:oleObj>
              </mc:Choice>
              <mc:Fallback>
                <p:oleObj name="Equation" r:id="rId3" imgW="266400" imgH="190440" progId="Equation.DSMT4">
                  <p:embed/>
                  <p:pic>
                    <p:nvPicPr>
                      <p:cNvPr id="0" name=""/>
                      <p:cNvPicPr/>
                      <p:nvPr/>
                    </p:nvPicPr>
                    <p:blipFill>
                      <a:blip r:embed="rId4"/>
                      <a:stretch>
                        <a:fillRect/>
                      </a:stretch>
                    </p:blipFill>
                    <p:spPr>
                      <a:xfrm>
                        <a:off x="3134608" y="1239411"/>
                        <a:ext cx="444535" cy="31752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BA69217A-81D8-F8C7-50DA-8EA0D2714876}"/>
              </a:ext>
            </a:extLst>
          </p:cNvPr>
          <p:cNvGraphicFramePr>
            <a:graphicFrameLocks noChangeAspect="1"/>
          </p:cNvGraphicFramePr>
          <p:nvPr>
            <p:extLst>
              <p:ext uri="{D42A27DB-BD31-4B8C-83A1-F6EECF244321}">
                <p14:modId xmlns:p14="http://schemas.microsoft.com/office/powerpoint/2010/main" val="4269020944"/>
              </p:ext>
            </p:extLst>
          </p:nvPr>
        </p:nvGraphicFramePr>
        <p:xfrm>
          <a:off x="3902043" y="1242121"/>
          <a:ext cx="264604" cy="317525"/>
        </p:xfrm>
        <a:graphic>
          <a:graphicData uri="http://schemas.openxmlformats.org/presentationml/2006/ole">
            <mc:AlternateContent xmlns:mc="http://schemas.openxmlformats.org/markup-compatibility/2006">
              <mc:Choice xmlns:v="urn:schemas-microsoft-com:vml" Requires="v">
                <p:oleObj name="Equation" r:id="rId5" imgW="126720" imgH="152280" progId="Equation.DSMT4">
                  <p:embed/>
                </p:oleObj>
              </mc:Choice>
              <mc:Fallback>
                <p:oleObj name="Equation" r:id="rId5" imgW="126720" imgH="152280" progId="Equation.DSMT4">
                  <p:embed/>
                  <p:pic>
                    <p:nvPicPr>
                      <p:cNvPr id="0" name=""/>
                      <p:cNvPicPr/>
                      <p:nvPr/>
                    </p:nvPicPr>
                    <p:blipFill>
                      <a:blip r:embed="rId6"/>
                      <a:stretch>
                        <a:fillRect/>
                      </a:stretch>
                    </p:blipFill>
                    <p:spPr>
                      <a:xfrm>
                        <a:off x="3902043" y="1242121"/>
                        <a:ext cx="264604" cy="31752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B0688C9-D946-4EFD-907E-F2853A5DF8C0}"/>
              </a:ext>
            </a:extLst>
          </p:cNvPr>
          <p:cNvGraphicFramePr>
            <a:graphicFrameLocks noChangeAspect="1"/>
          </p:cNvGraphicFramePr>
          <p:nvPr>
            <p:extLst>
              <p:ext uri="{D42A27DB-BD31-4B8C-83A1-F6EECF244321}">
                <p14:modId xmlns:p14="http://schemas.microsoft.com/office/powerpoint/2010/main" val="4219931163"/>
              </p:ext>
            </p:extLst>
          </p:nvPr>
        </p:nvGraphicFramePr>
        <p:xfrm>
          <a:off x="5036335" y="1207003"/>
          <a:ext cx="280382" cy="382339"/>
        </p:xfrm>
        <a:graphic>
          <a:graphicData uri="http://schemas.openxmlformats.org/presentationml/2006/ole">
            <mc:AlternateContent xmlns:mc="http://schemas.openxmlformats.org/markup-compatibility/2006">
              <mc:Choice xmlns:v="urn:schemas-microsoft-com:vml" Requires="v">
                <p:oleObj name="Equation" r:id="rId7" imgW="139680" imgH="190440" progId="Equation.DSMT4">
                  <p:embed/>
                </p:oleObj>
              </mc:Choice>
              <mc:Fallback>
                <p:oleObj name="Equation" r:id="rId7" imgW="139680" imgH="190440" progId="Equation.DSMT4">
                  <p:embed/>
                  <p:pic>
                    <p:nvPicPr>
                      <p:cNvPr id="0" name=""/>
                      <p:cNvPicPr/>
                      <p:nvPr/>
                    </p:nvPicPr>
                    <p:blipFill>
                      <a:blip r:embed="rId8"/>
                      <a:stretch>
                        <a:fillRect/>
                      </a:stretch>
                    </p:blipFill>
                    <p:spPr>
                      <a:xfrm>
                        <a:off x="5036335" y="1207003"/>
                        <a:ext cx="280382" cy="38233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8F546DA-ACF0-EF17-6FFE-BD6FEC7EE21B}"/>
              </a:ext>
            </a:extLst>
          </p:cNvPr>
          <p:cNvGraphicFramePr>
            <a:graphicFrameLocks noChangeAspect="1"/>
          </p:cNvGraphicFramePr>
          <p:nvPr>
            <p:extLst>
              <p:ext uri="{D42A27DB-BD31-4B8C-83A1-F6EECF244321}">
                <p14:modId xmlns:p14="http://schemas.microsoft.com/office/powerpoint/2010/main" val="1873062389"/>
              </p:ext>
            </p:extLst>
          </p:nvPr>
        </p:nvGraphicFramePr>
        <p:xfrm>
          <a:off x="3711802" y="1752521"/>
          <a:ext cx="2809241" cy="1000260"/>
        </p:xfrm>
        <a:graphic>
          <a:graphicData uri="http://schemas.openxmlformats.org/presentationml/2006/ole">
            <mc:AlternateContent xmlns:mc="http://schemas.openxmlformats.org/markup-compatibility/2006">
              <mc:Choice xmlns:v="urn:schemas-microsoft-com:vml" Requires="v">
                <p:oleObj name="Equation" r:id="rId9" imgW="1676160" imgH="596880" progId="Equation.DSMT4">
                  <p:embed/>
                </p:oleObj>
              </mc:Choice>
              <mc:Fallback>
                <p:oleObj name="Equation" r:id="rId9" imgW="1676160" imgH="596880" progId="Equation.DSMT4">
                  <p:embed/>
                  <p:pic>
                    <p:nvPicPr>
                      <p:cNvPr id="0" name=""/>
                      <p:cNvPicPr/>
                      <p:nvPr/>
                    </p:nvPicPr>
                    <p:blipFill>
                      <a:blip r:embed="rId10"/>
                      <a:stretch>
                        <a:fillRect/>
                      </a:stretch>
                    </p:blipFill>
                    <p:spPr>
                      <a:xfrm>
                        <a:off x="3711802" y="1752521"/>
                        <a:ext cx="2809241" cy="100026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26297E18-BCEB-60BB-D00B-707FE6A2438D}"/>
              </a:ext>
            </a:extLst>
          </p:cNvPr>
          <p:cNvSpPr txBox="1"/>
          <p:nvPr/>
        </p:nvSpPr>
        <p:spPr>
          <a:xfrm>
            <a:off x="487837" y="2905338"/>
            <a:ext cx="10928023" cy="1289905"/>
          </a:xfrm>
          <a:prstGeom prst="rect">
            <a:avLst/>
          </a:prstGeom>
          <a:noFill/>
        </p:spPr>
        <p:txBody>
          <a:bodyPr wrap="square">
            <a:spAutoFit/>
          </a:bodyPr>
          <a:lstStyle/>
          <a:p>
            <a:pPr algn="just">
              <a:lnSpc>
                <a:spcPct val="150000"/>
              </a:lnSpc>
            </a:pP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动坐标系</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绕       轴转动      角的旋转矩阵为</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12" name="对象 11">
            <a:extLst>
              <a:ext uri="{FF2B5EF4-FFF2-40B4-BE49-F238E27FC236}">
                <a16:creationId xmlns:a16="http://schemas.microsoft.com/office/drawing/2014/main" id="{014B3E65-64CD-DB32-69F1-BE9885C8486B}"/>
              </a:ext>
            </a:extLst>
          </p:cNvPr>
          <p:cNvGraphicFramePr>
            <a:graphicFrameLocks noChangeAspect="1"/>
          </p:cNvGraphicFramePr>
          <p:nvPr>
            <p:extLst>
              <p:ext uri="{D42A27DB-BD31-4B8C-83A1-F6EECF244321}">
                <p14:modId xmlns:p14="http://schemas.microsoft.com/office/powerpoint/2010/main" val="2275530174"/>
              </p:ext>
            </p:extLst>
          </p:nvPr>
        </p:nvGraphicFramePr>
        <p:xfrm>
          <a:off x="1479837" y="3024483"/>
          <a:ext cx="495204" cy="353717"/>
        </p:xfrm>
        <a:graphic>
          <a:graphicData uri="http://schemas.openxmlformats.org/presentationml/2006/ole">
            <mc:AlternateContent xmlns:mc="http://schemas.openxmlformats.org/markup-compatibility/2006">
              <mc:Choice xmlns:v="urn:schemas-microsoft-com:vml" Requires="v">
                <p:oleObj name="Equation" r:id="rId11" imgW="266400" imgH="190440" progId="Equation.DSMT4">
                  <p:embed/>
                </p:oleObj>
              </mc:Choice>
              <mc:Fallback>
                <p:oleObj name="Equation" r:id="rId11" imgW="266400" imgH="190440" progId="Equation.DSMT4">
                  <p:embed/>
                  <p:pic>
                    <p:nvPicPr>
                      <p:cNvPr id="0" name=""/>
                      <p:cNvPicPr/>
                      <p:nvPr/>
                    </p:nvPicPr>
                    <p:blipFill>
                      <a:blip r:embed="rId12"/>
                      <a:stretch>
                        <a:fillRect/>
                      </a:stretch>
                    </p:blipFill>
                    <p:spPr>
                      <a:xfrm>
                        <a:off x="1479837" y="3024483"/>
                        <a:ext cx="495204" cy="35371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0361DFAA-8FF2-417E-D90F-1B5BDED66BF7}"/>
              </a:ext>
            </a:extLst>
          </p:cNvPr>
          <p:cNvGraphicFramePr>
            <a:graphicFrameLocks noChangeAspect="1"/>
          </p:cNvGraphicFramePr>
          <p:nvPr>
            <p:extLst>
              <p:ext uri="{D42A27DB-BD31-4B8C-83A1-F6EECF244321}">
                <p14:modId xmlns:p14="http://schemas.microsoft.com/office/powerpoint/2010/main" val="3450012985"/>
              </p:ext>
            </p:extLst>
          </p:nvPr>
        </p:nvGraphicFramePr>
        <p:xfrm>
          <a:off x="2323954" y="3024483"/>
          <a:ext cx="266845" cy="266845"/>
        </p:xfrm>
        <a:graphic>
          <a:graphicData uri="http://schemas.openxmlformats.org/presentationml/2006/ole">
            <mc:AlternateContent xmlns:mc="http://schemas.openxmlformats.org/markup-compatibility/2006">
              <mc:Choice xmlns:v="urn:schemas-microsoft-com:vml" Requires="v">
                <p:oleObj name="Equation" r:id="rId13" imgW="114120" imgH="114120" progId="Equation.DSMT4">
                  <p:embed/>
                </p:oleObj>
              </mc:Choice>
              <mc:Fallback>
                <p:oleObj name="Equation" r:id="rId13" imgW="114120" imgH="114120" progId="Equation.DSMT4">
                  <p:embed/>
                  <p:pic>
                    <p:nvPicPr>
                      <p:cNvPr id="0" name=""/>
                      <p:cNvPicPr/>
                      <p:nvPr/>
                    </p:nvPicPr>
                    <p:blipFill>
                      <a:blip r:embed="rId14"/>
                      <a:stretch>
                        <a:fillRect/>
                      </a:stretch>
                    </p:blipFill>
                    <p:spPr>
                      <a:xfrm>
                        <a:off x="2323954" y="3024483"/>
                        <a:ext cx="266845" cy="26684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2502D8A4-A978-2A26-75D4-28988414BB01}"/>
              </a:ext>
            </a:extLst>
          </p:cNvPr>
          <p:cNvGraphicFramePr>
            <a:graphicFrameLocks noChangeAspect="1"/>
          </p:cNvGraphicFramePr>
          <p:nvPr>
            <p:extLst>
              <p:ext uri="{D42A27DB-BD31-4B8C-83A1-F6EECF244321}">
                <p14:modId xmlns:p14="http://schemas.microsoft.com/office/powerpoint/2010/main" val="2560335649"/>
              </p:ext>
            </p:extLst>
          </p:nvPr>
        </p:nvGraphicFramePr>
        <p:xfrm>
          <a:off x="3503758" y="3076514"/>
          <a:ext cx="208044" cy="249653"/>
        </p:xfrm>
        <a:graphic>
          <a:graphicData uri="http://schemas.openxmlformats.org/presentationml/2006/ole">
            <mc:AlternateContent xmlns:mc="http://schemas.openxmlformats.org/markup-compatibility/2006">
              <mc:Choice xmlns:v="urn:schemas-microsoft-com:vml" Requires="v">
                <p:oleObj name="Equation" r:id="rId15" imgW="126720" imgH="152280" progId="Equation.DSMT4">
                  <p:embed/>
                </p:oleObj>
              </mc:Choice>
              <mc:Fallback>
                <p:oleObj name="Equation" r:id="rId15" imgW="126720" imgH="152280" progId="Equation.DSMT4">
                  <p:embed/>
                  <p:pic>
                    <p:nvPicPr>
                      <p:cNvPr id="0" name=""/>
                      <p:cNvPicPr/>
                      <p:nvPr/>
                    </p:nvPicPr>
                    <p:blipFill>
                      <a:blip r:embed="rId16"/>
                      <a:stretch>
                        <a:fillRect/>
                      </a:stretch>
                    </p:blipFill>
                    <p:spPr>
                      <a:xfrm>
                        <a:off x="3503758" y="3076514"/>
                        <a:ext cx="208044" cy="24965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1451082C-042A-7A6C-E204-6982A5C790AD}"/>
              </a:ext>
            </a:extLst>
          </p:cNvPr>
          <p:cNvGraphicFramePr>
            <a:graphicFrameLocks noChangeAspect="1"/>
          </p:cNvGraphicFramePr>
          <p:nvPr>
            <p:extLst>
              <p:ext uri="{D42A27DB-BD31-4B8C-83A1-F6EECF244321}">
                <p14:modId xmlns:p14="http://schemas.microsoft.com/office/powerpoint/2010/main" val="2262291658"/>
              </p:ext>
            </p:extLst>
          </p:nvPr>
        </p:nvGraphicFramePr>
        <p:xfrm>
          <a:off x="3767209" y="3706742"/>
          <a:ext cx="2698425" cy="1006556"/>
        </p:xfrm>
        <a:graphic>
          <a:graphicData uri="http://schemas.openxmlformats.org/presentationml/2006/ole">
            <mc:AlternateContent xmlns:mc="http://schemas.openxmlformats.org/markup-compatibility/2006">
              <mc:Choice xmlns:v="urn:schemas-microsoft-com:vml" Requires="v">
                <p:oleObj name="Equation" r:id="rId17" imgW="1600200" imgH="596880" progId="Equation.DSMT4">
                  <p:embed/>
                </p:oleObj>
              </mc:Choice>
              <mc:Fallback>
                <p:oleObj name="Equation" r:id="rId17" imgW="1600200" imgH="596880" progId="Equation.DSMT4">
                  <p:embed/>
                  <p:pic>
                    <p:nvPicPr>
                      <p:cNvPr id="0" name=""/>
                      <p:cNvPicPr/>
                      <p:nvPr/>
                    </p:nvPicPr>
                    <p:blipFill>
                      <a:blip r:embed="rId18"/>
                      <a:stretch>
                        <a:fillRect/>
                      </a:stretch>
                    </p:blipFill>
                    <p:spPr>
                      <a:xfrm>
                        <a:off x="3767209" y="3706742"/>
                        <a:ext cx="2698425" cy="1006556"/>
                      </a:xfrm>
                      <a:prstGeom prst="rect">
                        <a:avLst/>
                      </a:prstGeom>
                    </p:spPr>
                  </p:pic>
                </p:oleObj>
              </mc:Fallback>
            </mc:AlternateContent>
          </a:graphicData>
        </a:graphic>
      </p:graphicFrame>
    </p:spTree>
    <p:extLst>
      <p:ext uri="{BB962C8B-B14F-4D97-AF65-F5344CB8AC3E}">
        <p14:creationId xmlns:p14="http://schemas.microsoft.com/office/powerpoint/2010/main" val="5667387"/>
      </p:ext>
    </p:extLst>
  </p:cSld>
  <p:clrMapOvr>
    <a:masterClrMapping/>
  </p:clrMapOvr>
  <p:transition advTm="18857"/>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BA7B7DA-EE0E-BDFE-E88B-DF62DE6BC8BF}"/>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2.1.5  </a:t>
            </a:r>
            <a:r>
              <a:rPr lang="zh-CN" altLang="en-US" sz="2800" b="1" dirty="0">
                <a:latin typeface="Times New Roman" pitchFamily="18" charset="0"/>
                <a:ea typeface="华文中宋" pitchFamily="2" charset="-122"/>
              </a:rPr>
              <a:t>平移齐次变换</a:t>
            </a:r>
          </a:p>
        </p:txBody>
      </p:sp>
      <p:sp>
        <p:nvSpPr>
          <p:cNvPr id="5" name="文本框 4">
            <a:extLst>
              <a:ext uri="{FF2B5EF4-FFF2-40B4-BE49-F238E27FC236}">
                <a16:creationId xmlns:a16="http://schemas.microsoft.com/office/drawing/2014/main" id="{F73E36C7-9BA2-162C-3861-61B33C26CCC9}"/>
              </a:ext>
            </a:extLst>
          </p:cNvPr>
          <p:cNvSpPr txBox="1"/>
          <p:nvPr/>
        </p:nvSpPr>
        <p:spPr>
          <a:xfrm>
            <a:off x="282806" y="1078929"/>
            <a:ext cx="11010506" cy="874407"/>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坐标系在空间中平移时，其姿态保持不变，设坐标系空间中某点用向量</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表示，则该点用平移齐次变换表示为</a:t>
            </a:r>
          </a:p>
        </p:txBody>
      </p:sp>
      <p:graphicFrame>
        <p:nvGraphicFramePr>
          <p:cNvPr id="6" name="对象 5">
            <a:extLst>
              <a:ext uri="{FF2B5EF4-FFF2-40B4-BE49-F238E27FC236}">
                <a16:creationId xmlns:a16="http://schemas.microsoft.com/office/drawing/2014/main" id="{27A2E1B6-0C38-1133-143E-A1138F83EA46}"/>
              </a:ext>
            </a:extLst>
          </p:cNvPr>
          <p:cNvGraphicFramePr>
            <a:graphicFrameLocks noChangeAspect="1"/>
          </p:cNvGraphicFramePr>
          <p:nvPr>
            <p:extLst>
              <p:ext uri="{D42A27DB-BD31-4B8C-83A1-F6EECF244321}">
                <p14:modId xmlns:p14="http://schemas.microsoft.com/office/powerpoint/2010/main" val="3284996524"/>
              </p:ext>
            </p:extLst>
          </p:nvPr>
        </p:nvGraphicFramePr>
        <p:xfrm>
          <a:off x="7915111" y="1180680"/>
          <a:ext cx="1162902" cy="335452"/>
        </p:xfrm>
        <a:graphic>
          <a:graphicData uri="http://schemas.openxmlformats.org/presentationml/2006/ole">
            <mc:AlternateContent xmlns:mc="http://schemas.openxmlformats.org/markup-compatibility/2006">
              <mc:Choice xmlns:v="urn:schemas-microsoft-com:vml" Requires="v">
                <p:oleObj name="Equation" r:id="rId3" imgW="660240" imgH="190440" progId="Equation.DSMT4">
                  <p:embed/>
                </p:oleObj>
              </mc:Choice>
              <mc:Fallback>
                <p:oleObj name="Equation" r:id="rId3" imgW="660240" imgH="190440" progId="Equation.DSMT4">
                  <p:embed/>
                  <p:pic>
                    <p:nvPicPr>
                      <p:cNvPr id="0" name=""/>
                      <p:cNvPicPr/>
                      <p:nvPr/>
                    </p:nvPicPr>
                    <p:blipFill>
                      <a:blip r:embed="rId4"/>
                      <a:stretch>
                        <a:fillRect/>
                      </a:stretch>
                    </p:blipFill>
                    <p:spPr>
                      <a:xfrm>
                        <a:off x="7915111" y="1180680"/>
                        <a:ext cx="1162902" cy="335452"/>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D357EC3-D09C-C42E-9B63-F62CC442DE3B}"/>
              </a:ext>
            </a:extLst>
          </p:cNvPr>
          <p:cNvGraphicFramePr>
            <a:graphicFrameLocks noChangeAspect="1"/>
          </p:cNvGraphicFramePr>
          <p:nvPr>
            <p:extLst>
              <p:ext uri="{D42A27DB-BD31-4B8C-83A1-F6EECF244321}">
                <p14:modId xmlns:p14="http://schemas.microsoft.com/office/powerpoint/2010/main" val="1514390585"/>
              </p:ext>
            </p:extLst>
          </p:nvPr>
        </p:nvGraphicFramePr>
        <p:xfrm>
          <a:off x="3402523" y="1682407"/>
          <a:ext cx="2385536" cy="1192768"/>
        </p:xfrm>
        <a:graphic>
          <a:graphicData uri="http://schemas.openxmlformats.org/presentationml/2006/ole">
            <mc:AlternateContent xmlns:mc="http://schemas.openxmlformats.org/markup-compatibility/2006">
              <mc:Choice xmlns:v="urn:schemas-microsoft-com:vml" Requires="v">
                <p:oleObj name="Equation" r:id="rId5" imgW="1625400" imgH="812520" progId="Equation.DSMT4">
                  <p:embed/>
                </p:oleObj>
              </mc:Choice>
              <mc:Fallback>
                <p:oleObj name="Equation" r:id="rId5" imgW="1625400" imgH="812520" progId="Equation.DSMT4">
                  <p:embed/>
                  <p:pic>
                    <p:nvPicPr>
                      <p:cNvPr id="0" name=""/>
                      <p:cNvPicPr/>
                      <p:nvPr/>
                    </p:nvPicPr>
                    <p:blipFill>
                      <a:blip r:embed="rId6"/>
                      <a:stretch>
                        <a:fillRect/>
                      </a:stretch>
                    </p:blipFill>
                    <p:spPr>
                      <a:xfrm>
                        <a:off x="3402523" y="1682407"/>
                        <a:ext cx="2385536" cy="119276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FF66A4BA-A5EF-C714-CE64-1408266CDE9B}"/>
              </a:ext>
            </a:extLst>
          </p:cNvPr>
          <p:cNvSpPr txBox="1"/>
          <p:nvPr/>
        </p:nvSpPr>
        <p:spPr>
          <a:xfrm>
            <a:off x="282806" y="2991796"/>
            <a:ext cx="11010506" cy="2120902"/>
          </a:xfrm>
          <a:prstGeom prst="rect">
            <a:avLst/>
          </a:prstGeom>
          <a:noFill/>
        </p:spPr>
        <p:txBody>
          <a:bodyPr wrap="square">
            <a:spAutoFit/>
          </a:bodyPr>
          <a:lstStyle/>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在齐次变换中，旋转变换之间不可以交换次序，平移变换之间可以交换次序，平移和旋转变换之间不可以交换次序。</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从数学的角度看，齐次变换矩阵        可以看成一个点的运动算子，描述坐标系       相对于坐标系     的位置和方位，可以看成同一点在不同坐标系       和        中的变换。</a:t>
            </a: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47B36416-CF4F-1282-FD91-731C8E3CAFE6}"/>
              </a:ext>
            </a:extLst>
          </p:cNvPr>
          <p:cNvGraphicFramePr>
            <a:graphicFrameLocks noChangeAspect="1"/>
          </p:cNvGraphicFramePr>
          <p:nvPr>
            <p:extLst>
              <p:ext uri="{D42A27DB-BD31-4B8C-83A1-F6EECF244321}">
                <p14:modId xmlns:p14="http://schemas.microsoft.com/office/powerpoint/2010/main" val="1780617596"/>
              </p:ext>
            </p:extLst>
          </p:nvPr>
        </p:nvGraphicFramePr>
        <p:xfrm>
          <a:off x="4184454" y="3852844"/>
          <a:ext cx="359266" cy="381720"/>
        </p:xfrm>
        <a:graphic>
          <a:graphicData uri="http://schemas.openxmlformats.org/presentationml/2006/ole">
            <mc:AlternateContent xmlns:mc="http://schemas.openxmlformats.org/markup-compatibility/2006">
              <mc:Choice xmlns:v="urn:schemas-microsoft-com:vml" Requires="v">
                <p:oleObj name="Equation" r:id="rId7" imgW="203040" imgH="215640" progId="Equation.DSMT4">
                  <p:embed/>
                </p:oleObj>
              </mc:Choice>
              <mc:Fallback>
                <p:oleObj name="Equation" r:id="rId7" imgW="203040" imgH="215640" progId="Equation.DSMT4">
                  <p:embed/>
                  <p:pic>
                    <p:nvPicPr>
                      <p:cNvPr id="0" name=""/>
                      <p:cNvPicPr/>
                      <p:nvPr/>
                    </p:nvPicPr>
                    <p:blipFill>
                      <a:blip r:embed="rId8"/>
                      <a:stretch>
                        <a:fillRect/>
                      </a:stretch>
                    </p:blipFill>
                    <p:spPr>
                      <a:xfrm>
                        <a:off x="4184454" y="3852844"/>
                        <a:ext cx="359266" cy="38172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CB163E6-6AFC-B8EC-48FB-0816E5C79B9D}"/>
              </a:ext>
            </a:extLst>
          </p:cNvPr>
          <p:cNvGraphicFramePr>
            <a:graphicFrameLocks noChangeAspect="1"/>
          </p:cNvGraphicFramePr>
          <p:nvPr>
            <p:extLst>
              <p:ext uri="{D42A27DB-BD31-4B8C-83A1-F6EECF244321}">
                <p14:modId xmlns:p14="http://schemas.microsoft.com/office/powerpoint/2010/main" val="320974815"/>
              </p:ext>
            </p:extLst>
          </p:nvPr>
        </p:nvGraphicFramePr>
        <p:xfrm>
          <a:off x="8753180" y="3916900"/>
          <a:ext cx="381197" cy="317664"/>
        </p:xfrm>
        <a:graphic>
          <a:graphicData uri="http://schemas.openxmlformats.org/presentationml/2006/ole">
            <mc:AlternateContent xmlns:mc="http://schemas.openxmlformats.org/markup-compatibility/2006">
              <mc:Choice xmlns:v="urn:schemas-microsoft-com:vml" Requires="v">
                <p:oleObj name="Equation" r:id="rId9" imgW="228600" imgH="190440" progId="Equation.DSMT4">
                  <p:embed/>
                </p:oleObj>
              </mc:Choice>
              <mc:Fallback>
                <p:oleObj name="Equation" r:id="rId9" imgW="228600" imgH="190440" progId="Equation.DSMT4">
                  <p:embed/>
                  <p:pic>
                    <p:nvPicPr>
                      <p:cNvPr id="0" name=""/>
                      <p:cNvPicPr/>
                      <p:nvPr/>
                    </p:nvPicPr>
                    <p:blipFill>
                      <a:blip r:embed="rId10"/>
                      <a:stretch>
                        <a:fillRect/>
                      </a:stretch>
                    </p:blipFill>
                    <p:spPr>
                      <a:xfrm>
                        <a:off x="8753180" y="3916900"/>
                        <a:ext cx="381197" cy="317664"/>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54962954-9018-CA87-CFF5-331482B77D7F}"/>
              </a:ext>
            </a:extLst>
          </p:cNvPr>
          <p:cNvGraphicFramePr>
            <a:graphicFrameLocks noChangeAspect="1"/>
          </p:cNvGraphicFramePr>
          <p:nvPr>
            <p:extLst>
              <p:ext uri="{D42A27DB-BD31-4B8C-83A1-F6EECF244321}">
                <p14:modId xmlns:p14="http://schemas.microsoft.com/office/powerpoint/2010/main" val="2758114502"/>
              </p:ext>
            </p:extLst>
          </p:nvPr>
        </p:nvGraphicFramePr>
        <p:xfrm>
          <a:off x="10610980" y="3948454"/>
          <a:ext cx="381197" cy="317664"/>
        </p:xfrm>
        <a:graphic>
          <a:graphicData uri="http://schemas.openxmlformats.org/presentationml/2006/ole">
            <mc:AlternateContent xmlns:mc="http://schemas.openxmlformats.org/markup-compatibility/2006">
              <mc:Choice xmlns:v="urn:schemas-microsoft-com:vml" Requires="v">
                <p:oleObj name="Equation" r:id="rId11" imgW="228600" imgH="190440" progId="Equation.DSMT4">
                  <p:embed/>
                </p:oleObj>
              </mc:Choice>
              <mc:Fallback>
                <p:oleObj name="Equation" r:id="rId11" imgW="228600" imgH="190440" progId="Equation.DSMT4">
                  <p:embed/>
                  <p:pic>
                    <p:nvPicPr>
                      <p:cNvPr id="0" name=""/>
                      <p:cNvPicPr/>
                      <p:nvPr/>
                    </p:nvPicPr>
                    <p:blipFill>
                      <a:blip r:embed="rId12"/>
                      <a:stretch>
                        <a:fillRect/>
                      </a:stretch>
                    </p:blipFill>
                    <p:spPr>
                      <a:xfrm>
                        <a:off x="10610980" y="3948454"/>
                        <a:ext cx="381197" cy="31766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F6CF4F4-CFC1-024F-F607-4B8C0EB114DC}"/>
              </a:ext>
            </a:extLst>
          </p:cNvPr>
          <p:cNvGraphicFramePr>
            <a:graphicFrameLocks noChangeAspect="1"/>
          </p:cNvGraphicFramePr>
          <p:nvPr>
            <p:extLst>
              <p:ext uri="{D42A27DB-BD31-4B8C-83A1-F6EECF244321}">
                <p14:modId xmlns:p14="http://schemas.microsoft.com/office/powerpoint/2010/main" val="3389785556"/>
              </p:ext>
            </p:extLst>
          </p:nvPr>
        </p:nvGraphicFramePr>
        <p:xfrm>
          <a:off x="4756215" y="4344634"/>
          <a:ext cx="414536" cy="345447"/>
        </p:xfrm>
        <a:graphic>
          <a:graphicData uri="http://schemas.openxmlformats.org/presentationml/2006/ole">
            <mc:AlternateContent xmlns:mc="http://schemas.openxmlformats.org/markup-compatibility/2006">
              <mc:Choice xmlns:v="urn:schemas-microsoft-com:vml" Requires="v">
                <p:oleObj name="Equation" r:id="rId13" imgW="228600" imgH="190440" progId="Equation.DSMT4">
                  <p:embed/>
                </p:oleObj>
              </mc:Choice>
              <mc:Fallback>
                <p:oleObj name="Equation" r:id="rId13" imgW="228600" imgH="190440" progId="Equation.DSMT4">
                  <p:embed/>
                  <p:pic>
                    <p:nvPicPr>
                      <p:cNvPr id="0" name=""/>
                      <p:cNvPicPr/>
                      <p:nvPr/>
                    </p:nvPicPr>
                    <p:blipFill>
                      <a:blip r:embed="rId14"/>
                      <a:stretch>
                        <a:fillRect/>
                      </a:stretch>
                    </p:blipFill>
                    <p:spPr>
                      <a:xfrm>
                        <a:off x="4756215" y="4344634"/>
                        <a:ext cx="414536" cy="345447"/>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26E4C6BF-81FB-64AA-FB1A-ACD13EAF2727}"/>
              </a:ext>
            </a:extLst>
          </p:cNvPr>
          <p:cNvGraphicFramePr>
            <a:graphicFrameLocks noChangeAspect="1"/>
          </p:cNvGraphicFramePr>
          <p:nvPr>
            <p:extLst>
              <p:ext uri="{D42A27DB-BD31-4B8C-83A1-F6EECF244321}">
                <p14:modId xmlns:p14="http://schemas.microsoft.com/office/powerpoint/2010/main" val="3848081314"/>
              </p:ext>
            </p:extLst>
          </p:nvPr>
        </p:nvGraphicFramePr>
        <p:xfrm>
          <a:off x="5492488" y="4348522"/>
          <a:ext cx="414536" cy="345447"/>
        </p:xfrm>
        <a:graphic>
          <a:graphicData uri="http://schemas.openxmlformats.org/presentationml/2006/ole">
            <mc:AlternateContent xmlns:mc="http://schemas.openxmlformats.org/markup-compatibility/2006">
              <mc:Choice xmlns:v="urn:schemas-microsoft-com:vml" Requires="v">
                <p:oleObj name="Equation" r:id="rId15" imgW="228600" imgH="190440" progId="Equation.DSMT4">
                  <p:embed/>
                </p:oleObj>
              </mc:Choice>
              <mc:Fallback>
                <p:oleObj name="Equation" r:id="rId15" imgW="228600" imgH="190440" progId="Equation.DSMT4">
                  <p:embed/>
                  <p:pic>
                    <p:nvPicPr>
                      <p:cNvPr id="0" name=""/>
                      <p:cNvPicPr/>
                      <p:nvPr/>
                    </p:nvPicPr>
                    <p:blipFill>
                      <a:blip r:embed="rId16"/>
                      <a:stretch>
                        <a:fillRect/>
                      </a:stretch>
                    </p:blipFill>
                    <p:spPr>
                      <a:xfrm>
                        <a:off x="5492488" y="4348522"/>
                        <a:ext cx="414536" cy="345447"/>
                      </a:xfrm>
                      <a:prstGeom prst="rect">
                        <a:avLst/>
                      </a:prstGeom>
                    </p:spPr>
                  </p:pic>
                </p:oleObj>
              </mc:Fallback>
            </mc:AlternateContent>
          </a:graphicData>
        </a:graphic>
      </p:graphicFrame>
    </p:spTree>
    <p:extLst>
      <p:ext uri="{BB962C8B-B14F-4D97-AF65-F5344CB8AC3E}">
        <p14:creationId xmlns:p14="http://schemas.microsoft.com/office/powerpoint/2010/main" val="2262852365"/>
      </p:ext>
    </p:extLst>
  </p:cSld>
  <p:clrMapOvr>
    <a:masterClrMapping/>
  </p:clrMapOvr>
  <p:transition advTm="1885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19044C0-DDE7-1F6C-3DD5-3557BE4E9BD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2.1.6  </a:t>
            </a:r>
            <a:r>
              <a:rPr lang="zh-CN" altLang="en-US" sz="2800" b="1" dirty="0">
                <a:latin typeface="Times New Roman" pitchFamily="18" charset="0"/>
                <a:ea typeface="华文中宋" pitchFamily="2" charset="-122"/>
              </a:rPr>
              <a:t>齐次变换矩阵</a:t>
            </a:r>
          </a:p>
        </p:txBody>
      </p:sp>
      <p:sp>
        <p:nvSpPr>
          <p:cNvPr id="5" name="文本框 4">
            <a:extLst>
              <a:ext uri="{FF2B5EF4-FFF2-40B4-BE49-F238E27FC236}">
                <a16:creationId xmlns:a16="http://schemas.microsoft.com/office/drawing/2014/main" id="{45F53884-5366-1107-F803-316ED69E8C6C}"/>
              </a:ext>
            </a:extLst>
          </p:cNvPr>
          <p:cNvSpPr txBox="1"/>
          <p:nvPr/>
        </p:nvSpPr>
        <p:spPr>
          <a:xfrm>
            <a:off x="622168" y="1140642"/>
            <a:ext cx="11048215" cy="874407"/>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机器人在运动过程中，一般既要进行旋转变换，又要进行平移变换，即所谓的复合变换，用齐次变换矩阵表示如下：</a:t>
            </a:r>
          </a:p>
        </p:txBody>
      </p:sp>
      <p:grpSp>
        <p:nvGrpSpPr>
          <p:cNvPr id="15" name="组合 14">
            <a:extLst>
              <a:ext uri="{FF2B5EF4-FFF2-40B4-BE49-F238E27FC236}">
                <a16:creationId xmlns:a16="http://schemas.microsoft.com/office/drawing/2014/main" id="{43D5B51D-7599-0215-AEB6-DD58931990DD}"/>
              </a:ext>
            </a:extLst>
          </p:cNvPr>
          <p:cNvGrpSpPr/>
          <p:nvPr/>
        </p:nvGrpSpPr>
        <p:grpSpPr>
          <a:xfrm>
            <a:off x="4313810" y="1832336"/>
            <a:ext cx="2501768" cy="1892361"/>
            <a:chOff x="3644507" y="2081081"/>
            <a:chExt cx="2501768" cy="1892361"/>
          </a:xfrm>
        </p:grpSpPr>
        <p:sp>
          <p:nvSpPr>
            <p:cNvPr id="7" name="文本框 6">
              <a:extLst>
                <a:ext uri="{FF2B5EF4-FFF2-40B4-BE49-F238E27FC236}">
                  <a16:creationId xmlns:a16="http://schemas.microsoft.com/office/drawing/2014/main" id="{E15B0045-1A18-2D64-425D-C15CA7E9F82F}"/>
                </a:ext>
              </a:extLst>
            </p:cNvPr>
            <p:cNvSpPr txBox="1"/>
            <p:nvPr/>
          </p:nvSpPr>
          <p:spPr>
            <a:xfrm>
              <a:off x="4512034" y="2081081"/>
              <a:ext cx="716437" cy="369332"/>
            </a:xfrm>
            <a:prstGeom prst="rect">
              <a:avLst/>
            </a:prstGeom>
            <a:noFill/>
          </p:spPr>
          <p:txBody>
            <a:bodyPr wrap="square" rtlCol="0">
              <a:spAutoFit/>
            </a:bodyPr>
            <a:lstStyle/>
            <a:p>
              <a:r>
                <a:rPr lang="zh-CN" altLang="en-US" dirty="0"/>
                <a:t>姿态</a:t>
              </a:r>
            </a:p>
          </p:txBody>
        </p:sp>
        <p:sp>
          <p:nvSpPr>
            <p:cNvPr id="8" name="文本框 7">
              <a:extLst>
                <a:ext uri="{FF2B5EF4-FFF2-40B4-BE49-F238E27FC236}">
                  <a16:creationId xmlns:a16="http://schemas.microsoft.com/office/drawing/2014/main" id="{4B36EF80-5204-5149-18FB-B268332A058F}"/>
                </a:ext>
              </a:extLst>
            </p:cNvPr>
            <p:cNvSpPr txBox="1"/>
            <p:nvPr/>
          </p:nvSpPr>
          <p:spPr>
            <a:xfrm>
              <a:off x="5429838" y="2092425"/>
              <a:ext cx="716437" cy="369332"/>
            </a:xfrm>
            <a:prstGeom prst="rect">
              <a:avLst/>
            </a:prstGeom>
            <a:noFill/>
          </p:spPr>
          <p:txBody>
            <a:bodyPr wrap="square" rtlCol="0">
              <a:spAutoFit/>
            </a:bodyPr>
            <a:lstStyle/>
            <a:p>
              <a:r>
                <a:rPr lang="zh-CN" altLang="en-US" dirty="0"/>
                <a:t>位置</a:t>
              </a:r>
            </a:p>
          </p:txBody>
        </p:sp>
        <p:grpSp>
          <p:nvGrpSpPr>
            <p:cNvPr id="14" name="组合 13">
              <a:extLst>
                <a:ext uri="{FF2B5EF4-FFF2-40B4-BE49-F238E27FC236}">
                  <a16:creationId xmlns:a16="http://schemas.microsoft.com/office/drawing/2014/main" id="{BC4171E2-010C-79B1-6200-CF8F3444D999}"/>
                </a:ext>
              </a:extLst>
            </p:cNvPr>
            <p:cNvGrpSpPr/>
            <p:nvPr/>
          </p:nvGrpSpPr>
          <p:grpSpPr>
            <a:xfrm>
              <a:off x="3644507" y="2450413"/>
              <a:ext cx="2451493" cy="1523029"/>
              <a:chOff x="3644507" y="2450413"/>
              <a:chExt cx="2451493" cy="1523029"/>
            </a:xfrm>
          </p:grpSpPr>
          <p:graphicFrame>
            <p:nvGraphicFramePr>
              <p:cNvPr id="6" name="对象 5">
                <a:extLst>
                  <a:ext uri="{FF2B5EF4-FFF2-40B4-BE49-F238E27FC236}">
                    <a16:creationId xmlns:a16="http://schemas.microsoft.com/office/drawing/2014/main" id="{3186C2A9-081B-5E95-17DD-8E40D9040CC3}"/>
                  </a:ext>
                </a:extLst>
              </p:cNvPr>
              <p:cNvGraphicFramePr>
                <a:graphicFrameLocks noChangeAspect="1"/>
              </p:cNvGraphicFramePr>
              <p:nvPr>
                <p:extLst>
                  <p:ext uri="{D42A27DB-BD31-4B8C-83A1-F6EECF244321}">
                    <p14:modId xmlns:p14="http://schemas.microsoft.com/office/powerpoint/2010/main" val="3460727910"/>
                  </p:ext>
                </p:extLst>
              </p:nvPr>
            </p:nvGraphicFramePr>
            <p:xfrm>
              <a:off x="3644507" y="2464831"/>
              <a:ext cx="2451493" cy="1508611"/>
            </p:xfrm>
            <a:graphic>
              <a:graphicData uri="http://schemas.openxmlformats.org/presentationml/2006/ole">
                <mc:AlternateContent xmlns:mc="http://schemas.openxmlformats.org/markup-compatibility/2006">
                  <mc:Choice xmlns:v="urn:schemas-microsoft-com:vml" Requires="v">
                    <p:oleObj name="Equation" r:id="rId3" imgW="1320480" imgH="812520" progId="Equation.DSMT4">
                      <p:embed/>
                    </p:oleObj>
                  </mc:Choice>
                  <mc:Fallback>
                    <p:oleObj name="Equation" r:id="rId3" imgW="1320480" imgH="812520" progId="Equation.DSMT4">
                      <p:embed/>
                      <p:pic>
                        <p:nvPicPr>
                          <p:cNvPr id="0" name=""/>
                          <p:cNvPicPr/>
                          <p:nvPr/>
                        </p:nvPicPr>
                        <p:blipFill>
                          <a:blip r:embed="rId4"/>
                          <a:stretch>
                            <a:fillRect/>
                          </a:stretch>
                        </p:blipFill>
                        <p:spPr>
                          <a:xfrm>
                            <a:off x="3644507" y="2464831"/>
                            <a:ext cx="2451493" cy="1508611"/>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B86C2C2E-A3C5-B90F-8D03-9DEAF72C43EF}"/>
                  </a:ext>
                </a:extLst>
              </p:cNvPr>
              <p:cNvSpPr/>
              <p:nvPr/>
            </p:nvSpPr>
            <p:spPr>
              <a:xfrm>
                <a:off x="4176074" y="2461757"/>
                <a:ext cx="1329180" cy="1167563"/>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BDEA772-AFD0-E068-139A-452F3FDBBBC2}"/>
                  </a:ext>
                </a:extLst>
              </p:cNvPr>
              <p:cNvSpPr/>
              <p:nvPr/>
            </p:nvSpPr>
            <p:spPr>
              <a:xfrm>
                <a:off x="5603449" y="2450413"/>
                <a:ext cx="394355" cy="1167563"/>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3" name="文本框 12">
            <a:extLst>
              <a:ext uri="{FF2B5EF4-FFF2-40B4-BE49-F238E27FC236}">
                <a16:creationId xmlns:a16="http://schemas.microsoft.com/office/drawing/2014/main" id="{508D61BC-EEF1-612C-BBB6-FD31DA719119}"/>
              </a:ext>
            </a:extLst>
          </p:cNvPr>
          <p:cNvSpPr txBox="1"/>
          <p:nvPr/>
        </p:nvSpPr>
        <p:spPr>
          <a:xfrm>
            <a:off x="563161" y="4035782"/>
            <a:ext cx="11048215" cy="874407"/>
          </a:xfrm>
          <a:prstGeom prst="rect">
            <a:avLst/>
          </a:prstGeom>
          <a:noFill/>
        </p:spPr>
        <p:txBody>
          <a:bodyPr wrap="square">
            <a:spAutoFit/>
          </a:bodyPr>
          <a:lstStyle/>
          <a:p>
            <a:pPr indent="450000" algn="just">
              <a:lnSpc>
                <a:spcPct val="150000"/>
              </a:lnSpc>
            </a:pP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反映了动坐标系</a:t>
            </a: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在固定坐标系</a:t>
            </a: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中的位置和姿态，即表示了该坐标系原点和各坐标轴单位矢量在固定坐标系中的位置和姿态。该矩阵可以由</a:t>
            </a:r>
            <a:r>
              <a:rPr lang="en-US" altLang="zh-CN" sz="1800" kern="1000" spc="-10" dirty="0">
                <a:effectLst/>
                <a:latin typeface="微软雅黑" panose="020B0503020204020204" pitchFamily="34" charset="-122"/>
                <a:ea typeface="微软雅黑" panose="020B0503020204020204" pitchFamily="34" charset="-122"/>
              </a:rPr>
              <a:t>4</a:t>
            </a:r>
            <a:r>
              <a:rPr lang="zh-CN" altLang="zh-CN" sz="1800" kern="1000" spc="-10" dirty="0">
                <a:effectLst/>
                <a:latin typeface="微软雅黑" panose="020B0503020204020204" pitchFamily="34" charset="-122"/>
                <a:ea typeface="微软雅黑" panose="020B0503020204020204" pitchFamily="34" charset="-122"/>
              </a:rPr>
              <a:t>部分组成，写成如下形式：</a:t>
            </a: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16" name="对象 15">
            <a:extLst>
              <a:ext uri="{FF2B5EF4-FFF2-40B4-BE49-F238E27FC236}">
                <a16:creationId xmlns:a16="http://schemas.microsoft.com/office/drawing/2014/main" id="{DF3CF583-F90D-3191-48EE-B99504B2E2B3}"/>
              </a:ext>
            </a:extLst>
          </p:cNvPr>
          <p:cNvGraphicFramePr>
            <a:graphicFrameLocks noChangeAspect="1"/>
          </p:cNvGraphicFramePr>
          <p:nvPr>
            <p:extLst>
              <p:ext uri="{D42A27DB-BD31-4B8C-83A1-F6EECF244321}">
                <p14:modId xmlns:p14="http://schemas.microsoft.com/office/powerpoint/2010/main" val="569959058"/>
              </p:ext>
            </p:extLst>
          </p:nvPr>
        </p:nvGraphicFramePr>
        <p:xfrm>
          <a:off x="1171344" y="4143064"/>
          <a:ext cx="270955" cy="295587"/>
        </p:xfrm>
        <a:graphic>
          <a:graphicData uri="http://schemas.openxmlformats.org/presentationml/2006/ole">
            <mc:AlternateContent xmlns:mc="http://schemas.openxmlformats.org/markup-compatibility/2006">
              <mc:Choice xmlns:v="urn:schemas-microsoft-com:vml" Requires="v">
                <p:oleObj name="Equation" r:id="rId5" imgW="139680" imgH="152280" progId="Equation.DSMT4">
                  <p:embed/>
                </p:oleObj>
              </mc:Choice>
              <mc:Fallback>
                <p:oleObj name="Equation" r:id="rId5" imgW="139680" imgH="152280" progId="Equation.DSMT4">
                  <p:embed/>
                  <p:pic>
                    <p:nvPicPr>
                      <p:cNvPr id="0" name=""/>
                      <p:cNvPicPr/>
                      <p:nvPr/>
                    </p:nvPicPr>
                    <p:blipFill>
                      <a:blip r:embed="rId6"/>
                      <a:stretch>
                        <a:fillRect/>
                      </a:stretch>
                    </p:blipFill>
                    <p:spPr>
                      <a:xfrm>
                        <a:off x="1171344" y="4143064"/>
                        <a:ext cx="270955" cy="295587"/>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F5475C94-9EAF-21DA-9C4A-773038AAAD13}"/>
              </a:ext>
            </a:extLst>
          </p:cNvPr>
          <p:cNvGraphicFramePr>
            <a:graphicFrameLocks noChangeAspect="1"/>
          </p:cNvGraphicFramePr>
          <p:nvPr>
            <p:extLst>
              <p:ext uri="{D42A27DB-BD31-4B8C-83A1-F6EECF244321}">
                <p14:modId xmlns:p14="http://schemas.microsoft.com/office/powerpoint/2010/main" val="657599061"/>
              </p:ext>
            </p:extLst>
          </p:nvPr>
        </p:nvGraphicFramePr>
        <p:xfrm>
          <a:off x="3055288" y="4173006"/>
          <a:ext cx="413820" cy="295586"/>
        </p:xfrm>
        <a:graphic>
          <a:graphicData uri="http://schemas.openxmlformats.org/presentationml/2006/ole">
            <mc:AlternateContent xmlns:mc="http://schemas.openxmlformats.org/markup-compatibility/2006">
              <mc:Choice xmlns:v="urn:schemas-microsoft-com:vml" Requires="v">
                <p:oleObj name="Equation" r:id="rId7" imgW="266400" imgH="190440" progId="Equation.DSMT4">
                  <p:embed/>
                </p:oleObj>
              </mc:Choice>
              <mc:Fallback>
                <p:oleObj name="Equation" r:id="rId7" imgW="266400" imgH="190440" progId="Equation.DSMT4">
                  <p:embed/>
                  <p:pic>
                    <p:nvPicPr>
                      <p:cNvPr id="0" name=""/>
                      <p:cNvPicPr/>
                      <p:nvPr/>
                    </p:nvPicPr>
                    <p:blipFill>
                      <a:blip r:embed="rId8"/>
                      <a:stretch>
                        <a:fillRect/>
                      </a:stretch>
                    </p:blipFill>
                    <p:spPr>
                      <a:xfrm>
                        <a:off x="3055288" y="4173006"/>
                        <a:ext cx="413820" cy="295586"/>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9F5457CD-3E8F-1B92-9556-668DED5A4C93}"/>
              </a:ext>
            </a:extLst>
          </p:cNvPr>
          <p:cNvGraphicFramePr>
            <a:graphicFrameLocks noChangeAspect="1"/>
          </p:cNvGraphicFramePr>
          <p:nvPr>
            <p:extLst>
              <p:ext uri="{D42A27DB-BD31-4B8C-83A1-F6EECF244321}">
                <p14:modId xmlns:p14="http://schemas.microsoft.com/office/powerpoint/2010/main" val="1855860971"/>
              </p:ext>
            </p:extLst>
          </p:nvPr>
        </p:nvGraphicFramePr>
        <p:xfrm>
          <a:off x="4787224" y="4177400"/>
          <a:ext cx="394113" cy="295585"/>
        </p:xfrm>
        <a:graphic>
          <a:graphicData uri="http://schemas.openxmlformats.org/presentationml/2006/ole">
            <mc:AlternateContent xmlns:mc="http://schemas.openxmlformats.org/markup-compatibility/2006">
              <mc:Choice xmlns:v="urn:schemas-microsoft-com:vml" Requires="v">
                <p:oleObj name="Equation" r:id="rId9" imgW="253800" imgH="190440" progId="Equation.DSMT4">
                  <p:embed/>
                </p:oleObj>
              </mc:Choice>
              <mc:Fallback>
                <p:oleObj name="Equation" r:id="rId9" imgW="253800" imgH="190440" progId="Equation.DSMT4">
                  <p:embed/>
                  <p:pic>
                    <p:nvPicPr>
                      <p:cNvPr id="0" name=""/>
                      <p:cNvPicPr/>
                      <p:nvPr/>
                    </p:nvPicPr>
                    <p:blipFill>
                      <a:blip r:embed="rId10"/>
                      <a:stretch>
                        <a:fillRect/>
                      </a:stretch>
                    </p:blipFill>
                    <p:spPr>
                      <a:xfrm>
                        <a:off x="4787224" y="4177400"/>
                        <a:ext cx="394113" cy="295585"/>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E7F9ACFF-44BF-4603-308F-38AE874E06E1}"/>
              </a:ext>
            </a:extLst>
          </p:cNvPr>
          <p:cNvGraphicFramePr>
            <a:graphicFrameLocks noChangeAspect="1"/>
          </p:cNvGraphicFramePr>
          <p:nvPr>
            <p:extLst>
              <p:ext uri="{D42A27DB-BD31-4B8C-83A1-F6EECF244321}">
                <p14:modId xmlns:p14="http://schemas.microsoft.com/office/powerpoint/2010/main" val="405722208"/>
              </p:ext>
            </p:extLst>
          </p:nvPr>
        </p:nvGraphicFramePr>
        <p:xfrm>
          <a:off x="3743880" y="5203345"/>
          <a:ext cx="4070942" cy="714580"/>
        </p:xfrm>
        <a:graphic>
          <a:graphicData uri="http://schemas.openxmlformats.org/presentationml/2006/ole">
            <mc:AlternateContent xmlns:mc="http://schemas.openxmlformats.org/markup-compatibility/2006">
              <mc:Choice xmlns:v="urn:schemas-microsoft-com:vml" Requires="v">
                <p:oleObj name="Equation" r:id="rId11" imgW="2387520" imgH="419040" progId="Equation.DSMT4">
                  <p:embed/>
                </p:oleObj>
              </mc:Choice>
              <mc:Fallback>
                <p:oleObj name="Equation" r:id="rId11" imgW="2387520" imgH="419040" progId="Equation.DSMT4">
                  <p:embed/>
                  <p:pic>
                    <p:nvPicPr>
                      <p:cNvPr id="0" name=""/>
                      <p:cNvPicPr/>
                      <p:nvPr/>
                    </p:nvPicPr>
                    <p:blipFill>
                      <a:blip r:embed="rId12"/>
                      <a:stretch>
                        <a:fillRect/>
                      </a:stretch>
                    </p:blipFill>
                    <p:spPr>
                      <a:xfrm>
                        <a:off x="3743880" y="5203345"/>
                        <a:ext cx="4070942" cy="714580"/>
                      </a:xfrm>
                      <a:prstGeom prst="rect">
                        <a:avLst/>
                      </a:prstGeom>
                    </p:spPr>
                  </p:pic>
                </p:oleObj>
              </mc:Fallback>
            </mc:AlternateContent>
          </a:graphicData>
        </a:graphic>
      </p:graphicFrame>
    </p:spTree>
    <p:extLst>
      <p:ext uri="{BB962C8B-B14F-4D97-AF65-F5344CB8AC3E}">
        <p14:creationId xmlns:p14="http://schemas.microsoft.com/office/powerpoint/2010/main" val="1977813339"/>
      </p:ext>
    </p:extLst>
  </p:cSld>
  <p:clrMapOvr>
    <a:masterClrMapping/>
  </p:clrMapOvr>
  <p:transition advTm="1885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7A75550-5A6A-DCAF-32EC-983C426A66E6}"/>
              </a:ext>
            </a:extLst>
          </p:cNvPr>
          <p:cNvSpPr txBox="1"/>
          <p:nvPr/>
        </p:nvSpPr>
        <p:spPr>
          <a:xfrm>
            <a:off x="669302" y="1084083"/>
            <a:ext cx="10821971" cy="5860387"/>
          </a:xfrm>
          <a:prstGeom prst="rect">
            <a:avLst/>
          </a:prstGeom>
          <a:noFill/>
        </p:spPr>
        <p:txBody>
          <a:bodyPr wrap="square">
            <a:spAutoFit/>
          </a:bodyPr>
          <a:lstStyle/>
          <a:p>
            <a:pPr algn="just">
              <a:lnSpc>
                <a:spcPct val="150000"/>
              </a:lnSpc>
            </a:pPr>
            <a:r>
              <a:rPr lang="zh-CN" altLang="zh-CN" sz="1800" kern="1000" spc="10" dirty="0">
                <a:effectLst/>
                <a:latin typeface="微软雅黑" panose="020B0503020204020204" pitchFamily="34" charset="-122"/>
                <a:ea typeface="微软雅黑" panose="020B0503020204020204" pitchFamily="34" charset="-122"/>
              </a:rPr>
              <a:t>其中，</a:t>
            </a: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为姿态矩阵，表示动坐标系在固定坐标系中的姿态，即表示各坐标轴单位矢量在各轴上的投影；</a:t>
            </a: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为位置矢量，代表动坐标系坐标原点在固定坐标系中的位置；</a:t>
            </a: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为透视矩阵，表示在视觉中进行图像计算，一般置为</a:t>
            </a:r>
            <a:r>
              <a:rPr lang="en-US" altLang="zh-CN" sz="1800" kern="1000" spc="10" dirty="0">
                <a:effectLst/>
                <a:latin typeface="微软雅黑" panose="020B0503020204020204" pitchFamily="34" charset="-122"/>
                <a:ea typeface="微软雅黑" panose="020B0503020204020204" pitchFamily="34" charset="-122"/>
              </a:rPr>
              <a:t>0</a:t>
            </a:r>
            <a:r>
              <a:rPr lang="zh-CN" altLang="en-US"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为比例系数。如果需要求解</a:t>
            </a: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在</a:t>
            </a:r>
            <a:r>
              <a:rPr lang="en-US" altLang="zh-CN" sz="1800" kern="1000" spc="10" dirty="0">
                <a:effectLst/>
                <a:latin typeface="微软雅黑" panose="020B0503020204020204" pitchFamily="34" charset="-122"/>
                <a:ea typeface="微软雅黑" panose="020B0503020204020204" pitchFamily="34" charset="-122"/>
              </a:rPr>
              <a:t>      </a:t>
            </a:r>
            <a:r>
              <a:rPr lang="zh-CN" altLang="zh-CN" sz="1800" kern="1000" spc="10" dirty="0">
                <a:effectLst/>
                <a:latin typeface="微软雅黑" panose="020B0503020204020204" pitchFamily="34" charset="-122"/>
                <a:ea typeface="微软雅黑" panose="020B0503020204020204" pitchFamily="34" charset="-122"/>
              </a:rPr>
              <a:t>中的位置和姿态，此时的齐次变换矩阵为</a:t>
            </a:r>
            <a:r>
              <a:rPr lang="en-US" altLang="zh-CN" sz="1800" kern="1000" spc="10" dirty="0">
                <a:effectLst/>
                <a:latin typeface="微软雅黑" panose="020B0503020204020204" pitchFamily="34" charset="-122"/>
                <a:ea typeface="微软雅黑" panose="020B0503020204020204" pitchFamily="34" charset="-122"/>
              </a:rPr>
              <a:t>      </a:t>
            </a:r>
            <a:r>
              <a:rPr lang="zh-CN" altLang="en-US" sz="1800" kern="1000" spc="10" dirty="0">
                <a:effectLst/>
                <a:latin typeface="微软雅黑" panose="020B0503020204020204" pitchFamily="34" charset="-122"/>
                <a:ea typeface="微软雅黑" panose="020B0503020204020204" pitchFamily="34" charset="-122"/>
              </a:rPr>
              <a:t>。</a:t>
            </a:r>
            <a:endParaRPr lang="en-US" altLang="zh-CN" sz="1800" kern="1000" spc="10" dirty="0">
              <a:effectLst/>
              <a:latin typeface="微软雅黑" panose="020B0503020204020204" pitchFamily="34" charset="-122"/>
              <a:ea typeface="微软雅黑" panose="020B0503020204020204" pitchFamily="34" charset="-122"/>
            </a:endParaRPr>
          </a:p>
          <a:p>
            <a:pPr indent="457200" algn="just">
              <a:lnSpc>
                <a:spcPct val="150000"/>
              </a:lnSpc>
            </a:pPr>
            <a:r>
              <a:rPr lang="zh-CN" altLang="en-US" sz="1800" kern="1000" dirty="0">
                <a:effectLst/>
                <a:latin typeface="微软雅黑" panose="020B0503020204020204" pitchFamily="34" charset="-122"/>
                <a:ea typeface="微软雅黑" panose="020B0503020204020204" pitchFamily="34" charset="-122"/>
              </a:rPr>
              <a:t>动坐标系在固定坐标系中的齐次变换有两种情况，一种是动坐标系绕某个固定坐标轴做齐次变换，称为绝对变换；另一种是动坐标系绕自身坐标轴做齐次变换，称为相对变换。从而有下面的两个定义。</a:t>
            </a:r>
            <a:endParaRPr lang="en-US" altLang="zh-CN" sz="1800" kern="1000" dirty="0">
              <a:effectLst/>
              <a:latin typeface="微软雅黑" panose="020B0503020204020204" pitchFamily="34" charset="-122"/>
              <a:ea typeface="微软雅黑" panose="020B0503020204020204" pitchFamily="34" charset="-122"/>
            </a:endParaRPr>
          </a:p>
          <a:p>
            <a:pPr indent="457200" algn="just">
              <a:lnSpc>
                <a:spcPct val="150000"/>
              </a:lnSpc>
            </a:pPr>
            <a:r>
              <a:rPr lang="zh-CN" altLang="en-US" sz="1800" b="1" kern="1000" dirty="0">
                <a:effectLst/>
                <a:latin typeface="微软雅黑" panose="020B0503020204020204" pitchFamily="34" charset="-122"/>
                <a:ea typeface="微软雅黑" panose="020B0503020204020204" pitchFamily="34" charset="-122"/>
              </a:rPr>
              <a:t>绝对变换：</a:t>
            </a:r>
            <a:r>
              <a:rPr lang="zh-CN" altLang="en-US" sz="1800" kern="1000" dirty="0">
                <a:effectLst/>
                <a:latin typeface="微软雅黑" panose="020B0503020204020204" pitchFamily="34" charset="-122"/>
                <a:ea typeface="微软雅黑" panose="020B0503020204020204" pitchFamily="34" charset="-122"/>
              </a:rPr>
              <a:t>如果所有的变换都是相对于固定坐标系中各坐标轴的旋转或平移，则依次左乘，称为绝对变换。</a:t>
            </a:r>
          </a:p>
          <a:p>
            <a:pPr indent="457200" algn="just">
              <a:lnSpc>
                <a:spcPct val="150000"/>
              </a:lnSpc>
            </a:pPr>
            <a:r>
              <a:rPr lang="zh-CN" altLang="en-US" sz="1800" b="1" kern="1000" dirty="0">
                <a:effectLst/>
                <a:latin typeface="微软雅黑" panose="020B0503020204020204" pitchFamily="34" charset="-122"/>
                <a:ea typeface="微软雅黑" panose="020B0503020204020204" pitchFamily="34" charset="-122"/>
              </a:rPr>
              <a:t>相对变换：</a:t>
            </a:r>
            <a:r>
              <a:rPr lang="zh-CN" altLang="en-US" sz="1800" kern="1000" dirty="0">
                <a:effectLst/>
                <a:latin typeface="微软雅黑" panose="020B0503020204020204" pitchFamily="34" charset="-122"/>
                <a:ea typeface="微软雅黑" panose="020B0503020204020204" pitchFamily="34" charset="-122"/>
              </a:rPr>
              <a:t>如果动坐标系相对于自身坐标系的当前坐标轴旋转或平移，则依次右乘，称为相对变换。</a:t>
            </a:r>
          </a:p>
          <a:p>
            <a:pPr indent="457200" algn="just">
              <a:lnSpc>
                <a:spcPct val="150000"/>
              </a:lnSpc>
            </a:pPr>
            <a:r>
              <a:rPr lang="zh-CN" altLang="en-US" sz="1800" kern="1000" dirty="0">
                <a:effectLst/>
                <a:latin typeface="微软雅黑" panose="020B0503020204020204" pitchFamily="34" charset="-122"/>
                <a:ea typeface="微软雅黑" panose="020B0503020204020204" pitchFamily="34" charset="-122"/>
              </a:rPr>
              <a:t>例 </a:t>
            </a:r>
            <a:r>
              <a:rPr lang="en-US" altLang="zh-CN" sz="1800" kern="1000" dirty="0">
                <a:effectLst/>
                <a:latin typeface="微软雅黑" panose="020B0503020204020204" pitchFamily="34" charset="-122"/>
                <a:ea typeface="微软雅黑" panose="020B0503020204020204" pitchFamily="34" charset="-122"/>
              </a:rPr>
              <a:t>2</a:t>
            </a:r>
            <a:r>
              <a:rPr lang="zh-CN" altLang="en-US" sz="1800" kern="1000" dirty="0">
                <a:effectLst/>
                <a:latin typeface="微软雅黑" panose="020B0503020204020204" pitchFamily="34" charset="-122"/>
                <a:ea typeface="微软雅黑" panose="020B0503020204020204" pitchFamily="34" charset="-122"/>
              </a:rPr>
              <a:t>：动坐标系      起始位置与固定坐标系       重合，动坐标系     做如下运动</a:t>
            </a:r>
            <a:r>
              <a:rPr lang="zh-CN" altLang="en-US" kern="10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kern="10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kern="100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kern="1000" dirty="0">
                <a:latin typeface="微软雅黑" panose="020B0503020204020204" pitchFamily="34" charset="-122"/>
                <a:ea typeface="微软雅黑" panose="020B0503020204020204" pitchFamily="34" charset="-122"/>
                <a:sym typeface="Wingdings" panose="05000000000000000000" pitchFamily="2" charset="2"/>
              </a:rPr>
              <a:t>(2)         </a:t>
            </a:r>
            <a:r>
              <a:rPr lang="zh-CN" altLang="en-US" kern="10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kern="1000" dirty="0">
                <a:latin typeface="微软雅黑" panose="020B0503020204020204" pitchFamily="34" charset="-122"/>
                <a:ea typeface="微软雅黑" panose="020B0503020204020204" pitchFamily="34" charset="-122"/>
                <a:sym typeface="Wingdings" panose="05000000000000000000" pitchFamily="2" charset="2"/>
              </a:rPr>
              <a:t>3</a:t>
            </a:r>
            <a:r>
              <a:rPr lang="zh-CN" altLang="en-US" kern="1000" dirty="0">
                <a:latin typeface="微软雅黑" panose="020B0503020204020204" pitchFamily="34" charset="-122"/>
                <a:ea typeface="微软雅黑" panose="020B0503020204020204" pitchFamily="34" charset="-122"/>
                <a:sym typeface="Wingdings" panose="05000000000000000000" pitchFamily="2" charset="2"/>
              </a:rPr>
              <a:t>）               。求合成矩阵。 </a:t>
            </a:r>
            <a:endParaRPr lang="en-US" altLang="zh-CN" kern="1000" dirty="0">
              <a:latin typeface="微软雅黑" panose="020B0503020204020204" pitchFamily="34" charset="-122"/>
              <a:ea typeface="微软雅黑" panose="020B0503020204020204" pitchFamily="34" charset="-122"/>
              <a:sym typeface="Wingdings" panose="05000000000000000000" pitchFamily="2" charset="2"/>
            </a:endParaRPr>
          </a:p>
          <a:p>
            <a:pPr indent="457200" algn="just">
              <a:lnSpc>
                <a:spcPct val="150000"/>
              </a:lnSpc>
            </a:pPr>
            <a:endParaRPr lang="zh-CN" altLang="en-US" sz="1800" kern="1000" dirty="0">
              <a:effectLst/>
              <a:latin typeface="微软雅黑" panose="020B0503020204020204" pitchFamily="34" charset="-122"/>
              <a:ea typeface="微软雅黑" panose="020B0503020204020204" pitchFamily="34" charset="-122"/>
            </a:endParaRPr>
          </a:p>
          <a:p>
            <a:pPr indent="457200" algn="just">
              <a:lnSpc>
                <a:spcPct val="150000"/>
              </a:lnSpc>
            </a:pPr>
            <a:endParaRPr lang="zh-CN" altLang="en-US" sz="1800" kern="1000" dirty="0">
              <a:effectLst/>
              <a:latin typeface="微软雅黑" panose="020B0503020204020204" pitchFamily="34" charset="-122"/>
              <a:ea typeface="微软雅黑" panose="020B0503020204020204" pitchFamily="34" charset="-122"/>
            </a:endParaRPr>
          </a:p>
          <a:p>
            <a:pPr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DB490D62-CF12-A598-7CF7-5648295AE837}"/>
              </a:ext>
            </a:extLst>
          </p:cNvPr>
          <p:cNvGraphicFramePr>
            <a:graphicFrameLocks noChangeAspect="1"/>
          </p:cNvGraphicFramePr>
          <p:nvPr>
            <p:extLst>
              <p:ext uri="{D42A27DB-BD31-4B8C-83A1-F6EECF244321}">
                <p14:modId xmlns:p14="http://schemas.microsoft.com/office/powerpoint/2010/main" val="1053830515"/>
              </p:ext>
            </p:extLst>
          </p:nvPr>
        </p:nvGraphicFramePr>
        <p:xfrm>
          <a:off x="1316676" y="872683"/>
          <a:ext cx="1542996" cy="795861"/>
        </p:xfrm>
        <a:graphic>
          <a:graphicData uri="http://schemas.openxmlformats.org/presentationml/2006/ole">
            <mc:AlternateContent xmlns:mc="http://schemas.openxmlformats.org/markup-compatibility/2006">
              <mc:Choice xmlns:v="urn:schemas-microsoft-com:vml" Requires="v">
                <p:oleObj name="Equation" r:id="rId3" imgW="1206360" imgH="622080" progId="Equation.DSMT4">
                  <p:embed/>
                </p:oleObj>
              </mc:Choice>
              <mc:Fallback>
                <p:oleObj name="Equation" r:id="rId3" imgW="1206360" imgH="622080" progId="Equation.DSMT4">
                  <p:embed/>
                  <p:pic>
                    <p:nvPicPr>
                      <p:cNvPr id="0" name=""/>
                      <p:cNvPicPr/>
                      <p:nvPr/>
                    </p:nvPicPr>
                    <p:blipFill>
                      <a:blip r:embed="rId4"/>
                      <a:stretch>
                        <a:fillRect/>
                      </a:stretch>
                    </p:blipFill>
                    <p:spPr>
                      <a:xfrm>
                        <a:off x="1316676" y="872683"/>
                        <a:ext cx="1542996" cy="795861"/>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2CF8E106-CDDF-AE1C-96F8-C63B0C71E72B}"/>
              </a:ext>
            </a:extLst>
          </p:cNvPr>
          <p:cNvGraphicFramePr>
            <a:graphicFrameLocks noChangeAspect="1"/>
          </p:cNvGraphicFramePr>
          <p:nvPr>
            <p:extLst>
              <p:ext uri="{D42A27DB-BD31-4B8C-83A1-F6EECF244321}">
                <p14:modId xmlns:p14="http://schemas.microsoft.com/office/powerpoint/2010/main" val="1159117848"/>
              </p:ext>
            </p:extLst>
          </p:nvPr>
        </p:nvGraphicFramePr>
        <p:xfrm>
          <a:off x="1930595" y="1641115"/>
          <a:ext cx="1421813" cy="350837"/>
        </p:xfrm>
        <a:graphic>
          <a:graphicData uri="http://schemas.openxmlformats.org/presentationml/2006/ole">
            <mc:AlternateContent xmlns:mc="http://schemas.openxmlformats.org/markup-compatibility/2006">
              <mc:Choice xmlns:v="urn:schemas-microsoft-com:vml" Requires="v">
                <p:oleObj name="Equation" r:id="rId5" imgW="977760" imgH="241200" progId="Equation.DSMT4">
                  <p:embed/>
                </p:oleObj>
              </mc:Choice>
              <mc:Fallback>
                <p:oleObj name="Equation" r:id="rId5" imgW="977760" imgH="241200" progId="Equation.DSMT4">
                  <p:embed/>
                  <p:pic>
                    <p:nvPicPr>
                      <p:cNvPr id="0" name=""/>
                      <p:cNvPicPr/>
                      <p:nvPr/>
                    </p:nvPicPr>
                    <p:blipFill>
                      <a:blip r:embed="rId6"/>
                      <a:stretch>
                        <a:fillRect/>
                      </a:stretch>
                    </p:blipFill>
                    <p:spPr>
                      <a:xfrm>
                        <a:off x="1930595" y="1641115"/>
                        <a:ext cx="1421813" cy="35083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C8D11D2-C97A-261F-B5A9-93964F006037}"/>
              </a:ext>
            </a:extLst>
          </p:cNvPr>
          <p:cNvGraphicFramePr>
            <a:graphicFrameLocks noChangeAspect="1"/>
          </p:cNvGraphicFramePr>
          <p:nvPr>
            <p:extLst>
              <p:ext uri="{D42A27DB-BD31-4B8C-83A1-F6EECF244321}">
                <p14:modId xmlns:p14="http://schemas.microsoft.com/office/powerpoint/2010/main" val="1553301635"/>
              </p:ext>
            </p:extLst>
          </p:nvPr>
        </p:nvGraphicFramePr>
        <p:xfrm>
          <a:off x="9510924" y="1614424"/>
          <a:ext cx="1188703" cy="322360"/>
        </p:xfrm>
        <a:graphic>
          <a:graphicData uri="http://schemas.openxmlformats.org/presentationml/2006/ole">
            <mc:AlternateContent xmlns:mc="http://schemas.openxmlformats.org/markup-compatibility/2006">
              <mc:Choice xmlns:v="urn:schemas-microsoft-com:vml" Requires="v">
                <p:oleObj name="Equation" r:id="rId7" imgW="749160" imgH="203040" progId="Equation.DSMT4">
                  <p:embed/>
                </p:oleObj>
              </mc:Choice>
              <mc:Fallback>
                <p:oleObj name="Equation" r:id="rId7" imgW="749160" imgH="203040" progId="Equation.DSMT4">
                  <p:embed/>
                  <p:pic>
                    <p:nvPicPr>
                      <p:cNvPr id="0" name=""/>
                      <p:cNvPicPr/>
                      <p:nvPr/>
                    </p:nvPicPr>
                    <p:blipFill>
                      <a:blip r:embed="rId8"/>
                      <a:stretch>
                        <a:fillRect/>
                      </a:stretch>
                    </p:blipFill>
                    <p:spPr>
                      <a:xfrm>
                        <a:off x="9510924" y="1614424"/>
                        <a:ext cx="1188703" cy="32236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5194D374-9360-1489-58B6-5CB31CBFED10}"/>
              </a:ext>
            </a:extLst>
          </p:cNvPr>
          <p:cNvGraphicFramePr>
            <a:graphicFrameLocks noChangeAspect="1"/>
          </p:cNvGraphicFramePr>
          <p:nvPr>
            <p:extLst>
              <p:ext uri="{D42A27DB-BD31-4B8C-83A1-F6EECF244321}">
                <p14:modId xmlns:p14="http://schemas.microsoft.com/office/powerpoint/2010/main" val="1384946402"/>
              </p:ext>
            </p:extLst>
          </p:nvPr>
        </p:nvGraphicFramePr>
        <p:xfrm>
          <a:off x="5696465" y="1991951"/>
          <a:ext cx="877093" cy="350837"/>
        </p:xfrm>
        <a:graphic>
          <a:graphicData uri="http://schemas.openxmlformats.org/presentationml/2006/ole">
            <mc:AlternateContent xmlns:mc="http://schemas.openxmlformats.org/markup-compatibility/2006">
              <mc:Choice xmlns:v="urn:schemas-microsoft-com:vml" Requires="v">
                <p:oleObj name="Equation" r:id="rId9" imgW="507960" imgH="203040" progId="Equation.DSMT4">
                  <p:embed/>
                </p:oleObj>
              </mc:Choice>
              <mc:Fallback>
                <p:oleObj name="Equation" r:id="rId9" imgW="507960" imgH="203040" progId="Equation.DSMT4">
                  <p:embed/>
                  <p:pic>
                    <p:nvPicPr>
                      <p:cNvPr id="0" name=""/>
                      <p:cNvPicPr/>
                      <p:nvPr/>
                    </p:nvPicPr>
                    <p:blipFill>
                      <a:blip r:embed="rId10"/>
                      <a:stretch>
                        <a:fillRect/>
                      </a:stretch>
                    </p:blipFill>
                    <p:spPr>
                      <a:xfrm>
                        <a:off x="5696465" y="1991951"/>
                        <a:ext cx="877093" cy="35083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413F3416-3F6F-A089-29BA-7A5B13BCEB0E}"/>
              </a:ext>
            </a:extLst>
          </p:cNvPr>
          <p:cNvGraphicFramePr>
            <a:graphicFrameLocks noChangeAspect="1"/>
          </p:cNvGraphicFramePr>
          <p:nvPr>
            <p:extLst>
              <p:ext uri="{D42A27DB-BD31-4B8C-83A1-F6EECF244321}">
                <p14:modId xmlns:p14="http://schemas.microsoft.com/office/powerpoint/2010/main" val="790537167"/>
              </p:ext>
            </p:extLst>
          </p:nvPr>
        </p:nvGraphicFramePr>
        <p:xfrm>
          <a:off x="9344241" y="2023172"/>
          <a:ext cx="426155" cy="319616"/>
        </p:xfrm>
        <a:graphic>
          <a:graphicData uri="http://schemas.openxmlformats.org/presentationml/2006/ole">
            <mc:AlternateContent xmlns:mc="http://schemas.openxmlformats.org/markup-compatibility/2006">
              <mc:Choice xmlns:v="urn:schemas-microsoft-com:vml" Requires="v">
                <p:oleObj name="Equation" r:id="rId11" imgW="253800" imgH="190440" progId="Equation.DSMT4">
                  <p:embed/>
                </p:oleObj>
              </mc:Choice>
              <mc:Fallback>
                <p:oleObj name="Equation" r:id="rId11" imgW="253800" imgH="190440" progId="Equation.DSMT4">
                  <p:embed/>
                  <p:pic>
                    <p:nvPicPr>
                      <p:cNvPr id="0" name=""/>
                      <p:cNvPicPr/>
                      <p:nvPr/>
                    </p:nvPicPr>
                    <p:blipFill>
                      <a:blip r:embed="rId12"/>
                      <a:stretch>
                        <a:fillRect/>
                      </a:stretch>
                    </p:blipFill>
                    <p:spPr>
                      <a:xfrm>
                        <a:off x="9344241" y="2023172"/>
                        <a:ext cx="426155" cy="319616"/>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1C5D644-EA51-B0B8-4F6C-FB289A8C90D3}"/>
              </a:ext>
            </a:extLst>
          </p:cNvPr>
          <p:cNvGraphicFramePr>
            <a:graphicFrameLocks noChangeAspect="1"/>
          </p:cNvGraphicFramePr>
          <p:nvPr>
            <p:extLst>
              <p:ext uri="{D42A27DB-BD31-4B8C-83A1-F6EECF244321}">
                <p14:modId xmlns:p14="http://schemas.microsoft.com/office/powerpoint/2010/main" val="1548519664"/>
              </p:ext>
            </p:extLst>
          </p:nvPr>
        </p:nvGraphicFramePr>
        <p:xfrm>
          <a:off x="10073852" y="2052934"/>
          <a:ext cx="426154" cy="304396"/>
        </p:xfrm>
        <a:graphic>
          <a:graphicData uri="http://schemas.openxmlformats.org/presentationml/2006/ole">
            <mc:AlternateContent xmlns:mc="http://schemas.openxmlformats.org/markup-compatibility/2006">
              <mc:Choice xmlns:v="urn:schemas-microsoft-com:vml" Requires="v">
                <p:oleObj name="Equation" r:id="rId13" imgW="266400" imgH="190440" progId="Equation.DSMT4">
                  <p:embed/>
                </p:oleObj>
              </mc:Choice>
              <mc:Fallback>
                <p:oleObj name="Equation" r:id="rId13" imgW="266400" imgH="190440" progId="Equation.DSMT4">
                  <p:embed/>
                  <p:pic>
                    <p:nvPicPr>
                      <p:cNvPr id="0" name=""/>
                      <p:cNvPicPr/>
                      <p:nvPr/>
                    </p:nvPicPr>
                    <p:blipFill>
                      <a:blip r:embed="rId14"/>
                      <a:stretch>
                        <a:fillRect/>
                      </a:stretch>
                    </p:blipFill>
                    <p:spPr>
                      <a:xfrm>
                        <a:off x="10073852" y="2052934"/>
                        <a:ext cx="426154" cy="30439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71EB2B90-B76E-C211-9DF1-46F2D4852545}"/>
              </a:ext>
            </a:extLst>
          </p:cNvPr>
          <p:cNvGraphicFramePr>
            <a:graphicFrameLocks noChangeAspect="1"/>
          </p:cNvGraphicFramePr>
          <p:nvPr>
            <p:extLst>
              <p:ext uri="{D42A27DB-BD31-4B8C-83A1-F6EECF244321}">
                <p14:modId xmlns:p14="http://schemas.microsoft.com/office/powerpoint/2010/main" val="2640121323"/>
              </p:ext>
            </p:extLst>
          </p:nvPr>
        </p:nvGraphicFramePr>
        <p:xfrm>
          <a:off x="4020925" y="2442967"/>
          <a:ext cx="349654" cy="271953"/>
        </p:xfrm>
        <a:graphic>
          <a:graphicData uri="http://schemas.openxmlformats.org/presentationml/2006/ole">
            <mc:AlternateContent xmlns:mc="http://schemas.openxmlformats.org/markup-compatibility/2006">
              <mc:Choice xmlns:v="urn:schemas-microsoft-com:vml" Requires="v">
                <p:oleObj name="Equation" r:id="rId15" imgW="228600" imgH="177480" progId="Equation.DSMT4">
                  <p:embed/>
                </p:oleObj>
              </mc:Choice>
              <mc:Fallback>
                <p:oleObj name="Equation" r:id="rId15" imgW="228600" imgH="177480" progId="Equation.DSMT4">
                  <p:embed/>
                  <p:pic>
                    <p:nvPicPr>
                      <p:cNvPr id="0" name=""/>
                      <p:cNvPicPr/>
                      <p:nvPr/>
                    </p:nvPicPr>
                    <p:blipFill>
                      <a:blip r:embed="rId16"/>
                      <a:stretch>
                        <a:fillRect/>
                      </a:stretch>
                    </p:blipFill>
                    <p:spPr>
                      <a:xfrm>
                        <a:off x="4020925" y="2442967"/>
                        <a:ext cx="349654" cy="27195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EFD1D99F-F423-FDBD-51BE-295BD1AC70CB}"/>
              </a:ext>
            </a:extLst>
          </p:cNvPr>
          <p:cNvGraphicFramePr>
            <a:graphicFrameLocks noChangeAspect="1"/>
          </p:cNvGraphicFramePr>
          <p:nvPr>
            <p:extLst>
              <p:ext uri="{D42A27DB-BD31-4B8C-83A1-F6EECF244321}">
                <p14:modId xmlns:p14="http://schemas.microsoft.com/office/powerpoint/2010/main" val="290571184"/>
              </p:ext>
            </p:extLst>
          </p:nvPr>
        </p:nvGraphicFramePr>
        <p:xfrm>
          <a:off x="2774829" y="4901400"/>
          <a:ext cx="441679" cy="315485"/>
        </p:xfrm>
        <a:graphic>
          <a:graphicData uri="http://schemas.openxmlformats.org/presentationml/2006/ole">
            <mc:AlternateContent xmlns:mc="http://schemas.openxmlformats.org/markup-compatibility/2006">
              <mc:Choice xmlns:v="urn:schemas-microsoft-com:vml" Requires="v">
                <p:oleObj name="Equation" r:id="rId17" imgW="266400" imgH="190440" progId="Equation.DSMT4">
                  <p:embed/>
                </p:oleObj>
              </mc:Choice>
              <mc:Fallback>
                <p:oleObj name="Equation" r:id="rId17" imgW="266400" imgH="190440" progId="Equation.DSMT4">
                  <p:embed/>
                  <p:pic>
                    <p:nvPicPr>
                      <p:cNvPr id="0" name=""/>
                      <p:cNvPicPr/>
                      <p:nvPr/>
                    </p:nvPicPr>
                    <p:blipFill>
                      <a:blip r:embed="rId18"/>
                      <a:stretch>
                        <a:fillRect/>
                      </a:stretch>
                    </p:blipFill>
                    <p:spPr>
                      <a:xfrm>
                        <a:off x="2774829" y="4901400"/>
                        <a:ext cx="441679" cy="31548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3790D00D-D50E-4851-BAC1-2508634649D3}"/>
              </a:ext>
            </a:extLst>
          </p:cNvPr>
          <p:cNvGraphicFramePr>
            <a:graphicFrameLocks noChangeAspect="1"/>
          </p:cNvGraphicFramePr>
          <p:nvPr>
            <p:extLst>
              <p:ext uri="{D42A27DB-BD31-4B8C-83A1-F6EECF244321}">
                <p14:modId xmlns:p14="http://schemas.microsoft.com/office/powerpoint/2010/main" val="2987923060"/>
              </p:ext>
            </p:extLst>
          </p:nvPr>
        </p:nvGraphicFramePr>
        <p:xfrm>
          <a:off x="5455165" y="4901399"/>
          <a:ext cx="370600" cy="292579"/>
        </p:xfrm>
        <a:graphic>
          <a:graphicData uri="http://schemas.openxmlformats.org/presentationml/2006/ole">
            <mc:AlternateContent xmlns:mc="http://schemas.openxmlformats.org/markup-compatibility/2006">
              <mc:Choice xmlns:v="urn:schemas-microsoft-com:vml" Requires="v">
                <p:oleObj name="Equation" r:id="rId19" imgW="241200" imgH="190440" progId="Equation.DSMT4">
                  <p:embed/>
                </p:oleObj>
              </mc:Choice>
              <mc:Fallback>
                <p:oleObj name="Equation" r:id="rId19" imgW="241200" imgH="190440" progId="Equation.DSMT4">
                  <p:embed/>
                  <p:pic>
                    <p:nvPicPr>
                      <p:cNvPr id="0" name=""/>
                      <p:cNvPicPr/>
                      <p:nvPr/>
                    </p:nvPicPr>
                    <p:blipFill>
                      <a:blip r:embed="rId20"/>
                      <a:stretch>
                        <a:fillRect/>
                      </a:stretch>
                    </p:blipFill>
                    <p:spPr>
                      <a:xfrm>
                        <a:off x="5455165" y="4901399"/>
                        <a:ext cx="370600" cy="292579"/>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3CD23B3E-4DC2-4CAF-986C-5E1CE51A899C}"/>
              </a:ext>
            </a:extLst>
          </p:cNvPr>
          <p:cNvGraphicFramePr>
            <a:graphicFrameLocks noChangeAspect="1"/>
          </p:cNvGraphicFramePr>
          <p:nvPr>
            <p:extLst>
              <p:ext uri="{D42A27DB-BD31-4B8C-83A1-F6EECF244321}">
                <p14:modId xmlns:p14="http://schemas.microsoft.com/office/powerpoint/2010/main" val="1838099764"/>
              </p:ext>
            </p:extLst>
          </p:nvPr>
        </p:nvGraphicFramePr>
        <p:xfrm>
          <a:off x="7555780" y="4952438"/>
          <a:ext cx="370600" cy="264714"/>
        </p:xfrm>
        <a:graphic>
          <a:graphicData uri="http://schemas.openxmlformats.org/presentationml/2006/ole">
            <mc:AlternateContent xmlns:mc="http://schemas.openxmlformats.org/markup-compatibility/2006">
              <mc:Choice xmlns:v="urn:schemas-microsoft-com:vml" Requires="v">
                <p:oleObj name="Equation" r:id="rId21" imgW="266400" imgH="190440" progId="Equation.DSMT4">
                  <p:embed/>
                </p:oleObj>
              </mc:Choice>
              <mc:Fallback>
                <p:oleObj name="Equation" r:id="rId21" imgW="266400" imgH="190440" progId="Equation.DSMT4">
                  <p:embed/>
                  <p:pic>
                    <p:nvPicPr>
                      <p:cNvPr id="0" name=""/>
                      <p:cNvPicPr/>
                      <p:nvPr/>
                    </p:nvPicPr>
                    <p:blipFill>
                      <a:blip r:embed="rId22"/>
                      <a:stretch>
                        <a:fillRect/>
                      </a:stretch>
                    </p:blipFill>
                    <p:spPr>
                      <a:xfrm>
                        <a:off x="7555780" y="4952438"/>
                        <a:ext cx="370600" cy="264714"/>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B65FEEAB-0BBD-971C-C4A0-B701BF21B4DB}"/>
              </a:ext>
            </a:extLst>
          </p:cNvPr>
          <p:cNvGraphicFramePr>
            <a:graphicFrameLocks noChangeAspect="1"/>
          </p:cNvGraphicFramePr>
          <p:nvPr>
            <p:extLst>
              <p:ext uri="{D42A27DB-BD31-4B8C-83A1-F6EECF244321}">
                <p14:modId xmlns:p14="http://schemas.microsoft.com/office/powerpoint/2010/main" val="2560242446"/>
              </p:ext>
            </p:extLst>
          </p:nvPr>
        </p:nvGraphicFramePr>
        <p:xfrm>
          <a:off x="9510924" y="4926203"/>
          <a:ext cx="813906" cy="290681"/>
        </p:xfrm>
        <a:graphic>
          <a:graphicData uri="http://schemas.openxmlformats.org/presentationml/2006/ole">
            <mc:AlternateContent xmlns:mc="http://schemas.openxmlformats.org/markup-compatibility/2006">
              <mc:Choice xmlns:v="urn:schemas-microsoft-com:vml" Requires="v">
                <p:oleObj name="Equation" r:id="rId23" imgW="533160" imgH="190440" progId="Equation.DSMT4">
                  <p:embed/>
                </p:oleObj>
              </mc:Choice>
              <mc:Fallback>
                <p:oleObj name="Equation" r:id="rId23" imgW="533160" imgH="190440" progId="Equation.DSMT4">
                  <p:embed/>
                  <p:pic>
                    <p:nvPicPr>
                      <p:cNvPr id="0" name=""/>
                      <p:cNvPicPr/>
                      <p:nvPr/>
                    </p:nvPicPr>
                    <p:blipFill>
                      <a:blip r:embed="rId24"/>
                      <a:stretch>
                        <a:fillRect/>
                      </a:stretch>
                    </p:blipFill>
                    <p:spPr>
                      <a:xfrm>
                        <a:off x="9510924" y="4926203"/>
                        <a:ext cx="813906" cy="290681"/>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B253D4A8-F1D4-A964-02D2-1B2C3432266B}"/>
              </a:ext>
            </a:extLst>
          </p:cNvPr>
          <p:cNvGraphicFramePr>
            <a:graphicFrameLocks noChangeAspect="1"/>
          </p:cNvGraphicFramePr>
          <p:nvPr>
            <p:extLst>
              <p:ext uri="{D42A27DB-BD31-4B8C-83A1-F6EECF244321}">
                <p14:modId xmlns:p14="http://schemas.microsoft.com/office/powerpoint/2010/main" val="3068770186"/>
              </p:ext>
            </p:extLst>
          </p:nvPr>
        </p:nvGraphicFramePr>
        <p:xfrm>
          <a:off x="10759298" y="4938638"/>
          <a:ext cx="731975" cy="255340"/>
        </p:xfrm>
        <a:graphic>
          <a:graphicData uri="http://schemas.openxmlformats.org/presentationml/2006/ole">
            <mc:AlternateContent xmlns:mc="http://schemas.openxmlformats.org/markup-compatibility/2006">
              <mc:Choice xmlns:v="urn:schemas-microsoft-com:vml" Requires="v">
                <p:oleObj name="Equation" r:id="rId25" imgW="545760" imgH="190440" progId="Equation.DSMT4">
                  <p:embed/>
                </p:oleObj>
              </mc:Choice>
              <mc:Fallback>
                <p:oleObj name="Equation" r:id="rId25" imgW="545760" imgH="190440" progId="Equation.DSMT4">
                  <p:embed/>
                  <p:pic>
                    <p:nvPicPr>
                      <p:cNvPr id="0" name=""/>
                      <p:cNvPicPr/>
                      <p:nvPr/>
                    </p:nvPicPr>
                    <p:blipFill>
                      <a:blip r:embed="rId26"/>
                      <a:stretch>
                        <a:fillRect/>
                      </a:stretch>
                    </p:blipFill>
                    <p:spPr>
                      <a:xfrm>
                        <a:off x="10759298" y="4938638"/>
                        <a:ext cx="731975" cy="255340"/>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AC21A5E2-740A-9207-8068-B451647227A7}"/>
              </a:ext>
            </a:extLst>
          </p:cNvPr>
          <p:cNvGraphicFramePr>
            <a:graphicFrameLocks noChangeAspect="1"/>
          </p:cNvGraphicFramePr>
          <p:nvPr>
            <p:extLst>
              <p:ext uri="{D42A27DB-BD31-4B8C-83A1-F6EECF244321}">
                <p14:modId xmlns:p14="http://schemas.microsoft.com/office/powerpoint/2010/main" val="573712024"/>
              </p:ext>
            </p:extLst>
          </p:nvPr>
        </p:nvGraphicFramePr>
        <p:xfrm>
          <a:off x="1172867" y="5358925"/>
          <a:ext cx="1187426" cy="278303"/>
        </p:xfrm>
        <a:graphic>
          <a:graphicData uri="http://schemas.openxmlformats.org/presentationml/2006/ole">
            <mc:AlternateContent xmlns:mc="http://schemas.openxmlformats.org/markup-compatibility/2006">
              <mc:Choice xmlns:v="urn:schemas-microsoft-com:vml" Requires="v">
                <p:oleObj name="Equation" r:id="rId27" imgW="812520" imgH="190440" progId="Equation.DSMT4">
                  <p:embed/>
                </p:oleObj>
              </mc:Choice>
              <mc:Fallback>
                <p:oleObj name="Equation" r:id="rId27" imgW="812520" imgH="190440" progId="Equation.DSMT4">
                  <p:embed/>
                  <p:pic>
                    <p:nvPicPr>
                      <p:cNvPr id="0" name=""/>
                      <p:cNvPicPr/>
                      <p:nvPr/>
                    </p:nvPicPr>
                    <p:blipFill>
                      <a:blip r:embed="rId28"/>
                      <a:stretch>
                        <a:fillRect/>
                      </a:stretch>
                    </p:blipFill>
                    <p:spPr>
                      <a:xfrm>
                        <a:off x="1172867" y="5358925"/>
                        <a:ext cx="1187426" cy="278303"/>
                      </a:xfrm>
                      <a:prstGeom prst="rect">
                        <a:avLst/>
                      </a:prstGeom>
                    </p:spPr>
                  </p:pic>
                </p:oleObj>
              </mc:Fallback>
            </mc:AlternateContent>
          </a:graphicData>
        </a:graphic>
      </p:graphicFrame>
      <p:sp>
        <p:nvSpPr>
          <p:cNvPr id="22" name="Rectangle 2">
            <a:extLst>
              <a:ext uri="{FF2B5EF4-FFF2-40B4-BE49-F238E27FC236}">
                <a16:creationId xmlns:a16="http://schemas.microsoft.com/office/drawing/2014/main" id="{9B868773-D499-E940-6CDA-727807CE7C96}"/>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2.1.6  </a:t>
            </a:r>
            <a:r>
              <a:rPr lang="zh-CN" altLang="en-US" sz="2800" b="1" dirty="0">
                <a:latin typeface="Times New Roman" pitchFamily="18" charset="0"/>
                <a:ea typeface="华文中宋" pitchFamily="2" charset="-122"/>
              </a:rPr>
              <a:t>齐次变换矩阵</a:t>
            </a:r>
          </a:p>
        </p:txBody>
      </p:sp>
    </p:spTree>
    <p:extLst>
      <p:ext uri="{BB962C8B-B14F-4D97-AF65-F5344CB8AC3E}">
        <p14:creationId xmlns:p14="http://schemas.microsoft.com/office/powerpoint/2010/main" val="1860070968"/>
      </p:ext>
    </p:extLst>
  </p:cSld>
  <p:clrMapOvr>
    <a:masterClrMapping/>
  </p:clrMapOvr>
  <p:transition advTm="1885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18A20F2-8A24-5957-8E43-2B02369CA6B2}"/>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2.1.6  </a:t>
            </a:r>
            <a:r>
              <a:rPr lang="zh-CN" altLang="en-US" sz="2800" b="1" dirty="0">
                <a:latin typeface="Times New Roman" pitchFamily="18" charset="0"/>
                <a:ea typeface="华文中宋" pitchFamily="2" charset="-122"/>
              </a:rPr>
              <a:t>齐次变换矩阵</a:t>
            </a:r>
          </a:p>
        </p:txBody>
      </p:sp>
      <p:sp>
        <p:nvSpPr>
          <p:cNvPr id="5" name="文本框 4">
            <a:extLst>
              <a:ext uri="{FF2B5EF4-FFF2-40B4-BE49-F238E27FC236}">
                <a16:creationId xmlns:a16="http://schemas.microsoft.com/office/drawing/2014/main" id="{BA9A253C-4439-17BB-0201-3D3E14A37B4B}"/>
              </a:ext>
            </a:extLst>
          </p:cNvPr>
          <p:cNvSpPr txBox="1"/>
          <p:nvPr/>
        </p:nvSpPr>
        <p:spPr>
          <a:xfrm>
            <a:off x="440703" y="861708"/>
            <a:ext cx="11295667" cy="2543132"/>
          </a:xfrm>
          <a:prstGeom prst="rect">
            <a:avLst/>
          </a:prstGeom>
          <a:noFill/>
        </p:spPr>
        <p:txBody>
          <a:bodyPr wrap="square">
            <a:spAutoFit/>
          </a:bodyPr>
          <a:lstStyle/>
          <a:p>
            <a:pPr algn="just">
              <a:lnSpc>
                <a:spcPct val="150000"/>
              </a:lnSpc>
            </a:pPr>
            <a:r>
              <a:rPr lang="zh-CN" altLang="zh-CN" sz="1800" b="1" kern="1000" dirty="0">
                <a:effectLst/>
                <a:latin typeface="Times New Roman" panose="02020603050405020304" pitchFamily="18" charset="0"/>
                <a:ea typeface="宋体" panose="02010600030101010101" pitchFamily="2" charset="-122"/>
                <a:cs typeface="Times New Roman" panose="02020603050405020304" pitchFamily="18" charset="0"/>
              </a:rPr>
              <a:t>解法</a:t>
            </a:r>
            <a:r>
              <a:rPr lang="en-US" altLang="zh-CN" sz="1800" b="1" kern="1000" dirty="0">
                <a:effectLst/>
                <a:latin typeface="Times New Roman" panose="02020603050405020304" pitchFamily="18" charset="0"/>
                <a:ea typeface="宋体" panose="02010600030101010101" pitchFamily="2" charset="-122"/>
              </a:rPr>
              <a:t>1</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：用画图的方法，实现动坐标系</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相对于固定参考坐标系</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次旋转和</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次平移过程：第一步，初始坐标系重合；第二步，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绕坐标系</a:t>
            </a:r>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rPr>
              <a:t>的</a:t>
            </a:r>
            <a:r>
              <a:rPr lang="en-US" altLang="zh-CN" sz="1800" kern="1000" dirty="0">
                <a:effectLst/>
                <a:latin typeface="Times New Roman" panose="02020603050405020304" pitchFamily="18" charset="0"/>
                <a:ea typeface="宋体" panose="02010600030101010101" pitchFamily="2" charset="-122"/>
              </a:rPr>
              <a:t>     </a:t>
            </a:r>
            <a:r>
              <a:rPr lang="zh-CN" altLang="zh-CN" sz="1800" kern="1000" dirty="0">
                <a:effectLst/>
                <a:latin typeface="Times New Roman" panose="02020603050405020304" pitchFamily="18" charset="0"/>
                <a:ea typeface="宋体" panose="02010600030101010101" pitchFamily="2" charset="-122"/>
              </a:rPr>
              <a:t>轴旋转</a:t>
            </a:r>
            <a:r>
              <a:rPr lang="en-US" altLang="zh-CN" sz="1800" kern="1000" dirty="0">
                <a:effectLst/>
                <a:latin typeface="Times New Roman" panose="02020603050405020304" pitchFamily="18" charset="0"/>
                <a:ea typeface="宋体" panose="02010600030101010101" pitchFamily="2" charset="-122"/>
              </a:rPr>
              <a:t>90°</a:t>
            </a:r>
            <a:r>
              <a:rPr lang="zh-CN" altLang="zh-CN" sz="1800" kern="1000" dirty="0">
                <a:effectLst/>
                <a:latin typeface="Times New Roman" panose="02020603050405020304" pitchFamily="18" charset="0"/>
                <a:ea typeface="宋体" panose="02010600030101010101" pitchFamily="2" charset="-122"/>
              </a:rPr>
              <a:t>；第三步，</a:t>
            </a:r>
            <a:r>
              <a:rPr lang="en-US" altLang="zh-CN" sz="1800" kern="1000" dirty="0">
                <a:effectLst/>
                <a:latin typeface="Times New Roman" panose="02020603050405020304" pitchFamily="18" charset="0"/>
                <a:ea typeface="宋体" panose="02010600030101010101" pitchFamily="2" charset="-122"/>
              </a:rPr>
              <a:t>       </a:t>
            </a:r>
            <a:r>
              <a:rPr lang="zh-CN" altLang="en-US" sz="1800" kern="1000" dirty="0">
                <a:effectLst/>
                <a:latin typeface="Times New Roman" panose="02020603050405020304" pitchFamily="18" charset="0"/>
                <a:ea typeface="宋体" panose="02010600030101010101" pitchFamily="2" charset="-122"/>
              </a:rPr>
              <a:t>绕坐标系     的      轴旋转</a:t>
            </a:r>
            <a:r>
              <a:rPr lang="en-US" altLang="zh-CN" sz="1800" kern="1000" dirty="0">
                <a:effectLst/>
                <a:latin typeface="Times New Roman" panose="02020603050405020304" pitchFamily="18" charset="0"/>
                <a:ea typeface="宋体" panose="02010600030101010101" pitchFamily="2" charset="-122"/>
              </a:rPr>
              <a:t>90°</a:t>
            </a:r>
            <a:r>
              <a:rPr lang="zh-CN" altLang="en-US" sz="1800" kern="1000" dirty="0">
                <a:effectLst/>
                <a:latin typeface="Times New Roman" panose="02020603050405020304" pitchFamily="18" charset="0"/>
                <a:ea typeface="宋体" panose="02010600030101010101" pitchFamily="2" charset="-122"/>
              </a:rPr>
              <a:t>；第四步，</a:t>
            </a:r>
          </a:p>
          <a:p>
            <a:pPr algn="just">
              <a:lnSpc>
                <a:spcPct val="150000"/>
              </a:lnSpc>
            </a:pPr>
            <a:r>
              <a:rPr lang="zh-CN" altLang="en-US" sz="1800" kern="1000" dirty="0">
                <a:effectLst/>
                <a:latin typeface="Times New Roman" panose="02020603050405020304" pitchFamily="18" charset="0"/>
                <a:ea typeface="宋体" panose="02010600030101010101" pitchFamily="2" charset="-122"/>
              </a:rPr>
              <a:t>       的原点在坐标系       中平移                 。如图</a:t>
            </a:r>
            <a:r>
              <a:rPr lang="en-US" altLang="zh-CN" sz="1800" kern="1000" dirty="0">
                <a:effectLst/>
                <a:latin typeface="Times New Roman" panose="02020603050405020304" pitchFamily="18" charset="0"/>
                <a:ea typeface="宋体" panose="02010600030101010101" pitchFamily="2" charset="-122"/>
              </a:rPr>
              <a:t>2.4</a:t>
            </a:r>
            <a:r>
              <a:rPr lang="zh-CN" altLang="en-US" sz="1800" kern="1000" dirty="0">
                <a:effectLst/>
                <a:latin typeface="Times New Roman" panose="02020603050405020304" pitchFamily="18" charset="0"/>
                <a:ea typeface="宋体" panose="02010600030101010101" pitchFamily="2" charset="-122"/>
              </a:rPr>
              <a:t>所示。</a:t>
            </a:r>
          </a:p>
          <a:p>
            <a:pPr algn="just">
              <a:lnSpc>
                <a:spcPct val="150000"/>
              </a:lnSpc>
            </a:pPr>
            <a:endParaRPr lang="zh-CN" altLang="zh-CN" sz="1800" kern="1000" dirty="0">
              <a:effectLst/>
              <a:latin typeface="Times New Roman" panose="02020603050405020304" pitchFamily="18" charset="0"/>
              <a:ea typeface="宋体" panose="02010600030101010101" pitchFamily="2" charset="-122"/>
            </a:endParaRPr>
          </a:p>
          <a:p>
            <a:pPr algn="just">
              <a:lnSpc>
                <a:spcPct val="150000"/>
              </a:lnSpc>
            </a:pPr>
            <a:endPar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endParaRPr lang="zh-CN" altLang="en-US" dirty="0"/>
          </a:p>
        </p:txBody>
      </p:sp>
      <p:pic>
        <p:nvPicPr>
          <p:cNvPr id="1026" name="Picture 2">
            <a:extLst>
              <a:ext uri="{FF2B5EF4-FFF2-40B4-BE49-F238E27FC236}">
                <a16:creationId xmlns:a16="http://schemas.microsoft.com/office/drawing/2014/main" id="{4EFF11C9-30BD-6D27-B3A1-A8137BB1DB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1990" y="1699390"/>
            <a:ext cx="3962335" cy="4296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a:extLst>
              <a:ext uri="{FF2B5EF4-FFF2-40B4-BE49-F238E27FC236}">
                <a16:creationId xmlns:a16="http://schemas.microsoft.com/office/drawing/2014/main" id="{BC1EB8D0-0A59-9FB6-3C5B-FD6EC168871B}"/>
              </a:ext>
            </a:extLst>
          </p:cNvPr>
          <p:cNvSpPr txBox="1"/>
          <p:nvPr/>
        </p:nvSpPr>
        <p:spPr>
          <a:xfrm>
            <a:off x="5411803" y="6216133"/>
            <a:ext cx="6122708" cy="307777"/>
          </a:xfrm>
          <a:prstGeom prst="rect">
            <a:avLst/>
          </a:prstGeom>
          <a:noFill/>
        </p:spPr>
        <p:txBody>
          <a:bodyPr wrap="square">
            <a:spAutoFit/>
          </a:bodyPr>
          <a:lstStyle/>
          <a:p>
            <a:pPr algn="ctr">
              <a:spcBef>
                <a:spcPts val="700"/>
              </a:spcBef>
              <a:spcAft>
                <a:spcPts val="800"/>
              </a:spcAft>
            </a:pPr>
            <a:r>
              <a:rPr lang="zh-CN" altLang="zh-CN" sz="1400" kern="1000" dirty="0">
                <a:effectLst/>
                <a:latin typeface="Times New Roman" panose="02020603050405020304" pitchFamily="18" charset="0"/>
                <a:ea typeface="宋体" panose="02010600030101010101" pitchFamily="2" charset="-122"/>
              </a:rPr>
              <a:t>图</a:t>
            </a:r>
            <a:r>
              <a:rPr lang="en-US" altLang="zh-CN" sz="1400" kern="1000" dirty="0">
                <a:effectLst/>
                <a:latin typeface="Times New Roman" panose="02020603050405020304" pitchFamily="18" charset="0"/>
                <a:ea typeface="宋体" panose="02010600030101010101" pitchFamily="2" charset="-122"/>
              </a:rPr>
              <a:t>2.4  </a:t>
            </a:r>
            <a:r>
              <a:rPr lang="zh-CN" altLang="zh-CN" sz="1400" kern="1000" dirty="0">
                <a:effectLst/>
                <a:latin typeface="Times New Roman" panose="02020603050405020304" pitchFamily="18" charset="0"/>
                <a:ea typeface="宋体" panose="02010600030101010101" pitchFamily="2" charset="-122"/>
              </a:rPr>
              <a:t>基于绝对变换的合成矩阵坐标系变换示意图</a:t>
            </a:r>
          </a:p>
        </p:txBody>
      </p:sp>
      <p:graphicFrame>
        <p:nvGraphicFramePr>
          <p:cNvPr id="14" name="对象 13">
            <a:extLst>
              <a:ext uri="{FF2B5EF4-FFF2-40B4-BE49-F238E27FC236}">
                <a16:creationId xmlns:a16="http://schemas.microsoft.com/office/drawing/2014/main" id="{26B6C470-577E-A804-7342-1099767DD344}"/>
              </a:ext>
            </a:extLst>
          </p:cNvPr>
          <p:cNvGraphicFramePr>
            <a:graphicFrameLocks noChangeAspect="1"/>
          </p:cNvGraphicFramePr>
          <p:nvPr>
            <p:extLst>
              <p:ext uri="{D42A27DB-BD31-4B8C-83A1-F6EECF244321}">
                <p14:modId xmlns:p14="http://schemas.microsoft.com/office/powerpoint/2010/main" val="371558823"/>
              </p:ext>
            </p:extLst>
          </p:nvPr>
        </p:nvGraphicFramePr>
        <p:xfrm>
          <a:off x="4237544" y="1003741"/>
          <a:ext cx="416022" cy="297158"/>
        </p:xfrm>
        <a:graphic>
          <a:graphicData uri="http://schemas.openxmlformats.org/presentationml/2006/ole">
            <mc:AlternateContent xmlns:mc="http://schemas.openxmlformats.org/markup-compatibility/2006">
              <mc:Choice xmlns:v="urn:schemas-microsoft-com:vml" Requires="v">
                <p:oleObj name="Equation" r:id="rId4" imgW="266400" imgH="190440" progId="Equation.DSMT4">
                  <p:embed/>
                </p:oleObj>
              </mc:Choice>
              <mc:Fallback>
                <p:oleObj name="Equation" r:id="rId4" imgW="266400" imgH="190440" progId="Equation.DSMT4">
                  <p:embed/>
                  <p:pic>
                    <p:nvPicPr>
                      <p:cNvPr id="0" name=""/>
                      <p:cNvPicPr/>
                      <p:nvPr/>
                    </p:nvPicPr>
                    <p:blipFill>
                      <a:blip r:embed="rId5"/>
                      <a:stretch>
                        <a:fillRect/>
                      </a:stretch>
                    </p:blipFill>
                    <p:spPr>
                      <a:xfrm>
                        <a:off x="4237544" y="1003741"/>
                        <a:ext cx="416022" cy="297158"/>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441F22E9-B988-C2AE-7024-81EBB9BEB473}"/>
              </a:ext>
            </a:extLst>
          </p:cNvPr>
          <p:cNvGraphicFramePr>
            <a:graphicFrameLocks noChangeAspect="1"/>
          </p:cNvGraphicFramePr>
          <p:nvPr>
            <p:extLst>
              <p:ext uri="{D42A27DB-BD31-4B8C-83A1-F6EECF244321}">
                <p14:modId xmlns:p14="http://schemas.microsoft.com/office/powerpoint/2010/main" val="1279218066"/>
              </p:ext>
            </p:extLst>
          </p:nvPr>
        </p:nvGraphicFramePr>
        <p:xfrm>
          <a:off x="6878409" y="1003741"/>
          <a:ext cx="376400" cy="297158"/>
        </p:xfrm>
        <a:graphic>
          <a:graphicData uri="http://schemas.openxmlformats.org/presentationml/2006/ole">
            <mc:AlternateContent xmlns:mc="http://schemas.openxmlformats.org/markup-compatibility/2006">
              <mc:Choice xmlns:v="urn:schemas-microsoft-com:vml" Requires="v">
                <p:oleObj name="Equation" r:id="rId6" imgW="241200" imgH="190440" progId="Equation.DSMT4">
                  <p:embed/>
                </p:oleObj>
              </mc:Choice>
              <mc:Fallback>
                <p:oleObj name="Equation" r:id="rId6" imgW="241200" imgH="190440" progId="Equation.DSMT4">
                  <p:embed/>
                  <p:pic>
                    <p:nvPicPr>
                      <p:cNvPr id="0" name=""/>
                      <p:cNvPicPr/>
                      <p:nvPr/>
                    </p:nvPicPr>
                    <p:blipFill>
                      <a:blip r:embed="rId7"/>
                      <a:stretch>
                        <a:fillRect/>
                      </a:stretch>
                    </p:blipFill>
                    <p:spPr>
                      <a:xfrm>
                        <a:off x="6878409" y="1003741"/>
                        <a:ext cx="376400" cy="297158"/>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23390397-42E6-C0EA-4110-E14D582B1B15}"/>
              </a:ext>
            </a:extLst>
          </p:cNvPr>
          <p:cNvGraphicFramePr>
            <a:graphicFrameLocks noChangeAspect="1"/>
          </p:cNvGraphicFramePr>
          <p:nvPr>
            <p:extLst>
              <p:ext uri="{D42A27DB-BD31-4B8C-83A1-F6EECF244321}">
                <p14:modId xmlns:p14="http://schemas.microsoft.com/office/powerpoint/2010/main" val="1494873848"/>
              </p:ext>
            </p:extLst>
          </p:nvPr>
        </p:nvGraphicFramePr>
        <p:xfrm>
          <a:off x="2616134" y="1409095"/>
          <a:ext cx="406413" cy="290295"/>
        </p:xfrm>
        <a:graphic>
          <a:graphicData uri="http://schemas.openxmlformats.org/presentationml/2006/ole">
            <mc:AlternateContent xmlns:mc="http://schemas.openxmlformats.org/markup-compatibility/2006">
              <mc:Choice xmlns:v="urn:schemas-microsoft-com:vml" Requires="v">
                <p:oleObj name="Equation" r:id="rId8" imgW="266400" imgH="190440" progId="Equation.DSMT4">
                  <p:embed/>
                </p:oleObj>
              </mc:Choice>
              <mc:Fallback>
                <p:oleObj name="Equation" r:id="rId8" imgW="266400" imgH="190440" progId="Equation.DSMT4">
                  <p:embed/>
                  <p:pic>
                    <p:nvPicPr>
                      <p:cNvPr id="0" name=""/>
                      <p:cNvPicPr/>
                      <p:nvPr/>
                    </p:nvPicPr>
                    <p:blipFill>
                      <a:blip r:embed="rId9"/>
                      <a:stretch>
                        <a:fillRect/>
                      </a:stretch>
                    </p:blipFill>
                    <p:spPr>
                      <a:xfrm>
                        <a:off x="2616134" y="1409095"/>
                        <a:ext cx="406413" cy="29029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5A8730DE-E280-059F-3336-F277CD9370A0}"/>
              </a:ext>
            </a:extLst>
          </p:cNvPr>
          <p:cNvGraphicFramePr>
            <a:graphicFrameLocks noChangeAspect="1"/>
          </p:cNvGraphicFramePr>
          <p:nvPr>
            <p:extLst>
              <p:ext uri="{D42A27DB-BD31-4B8C-83A1-F6EECF244321}">
                <p14:modId xmlns:p14="http://schemas.microsoft.com/office/powerpoint/2010/main" val="52945017"/>
              </p:ext>
            </p:extLst>
          </p:nvPr>
        </p:nvGraphicFramePr>
        <p:xfrm>
          <a:off x="3910880" y="1409094"/>
          <a:ext cx="326664" cy="257893"/>
        </p:xfrm>
        <a:graphic>
          <a:graphicData uri="http://schemas.openxmlformats.org/presentationml/2006/ole">
            <mc:AlternateContent xmlns:mc="http://schemas.openxmlformats.org/markup-compatibility/2006">
              <mc:Choice xmlns:v="urn:schemas-microsoft-com:vml" Requires="v">
                <p:oleObj name="Equation" r:id="rId10" imgW="241200" imgH="190440" progId="Equation.DSMT4">
                  <p:embed/>
                </p:oleObj>
              </mc:Choice>
              <mc:Fallback>
                <p:oleObj name="Equation" r:id="rId10" imgW="241200" imgH="190440" progId="Equation.DSMT4">
                  <p:embed/>
                  <p:pic>
                    <p:nvPicPr>
                      <p:cNvPr id="0" name=""/>
                      <p:cNvPicPr/>
                      <p:nvPr/>
                    </p:nvPicPr>
                    <p:blipFill>
                      <a:blip r:embed="rId11"/>
                      <a:stretch>
                        <a:fillRect/>
                      </a:stretch>
                    </p:blipFill>
                    <p:spPr>
                      <a:xfrm>
                        <a:off x="3910880" y="1409094"/>
                        <a:ext cx="326664" cy="25789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25EDB1C6-E015-DC6A-6B27-5803611A0113}"/>
              </a:ext>
            </a:extLst>
          </p:cNvPr>
          <p:cNvGraphicFramePr>
            <a:graphicFrameLocks noChangeAspect="1"/>
          </p:cNvGraphicFramePr>
          <p:nvPr>
            <p:extLst>
              <p:ext uri="{D42A27DB-BD31-4B8C-83A1-F6EECF244321}">
                <p14:modId xmlns:p14="http://schemas.microsoft.com/office/powerpoint/2010/main" val="724664262"/>
              </p:ext>
            </p:extLst>
          </p:nvPr>
        </p:nvGraphicFramePr>
        <p:xfrm>
          <a:off x="4514324" y="1413848"/>
          <a:ext cx="257893" cy="257893"/>
        </p:xfrm>
        <a:graphic>
          <a:graphicData uri="http://schemas.openxmlformats.org/presentationml/2006/ole">
            <mc:AlternateContent xmlns:mc="http://schemas.openxmlformats.org/markup-compatibility/2006">
              <mc:Choice xmlns:v="urn:schemas-microsoft-com:vml" Requires="v">
                <p:oleObj name="Equation" r:id="rId12" imgW="114120" imgH="114120" progId="Equation.DSMT4">
                  <p:embed/>
                </p:oleObj>
              </mc:Choice>
              <mc:Fallback>
                <p:oleObj name="Equation" r:id="rId12" imgW="114120" imgH="114120" progId="Equation.DSMT4">
                  <p:embed/>
                  <p:pic>
                    <p:nvPicPr>
                      <p:cNvPr id="0" name=""/>
                      <p:cNvPicPr/>
                      <p:nvPr/>
                    </p:nvPicPr>
                    <p:blipFill>
                      <a:blip r:embed="rId13"/>
                      <a:stretch>
                        <a:fillRect/>
                      </a:stretch>
                    </p:blipFill>
                    <p:spPr>
                      <a:xfrm>
                        <a:off x="4514324" y="1413848"/>
                        <a:ext cx="257893" cy="25789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91E9746D-E5EE-3B78-7E30-9C0CD00A6D1C}"/>
              </a:ext>
            </a:extLst>
          </p:cNvPr>
          <p:cNvGraphicFramePr>
            <a:graphicFrameLocks noChangeAspect="1"/>
          </p:cNvGraphicFramePr>
          <p:nvPr>
            <p:extLst>
              <p:ext uri="{D42A27DB-BD31-4B8C-83A1-F6EECF244321}">
                <p14:modId xmlns:p14="http://schemas.microsoft.com/office/powerpoint/2010/main" val="3983562953"/>
              </p:ext>
            </p:extLst>
          </p:nvPr>
        </p:nvGraphicFramePr>
        <p:xfrm>
          <a:off x="7037843" y="1414705"/>
          <a:ext cx="376399" cy="268856"/>
        </p:xfrm>
        <a:graphic>
          <a:graphicData uri="http://schemas.openxmlformats.org/presentationml/2006/ole">
            <mc:AlternateContent xmlns:mc="http://schemas.openxmlformats.org/markup-compatibility/2006">
              <mc:Choice xmlns:v="urn:schemas-microsoft-com:vml" Requires="v">
                <p:oleObj name="Equation" r:id="rId14" imgW="266400" imgH="190440" progId="Equation.DSMT4">
                  <p:embed/>
                </p:oleObj>
              </mc:Choice>
              <mc:Fallback>
                <p:oleObj name="Equation" r:id="rId14" imgW="266400" imgH="190440" progId="Equation.DSMT4">
                  <p:embed/>
                  <p:pic>
                    <p:nvPicPr>
                      <p:cNvPr id="0" name=""/>
                      <p:cNvPicPr/>
                      <p:nvPr/>
                    </p:nvPicPr>
                    <p:blipFill>
                      <a:blip r:embed="rId15"/>
                      <a:stretch>
                        <a:fillRect/>
                      </a:stretch>
                    </p:blipFill>
                    <p:spPr>
                      <a:xfrm>
                        <a:off x="7037843" y="1414705"/>
                        <a:ext cx="376399" cy="268856"/>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583B4BAE-1862-0FA6-4134-A32F54032A4C}"/>
              </a:ext>
            </a:extLst>
          </p:cNvPr>
          <p:cNvGraphicFramePr>
            <a:graphicFrameLocks noChangeAspect="1"/>
          </p:cNvGraphicFramePr>
          <p:nvPr>
            <p:extLst>
              <p:ext uri="{D42A27DB-BD31-4B8C-83A1-F6EECF244321}">
                <p14:modId xmlns:p14="http://schemas.microsoft.com/office/powerpoint/2010/main" val="2814248861"/>
              </p:ext>
            </p:extLst>
          </p:nvPr>
        </p:nvGraphicFramePr>
        <p:xfrm>
          <a:off x="8352507" y="1415611"/>
          <a:ext cx="318408" cy="251375"/>
        </p:xfrm>
        <a:graphic>
          <a:graphicData uri="http://schemas.openxmlformats.org/presentationml/2006/ole">
            <mc:AlternateContent xmlns:mc="http://schemas.openxmlformats.org/markup-compatibility/2006">
              <mc:Choice xmlns:v="urn:schemas-microsoft-com:vml" Requires="v">
                <p:oleObj name="Equation" r:id="rId16" imgW="241200" imgH="190440" progId="Equation.DSMT4">
                  <p:embed/>
                </p:oleObj>
              </mc:Choice>
              <mc:Fallback>
                <p:oleObj name="Equation" r:id="rId16" imgW="241200" imgH="190440" progId="Equation.DSMT4">
                  <p:embed/>
                  <p:pic>
                    <p:nvPicPr>
                      <p:cNvPr id="0" name=""/>
                      <p:cNvPicPr/>
                      <p:nvPr/>
                    </p:nvPicPr>
                    <p:blipFill>
                      <a:blip r:embed="rId17"/>
                      <a:stretch>
                        <a:fillRect/>
                      </a:stretch>
                    </p:blipFill>
                    <p:spPr>
                      <a:xfrm>
                        <a:off x="8352507" y="1415611"/>
                        <a:ext cx="318408" cy="251375"/>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3C491CF2-9481-7738-11CF-45307A547885}"/>
              </a:ext>
            </a:extLst>
          </p:cNvPr>
          <p:cNvGraphicFramePr>
            <a:graphicFrameLocks noChangeAspect="1"/>
          </p:cNvGraphicFramePr>
          <p:nvPr>
            <p:extLst>
              <p:ext uri="{D42A27DB-BD31-4B8C-83A1-F6EECF244321}">
                <p14:modId xmlns:p14="http://schemas.microsoft.com/office/powerpoint/2010/main" val="3245339387"/>
              </p:ext>
            </p:extLst>
          </p:nvPr>
        </p:nvGraphicFramePr>
        <p:xfrm>
          <a:off x="8883468" y="1455213"/>
          <a:ext cx="376241" cy="228348"/>
        </p:xfrm>
        <a:graphic>
          <a:graphicData uri="http://schemas.openxmlformats.org/presentationml/2006/ole">
            <mc:AlternateContent xmlns:mc="http://schemas.openxmlformats.org/markup-compatibility/2006">
              <mc:Choice xmlns:v="urn:schemas-microsoft-com:vml" Requires="v">
                <p:oleObj name="Equation" r:id="rId18" imgW="126720" imgH="152280" progId="Equation.DSMT4">
                  <p:embed/>
                </p:oleObj>
              </mc:Choice>
              <mc:Fallback>
                <p:oleObj name="Equation" r:id="rId18" imgW="126720" imgH="152280" progId="Equation.DSMT4">
                  <p:embed/>
                  <p:pic>
                    <p:nvPicPr>
                      <p:cNvPr id="0" name=""/>
                      <p:cNvPicPr/>
                      <p:nvPr/>
                    </p:nvPicPr>
                    <p:blipFill>
                      <a:blip r:embed="rId19"/>
                      <a:stretch>
                        <a:fillRect/>
                      </a:stretch>
                    </p:blipFill>
                    <p:spPr>
                      <a:xfrm>
                        <a:off x="8883468" y="1455213"/>
                        <a:ext cx="376241" cy="228348"/>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CEBFDFD1-F7B4-139E-2DD5-A0498C484E76}"/>
              </a:ext>
            </a:extLst>
          </p:cNvPr>
          <p:cNvGraphicFramePr>
            <a:graphicFrameLocks noChangeAspect="1"/>
          </p:cNvGraphicFramePr>
          <p:nvPr>
            <p:extLst>
              <p:ext uri="{D42A27DB-BD31-4B8C-83A1-F6EECF244321}">
                <p14:modId xmlns:p14="http://schemas.microsoft.com/office/powerpoint/2010/main" val="1225782584"/>
              </p:ext>
            </p:extLst>
          </p:nvPr>
        </p:nvGraphicFramePr>
        <p:xfrm>
          <a:off x="579944" y="1814446"/>
          <a:ext cx="389627" cy="278305"/>
        </p:xfrm>
        <a:graphic>
          <a:graphicData uri="http://schemas.openxmlformats.org/presentationml/2006/ole">
            <mc:AlternateContent xmlns:mc="http://schemas.openxmlformats.org/markup-compatibility/2006">
              <mc:Choice xmlns:v="urn:schemas-microsoft-com:vml" Requires="v">
                <p:oleObj name="Equation" r:id="rId20" imgW="266400" imgH="190440" progId="Equation.DSMT4">
                  <p:embed/>
                </p:oleObj>
              </mc:Choice>
              <mc:Fallback>
                <p:oleObj name="Equation" r:id="rId20" imgW="266400" imgH="190440" progId="Equation.DSMT4">
                  <p:embed/>
                  <p:pic>
                    <p:nvPicPr>
                      <p:cNvPr id="0" name=""/>
                      <p:cNvPicPr/>
                      <p:nvPr/>
                    </p:nvPicPr>
                    <p:blipFill>
                      <a:blip r:embed="rId21"/>
                      <a:stretch>
                        <a:fillRect/>
                      </a:stretch>
                    </p:blipFill>
                    <p:spPr>
                      <a:xfrm>
                        <a:off x="579944" y="1814446"/>
                        <a:ext cx="389627" cy="278305"/>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34398A3F-762D-30CE-5149-F413B7A2B93D}"/>
              </a:ext>
            </a:extLst>
          </p:cNvPr>
          <p:cNvGraphicFramePr>
            <a:graphicFrameLocks noChangeAspect="1"/>
          </p:cNvGraphicFramePr>
          <p:nvPr>
            <p:extLst>
              <p:ext uri="{D42A27DB-BD31-4B8C-83A1-F6EECF244321}">
                <p14:modId xmlns:p14="http://schemas.microsoft.com/office/powerpoint/2010/main" val="713485349"/>
              </p:ext>
            </p:extLst>
          </p:nvPr>
        </p:nvGraphicFramePr>
        <p:xfrm>
          <a:off x="2495483" y="1814446"/>
          <a:ext cx="389627" cy="307600"/>
        </p:xfrm>
        <a:graphic>
          <a:graphicData uri="http://schemas.openxmlformats.org/presentationml/2006/ole">
            <mc:AlternateContent xmlns:mc="http://schemas.openxmlformats.org/markup-compatibility/2006">
              <mc:Choice xmlns:v="urn:schemas-microsoft-com:vml" Requires="v">
                <p:oleObj name="Equation" r:id="rId22" imgW="241200" imgH="190440" progId="Equation.DSMT4">
                  <p:embed/>
                </p:oleObj>
              </mc:Choice>
              <mc:Fallback>
                <p:oleObj name="Equation" r:id="rId22" imgW="241200" imgH="190440" progId="Equation.DSMT4">
                  <p:embed/>
                  <p:pic>
                    <p:nvPicPr>
                      <p:cNvPr id="0" name=""/>
                      <p:cNvPicPr/>
                      <p:nvPr/>
                    </p:nvPicPr>
                    <p:blipFill>
                      <a:blip r:embed="rId23"/>
                      <a:stretch>
                        <a:fillRect/>
                      </a:stretch>
                    </p:blipFill>
                    <p:spPr>
                      <a:xfrm>
                        <a:off x="2495483" y="1814446"/>
                        <a:ext cx="389627" cy="307600"/>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8AE68E88-0B48-1045-FDEF-D11E2AB1F608}"/>
              </a:ext>
            </a:extLst>
          </p:cNvPr>
          <p:cNvGraphicFramePr>
            <a:graphicFrameLocks noChangeAspect="1"/>
          </p:cNvGraphicFramePr>
          <p:nvPr>
            <p:extLst>
              <p:ext uri="{D42A27DB-BD31-4B8C-83A1-F6EECF244321}">
                <p14:modId xmlns:p14="http://schemas.microsoft.com/office/powerpoint/2010/main" val="3971898552"/>
              </p:ext>
            </p:extLst>
          </p:nvPr>
        </p:nvGraphicFramePr>
        <p:xfrm>
          <a:off x="3622340" y="1814446"/>
          <a:ext cx="1020930" cy="257892"/>
        </p:xfrm>
        <a:graphic>
          <a:graphicData uri="http://schemas.openxmlformats.org/presentationml/2006/ole">
            <mc:AlternateContent xmlns:mc="http://schemas.openxmlformats.org/markup-compatibility/2006">
              <mc:Choice xmlns:v="urn:schemas-microsoft-com:vml" Requires="v">
                <p:oleObj name="Equation" r:id="rId24" imgW="507960" imgH="190440" progId="Equation.DSMT4">
                  <p:embed/>
                </p:oleObj>
              </mc:Choice>
              <mc:Fallback>
                <p:oleObj name="Equation" r:id="rId24" imgW="507960" imgH="190440" progId="Equation.DSMT4">
                  <p:embed/>
                  <p:pic>
                    <p:nvPicPr>
                      <p:cNvPr id="0" name=""/>
                      <p:cNvPicPr/>
                      <p:nvPr/>
                    </p:nvPicPr>
                    <p:blipFill>
                      <a:blip r:embed="rId25"/>
                      <a:stretch>
                        <a:fillRect/>
                      </a:stretch>
                    </p:blipFill>
                    <p:spPr>
                      <a:xfrm>
                        <a:off x="3622340" y="1814446"/>
                        <a:ext cx="1020930" cy="257892"/>
                      </a:xfrm>
                      <a:prstGeom prst="rect">
                        <a:avLst/>
                      </a:prstGeom>
                    </p:spPr>
                  </p:pic>
                </p:oleObj>
              </mc:Fallback>
            </mc:AlternateContent>
          </a:graphicData>
        </a:graphic>
      </p:graphicFrame>
    </p:spTree>
    <p:extLst>
      <p:ext uri="{BB962C8B-B14F-4D97-AF65-F5344CB8AC3E}">
        <p14:creationId xmlns:p14="http://schemas.microsoft.com/office/powerpoint/2010/main" val="1967057775"/>
      </p:ext>
    </p:extLst>
  </p:cSld>
  <p:clrMapOvr>
    <a:masterClrMapping/>
  </p:clrMapOvr>
  <p:transition advTm="18857"/>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156DF05-6A7A-988B-89EB-5DF655EC1D33}"/>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2.1.6  </a:t>
            </a:r>
            <a:r>
              <a:rPr lang="zh-CN" altLang="en-US" sz="2800" b="1" dirty="0">
                <a:latin typeface="Times New Roman" pitchFamily="18" charset="0"/>
                <a:ea typeface="华文中宋" pitchFamily="2" charset="-122"/>
              </a:rPr>
              <a:t>齐次变换矩阵</a:t>
            </a:r>
          </a:p>
        </p:txBody>
      </p:sp>
      <p:sp>
        <p:nvSpPr>
          <p:cNvPr id="5" name="文本框 4">
            <a:extLst>
              <a:ext uri="{FF2B5EF4-FFF2-40B4-BE49-F238E27FC236}">
                <a16:creationId xmlns:a16="http://schemas.microsoft.com/office/drawing/2014/main" id="{643E1A3F-C9E7-E31C-C99A-9B89E7F1519A}"/>
              </a:ext>
            </a:extLst>
          </p:cNvPr>
          <p:cNvSpPr txBox="1"/>
          <p:nvPr/>
        </p:nvSpPr>
        <p:spPr>
          <a:xfrm>
            <a:off x="605778" y="942766"/>
            <a:ext cx="10962981" cy="870751"/>
          </a:xfrm>
          <a:prstGeom prst="rect">
            <a:avLst/>
          </a:prstGeom>
          <a:noFill/>
        </p:spPr>
        <p:txBody>
          <a:bodyPr wrap="square">
            <a:spAutoFit/>
          </a:bodyPr>
          <a:lstStyle/>
          <a:p>
            <a:pPr algn="just">
              <a:lnSpc>
                <a:spcPct val="150000"/>
              </a:lnSpc>
            </a:pPr>
            <a:r>
              <a:rPr lang="zh-CN" altLang="zh-CN" sz="1800" b="1" kern="1000" dirty="0">
                <a:effectLst/>
                <a:latin typeface="Times New Roman" panose="02020603050405020304" pitchFamily="18" charset="0"/>
                <a:ea typeface="宋体" panose="02010600030101010101" pitchFamily="2" charset="-122"/>
              </a:rPr>
              <a:t>解法</a:t>
            </a:r>
            <a:r>
              <a:rPr lang="en-US" altLang="zh-CN" sz="1800" b="1" kern="1000" dirty="0">
                <a:effectLst/>
                <a:latin typeface="Times New Roman" panose="02020603050405020304" pitchFamily="18" charset="0"/>
                <a:ea typeface="宋体" panose="02010600030101010101" pitchFamily="2" charset="-122"/>
              </a:rPr>
              <a:t>2</a:t>
            </a:r>
            <a:r>
              <a:rPr lang="zh-CN" altLang="zh-CN" sz="1800" kern="1000" dirty="0">
                <a:effectLst/>
                <a:latin typeface="Times New Roman" panose="02020603050405020304" pitchFamily="18" charset="0"/>
                <a:ea typeface="宋体" panose="02010600030101010101" pitchFamily="2" charset="-122"/>
              </a:rPr>
              <a:t>：用计算的方法。</a:t>
            </a:r>
          </a:p>
          <a:p>
            <a:pPr algn="just">
              <a:lnSpc>
                <a:spcPct val="150000"/>
              </a:lnSpc>
            </a:pPr>
            <a:r>
              <a:rPr lang="zh-CN" altLang="zh-CN" sz="1800" kern="1000" dirty="0">
                <a:effectLst/>
                <a:latin typeface="Times New Roman" panose="02020603050405020304" pitchFamily="18" charset="0"/>
                <a:ea typeface="宋体" panose="02010600030101010101" pitchFamily="2" charset="-122"/>
              </a:rPr>
              <a:t>根据绝对变换的定义，利用式</a:t>
            </a:r>
            <a:r>
              <a:rPr lang="en-US" altLang="zh-CN" sz="1800" kern="1000" dirty="0">
                <a:effectLst/>
                <a:latin typeface="宋体" panose="02010600030101010101" pitchFamily="2" charset="-122"/>
                <a:ea typeface="宋体" panose="02010600030101010101" pitchFamily="2" charset="-122"/>
              </a:rPr>
              <a:t>(</a:t>
            </a:r>
            <a:r>
              <a:rPr lang="en-US" altLang="zh-CN" sz="1800" kern="1000" dirty="0">
                <a:effectLst/>
                <a:latin typeface="Times New Roman" panose="02020603050405020304" pitchFamily="18" charset="0"/>
                <a:ea typeface="宋体" panose="02010600030101010101" pitchFamily="2" charset="-122"/>
              </a:rPr>
              <a:t>2.13</a:t>
            </a:r>
            <a:r>
              <a:rPr lang="en-US" altLang="zh-CN" sz="1800" kern="1000" dirty="0">
                <a:effectLst/>
                <a:latin typeface="宋体" panose="02010600030101010101" pitchFamily="2" charset="-122"/>
                <a:ea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～式</a:t>
            </a:r>
            <a:r>
              <a:rPr lang="en-US" altLang="zh-CN" sz="1800" kern="1000" dirty="0">
                <a:effectLst/>
                <a:latin typeface="宋体" panose="02010600030101010101" pitchFamily="2" charset="-122"/>
                <a:ea typeface="宋体" panose="02010600030101010101" pitchFamily="2" charset="-122"/>
              </a:rPr>
              <a:t>(</a:t>
            </a:r>
            <a:r>
              <a:rPr lang="en-US" altLang="zh-CN" sz="1800" kern="1000" dirty="0">
                <a:effectLst/>
                <a:latin typeface="Times New Roman" panose="02020603050405020304" pitchFamily="18" charset="0"/>
                <a:ea typeface="宋体" panose="02010600030101010101" pitchFamily="2" charset="-122"/>
              </a:rPr>
              <a:t>2.15</a:t>
            </a:r>
            <a:r>
              <a:rPr lang="en-US" altLang="zh-CN" sz="1800" kern="1000" dirty="0">
                <a:effectLst/>
                <a:latin typeface="宋体" panose="02010600030101010101" pitchFamily="2" charset="-122"/>
                <a:ea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，得</a:t>
            </a:r>
          </a:p>
        </p:txBody>
      </p:sp>
      <p:graphicFrame>
        <p:nvGraphicFramePr>
          <p:cNvPr id="6" name="对象 5">
            <a:extLst>
              <a:ext uri="{FF2B5EF4-FFF2-40B4-BE49-F238E27FC236}">
                <a16:creationId xmlns:a16="http://schemas.microsoft.com/office/drawing/2014/main" id="{5943BBB6-F3DC-BE13-5293-D7A50589E33D}"/>
              </a:ext>
            </a:extLst>
          </p:cNvPr>
          <p:cNvGraphicFramePr>
            <a:graphicFrameLocks noChangeAspect="1"/>
          </p:cNvGraphicFramePr>
          <p:nvPr>
            <p:extLst>
              <p:ext uri="{D42A27DB-BD31-4B8C-83A1-F6EECF244321}">
                <p14:modId xmlns:p14="http://schemas.microsoft.com/office/powerpoint/2010/main" val="2081786857"/>
              </p:ext>
            </p:extLst>
          </p:nvPr>
        </p:nvGraphicFramePr>
        <p:xfrm>
          <a:off x="3766596" y="1857679"/>
          <a:ext cx="2820016" cy="1401140"/>
        </p:xfrm>
        <a:graphic>
          <a:graphicData uri="http://schemas.openxmlformats.org/presentationml/2006/ole">
            <mc:AlternateContent xmlns:mc="http://schemas.openxmlformats.org/markup-compatibility/2006">
              <mc:Choice xmlns:v="urn:schemas-microsoft-com:vml" Requires="v">
                <p:oleObj name="Equation" r:id="rId3" imgW="2019240" imgH="1002960" progId="Equation.DSMT4">
                  <p:embed/>
                </p:oleObj>
              </mc:Choice>
              <mc:Fallback>
                <p:oleObj name="Equation" r:id="rId3" imgW="2019240" imgH="1002960" progId="Equation.DSMT4">
                  <p:embed/>
                  <p:pic>
                    <p:nvPicPr>
                      <p:cNvPr id="0" name=""/>
                      <p:cNvPicPr/>
                      <p:nvPr/>
                    </p:nvPicPr>
                    <p:blipFill>
                      <a:blip r:embed="rId4"/>
                      <a:stretch>
                        <a:fillRect/>
                      </a:stretch>
                    </p:blipFill>
                    <p:spPr>
                      <a:xfrm>
                        <a:off x="3766596" y="1857679"/>
                        <a:ext cx="2820016" cy="1401140"/>
                      </a:xfrm>
                      <a:prstGeom prst="rect">
                        <a:avLst/>
                      </a:prstGeom>
                    </p:spPr>
                  </p:pic>
                </p:oleObj>
              </mc:Fallback>
            </mc:AlternateContent>
          </a:graphicData>
        </a:graphic>
      </p:graphicFrame>
      <p:grpSp>
        <p:nvGrpSpPr>
          <p:cNvPr id="19" name="组合 18">
            <a:extLst>
              <a:ext uri="{FF2B5EF4-FFF2-40B4-BE49-F238E27FC236}">
                <a16:creationId xmlns:a16="http://schemas.microsoft.com/office/drawing/2014/main" id="{2800FC8F-4A0F-C3DB-B3D6-A5C32F256CFC}"/>
              </a:ext>
            </a:extLst>
          </p:cNvPr>
          <p:cNvGrpSpPr/>
          <p:nvPr/>
        </p:nvGrpSpPr>
        <p:grpSpPr>
          <a:xfrm>
            <a:off x="315510" y="3565492"/>
            <a:ext cx="11543516" cy="3624326"/>
            <a:chOff x="249416" y="3726759"/>
            <a:chExt cx="11543516" cy="3951713"/>
          </a:xfrm>
        </p:grpSpPr>
        <p:sp>
          <p:nvSpPr>
            <p:cNvPr id="9" name="文本框 8">
              <a:extLst>
                <a:ext uri="{FF2B5EF4-FFF2-40B4-BE49-F238E27FC236}">
                  <a16:creationId xmlns:a16="http://schemas.microsoft.com/office/drawing/2014/main" id="{C6D39A70-64CF-5BCC-7FC7-05B5CBE971E2}"/>
                </a:ext>
              </a:extLst>
            </p:cNvPr>
            <p:cNvSpPr txBox="1"/>
            <p:nvPr/>
          </p:nvSpPr>
          <p:spPr>
            <a:xfrm>
              <a:off x="249416" y="3726759"/>
              <a:ext cx="11543516" cy="3951713"/>
            </a:xfrm>
            <a:prstGeom prst="rect">
              <a:avLst/>
            </a:prstGeom>
            <a:noFill/>
          </p:spPr>
          <p:txBody>
            <a:bodyPr wrap="square">
              <a:spAutoFit/>
            </a:bodyPr>
            <a:lstStyle/>
            <a:p>
              <a:pPr indent="269875" algn="just">
                <a:lnSpc>
                  <a:spcPct val="150000"/>
                </a:lnSpc>
              </a:pPr>
              <a:r>
                <a:rPr lang="zh-CN" altLang="zh-CN" sz="1800" kern="1000" dirty="0">
                  <a:effectLst/>
                  <a:latin typeface="Times New Roman" panose="02020603050405020304" pitchFamily="18" charset="0"/>
                  <a:ea typeface="宋体" panose="02010600030101010101" pitchFamily="2" charset="-122"/>
                </a:rPr>
                <a:t>以上均以固定坐标系多轴为变换基准，因此矩阵左乘。我们做如下变换，也可以得到相同的结果。</a:t>
              </a:r>
              <a:endParaRPr lang="en-US" altLang="zh-CN" sz="1800" kern="1000" dirty="0">
                <a:effectLst/>
                <a:latin typeface="Times New Roman" panose="02020603050405020304" pitchFamily="18" charset="0"/>
                <a:ea typeface="宋体" panose="02010600030101010101" pitchFamily="2" charset="-122"/>
              </a:endParaRPr>
            </a:p>
            <a:p>
              <a:pPr indent="269875" algn="just">
                <a:lnSpc>
                  <a:spcPct val="150000"/>
                </a:lnSpc>
              </a:pPr>
              <a:r>
                <a:rPr lang="zh-CN" altLang="zh-CN" sz="1800" b="1" kern="1000" spc="-10" dirty="0">
                  <a:effectLst/>
                  <a:latin typeface="Times New Roman" panose="02020603050405020304" pitchFamily="18" charset="0"/>
                  <a:ea typeface="宋体" panose="02010600030101010101" pitchFamily="2" charset="-122"/>
                  <a:cs typeface="Times New Roman" panose="02020603050405020304" pitchFamily="18" charset="0"/>
                </a:rPr>
                <a:t>例</a:t>
              </a:r>
              <a:r>
                <a:rPr lang="en-US" altLang="zh-CN" sz="1800" b="1" kern="1000" spc="-10" dirty="0">
                  <a:effectLst/>
                  <a:latin typeface="Times New Roman" panose="02020603050405020304" pitchFamily="18" charset="0"/>
                  <a:ea typeface="宋体" panose="02010600030101010101" pitchFamily="2" charset="-122"/>
                </a:rPr>
                <a:t> 3</a:t>
              </a:r>
              <a:r>
                <a:rPr lang="zh-CN" altLang="zh-CN" sz="1800" b="1" kern="1000" spc="-1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动坐标系</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起始位置与固定坐标系       重合，动坐标系       做如下运动：</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先平移                      ；</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绕当前     轴转动</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90º</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绕当前       轴转动</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90º</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。求合成旋转矩阵。</a:t>
              </a:r>
            </a:p>
            <a:p>
              <a:pPr indent="269875" algn="just">
                <a:lnSpc>
                  <a:spcPct val="150000"/>
                </a:lnSpc>
              </a:pP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解法</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：用画图的方法，实现动坐标系      相对于自身坐标系的</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次平移和</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次旋转过程：第一步，初始坐标系重合；第二步，    的原点平移            ；第三步      绕坐标系自身的       轴旋转</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90°</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；第四步        绕    轴旋转</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90°</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。如图</a:t>
              </a:r>
              <a:r>
                <a:rPr lang="en-US" altLang="zh-CN" sz="1800" kern="1000" spc="-10" dirty="0">
                  <a:effectLst/>
                  <a:latin typeface="Times New Roman" panose="02020603050405020304" pitchFamily="18" charset="0"/>
                  <a:ea typeface="宋体" panose="02010600030101010101" pitchFamily="2" charset="-122"/>
                  <a:cs typeface="Times New Roman" panose="02020603050405020304" pitchFamily="18" charset="0"/>
                </a:rPr>
                <a:t>2.5</a:t>
              </a:r>
              <a:r>
                <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rPr>
                <a:t>所示。</a:t>
              </a:r>
            </a:p>
            <a:p>
              <a:pPr indent="269875" algn="just">
                <a:lnSpc>
                  <a:spcPct val="150000"/>
                </a:lnSpc>
              </a:pPr>
              <a:endParaRPr lang="zh-CN" altLang="en-US" sz="1800" kern="1000" spc="-1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9875" algn="just">
                <a:lnSpc>
                  <a:spcPct val="150000"/>
                </a:lnSpc>
              </a:pPr>
              <a:endParaRPr lang="zh-CN" altLang="en-US" dirty="0"/>
            </a:p>
            <a:p>
              <a:pPr indent="269875" algn="just">
                <a:lnSpc>
                  <a:spcPts val="1595"/>
                </a:lnSpc>
              </a:pPr>
              <a:endParaRPr lang="zh-CN" altLang="zh-CN" sz="1800" kern="1000" dirty="0">
                <a:effectLst/>
                <a:latin typeface="Times New Roman" panose="02020603050405020304" pitchFamily="18" charset="0"/>
                <a:ea typeface="宋体" panose="02010600030101010101" pitchFamily="2" charset="-122"/>
              </a:endParaRPr>
            </a:p>
          </p:txBody>
        </p:sp>
        <p:graphicFrame>
          <p:nvGraphicFramePr>
            <p:cNvPr id="13" name="对象 12">
              <a:extLst>
                <a:ext uri="{FF2B5EF4-FFF2-40B4-BE49-F238E27FC236}">
                  <a16:creationId xmlns:a16="http://schemas.microsoft.com/office/drawing/2014/main" id="{394325FD-C4BB-0205-C7E9-0173BC8B7494}"/>
                </a:ext>
              </a:extLst>
            </p:cNvPr>
            <p:cNvGraphicFramePr>
              <a:graphicFrameLocks noChangeAspect="1"/>
            </p:cNvGraphicFramePr>
            <p:nvPr>
              <p:extLst>
                <p:ext uri="{D42A27DB-BD31-4B8C-83A1-F6EECF244321}">
                  <p14:modId xmlns:p14="http://schemas.microsoft.com/office/powerpoint/2010/main" val="2642058289"/>
                </p:ext>
              </p:extLst>
            </p:nvPr>
          </p:nvGraphicFramePr>
          <p:xfrm>
            <a:off x="2245353" y="4284269"/>
            <a:ext cx="419296" cy="299497"/>
          </p:xfrm>
          <a:graphic>
            <a:graphicData uri="http://schemas.openxmlformats.org/presentationml/2006/ole">
              <mc:AlternateContent xmlns:mc="http://schemas.openxmlformats.org/markup-compatibility/2006">
                <mc:Choice xmlns:v="urn:schemas-microsoft-com:vml" Requires="v">
                  <p:oleObj name="Equation" r:id="rId5" imgW="266400" imgH="190440" progId="Equation.DSMT4">
                    <p:embed/>
                  </p:oleObj>
                </mc:Choice>
                <mc:Fallback>
                  <p:oleObj name="Equation" r:id="rId5" imgW="266400" imgH="190440" progId="Equation.DSMT4">
                    <p:embed/>
                    <p:pic>
                      <p:nvPicPr>
                        <p:cNvPr id="0" name=""/>
                        <p:cNvPicPr/>
                        <p:nvPr/>
                      </p:nvPicPr>
                      <p:blipFill>
                        <a:blip r:embed="rId6"/>
                        <a:stretch>
                          <a:fillRect/>
                        </a:stretch>
                      </p:blipFill>
                      <p:spPr>
                        <a:xfrm>
                          <a:off x="2245353" y="4284269"/>
                          <a:ext cx="419296" cy="29949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0991E02B-7884-8DFF-3553-8872BAF0A112}"/>
                </a:ext>
              </a:extLst>
            </p:cNvPr>
            <p:cNvGraphicFramePr>
              <a:graphicFrameLocks noChangeAspect="1"/>
            </p:cNvGraphicFramePr>
            <p:nvPr>
              <p:extLst>
                <p:ext uri="{D42A27DB-BD31-4B8C-83A1-F6EECF244321}">
                  <p14:modId xmlns:p14="http://schemas.microsoft.com/office/powerpoint/2010/main" val="1986570100"/>
                </p:ext>
              </p:extLst>
            </p:nvPr>
          </p:nvGraphicFramePr>
          <p:xfrm>
            <a:off x="4912097" y="4288641"/>
            <a:ext cx="379362" cy="299496"/>
          </p:xfrm>
          <a:graphic>
            <a:graphicData uri="http://schemas.openxmlformats.org/presentationml/2006/ole">
              <mc:AlternateContent xmlns:mc="http://schemas.openxmlformats.org/markup-compatibility/2006">
                <mc:Choice xmlns:v="urn:schemas-microsoft-com:vml" Requires="v">
                  <p:oleObj name="Equation" r:id="rId7" imgW="241200" imgH="190440" progId="Equation.DSMT4">
                    <p:embed/>
                  </p:oleObj>
                </mc:Choice>
                <mc:Fallback>
                  <p:oleObj name="Equation" r:id="rId7" imgW="241200" imgH="190440" progId="Equation.DSMT4">
                    <p:embed/>
                    <p:pic>
                      <p:nvPicPr>
                        <p:cNvPr id="0" name=""/>
                        <p:cNvPicPr/>
                        <p:nvPr/>
                      </p:nvPicPr>
                      <p:blipFill>
                        <a:blip r:embed="rId8"/>
                        <a:stretch>
                          <a:fillRect/>
                        </a:stretch>
                      </p:blipFill>
                      <p:spPr>
                        <a:xfrm>
                          <a:off x="4912097" y="4288641"/>
                          <a:ext cx="379362" cy="299496"/>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7C06D8DB-1032-77A7-E932-1E1FFD1B2EAF}"/>
                </a:ext>
              </a:extLst>
            </p:cNvPr>
            <p:cNvGraphicFramePr>
              <a:graphicFrameLocks noChangeAspect="1"/>
            </p:cNvGraphicFramePr>
            <p:nvPr>
              <p:extLst>
                <p:ext uri="{D42A27DB-BD31-4B8C-83A1-F6EECF244321}">
                  <p14:modId xmlns:p14="http://schemas.microsoft.com/office/powerpoint/2010/main" val="2407994741"/>
                </p:ext>
              </p:extLst>
            </p:nvPr>
          </p:nvGraphicFramePr>
          <p:xfrm>
            <a:off x="6921168" y="4289047"/>
            <a:ext cx="419293" cy="299495"/>
          </p:xfrm>
          <a:graphic>
            <a:graphicData uri="http://schemas.openxmlformats.org/presentationml/2006/ole">
              <mc:AlternateContent xmlns:mc="http://schemas.openxmlformats.org/markup-compatibility/2006">
                <mc:Choice xmlns:v="urn:schemas-microsoft-com:vml" Requires="v">
                  <p:oleObj name="Equation" r:id="rId9" imgW="266400" imgH="190440" progId="Equation.DSMT4">
                    <p:embed/>
                  </p:oleObj>
                </mc:Choice>
                <mc:Fallback>
                  <p:oleObj name="Equation" r:id="rId9" imgW="266400" imgH="190440" progId="Equation.DSMT4">
                    <p:embed/>
                    <p:pic>
                      <p:nvPicPr>
                        <p:cNvPr id="0" name=""/>
                        <p:cNvPicPr/>
                        <p:nvPr/>
                      </p:nvPicPr>
                      <p:blipFill>
                        <a:blip r:embed="rId10"/>
                        <a:stretch>
                          <a:fillRect/>
                        </a:stretch>
                      </p:blipFill>
                      <p:spPr>
                        <a:xfrm>
                          <a:off x="6921168" y="4289047"/>
                          <a:ext cx="419293" cy="299495"/>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405AD441-C499-2502-DE63-B96107AA3352}"/>
                </a:ext>
              </a:extLst>
            </p:cNvPr>
            <p:cNvGraphicFramePr>
              <a:graphicFrameLocks noChangeAspect="1"/>
            </p:cNvGraphicFramePr>
            <p:nvPr>
              <p:extLst>
                <p:ext uri="{D42A27DB-BD31-4B8C-83A1-F6EECF244321}">
                  <p14:modId xmlns:p14="http://schemas.microsoft.com/office/powerpoint/2010/main" val="1603403034"/>
                </p:ext>
              </p:extLst>
            </p:nvPr>
          </p:nvGraphicFramePr>
          <p:xfrm>
            <a:off x="9714845" y="4405576"/>
            <a:ext cx="1202061" cy="281733"/>
          </p:xfrm>
          <a:graphic>
            <a:graphicData uri="http://schemas.openxmlformats.org/presentationml/2006/ole">
              <mc:AlternateContent xmlns:mc="http://schemas.openxmlformats.org/markup-compatibility/2006">
                <mc:Choice xmlns:v="urn:schemas-microsoft-com:vml" Requires="v">
                  <p:oleObj name="Equation" r:id="rId11" imgW="812520" imgH="190440" progId="Equation.DSMT4">
                    <p:embed/>
                  </p:oleObj>
                </mc:Choice>
                <mc:Fallback>
                  <p:oleObj name="Equation" r:id="rId11" imgW="812520" imgH="190440" progId="Equation.DSMT4">
                    <p:embed/>
                    <p:pic>
                      <p:nvPicPr>
                        <p:cNvPr id="0" name=""/>
                        <p:cNvPicPr/>
                        <p:nvPr/>
                      </p:nvPicPr>
                      <p:blipFill>
                        <a:blip r:embed="rId12"/>
                        <a:stretch>
                          <a:fillRect/>
                        </a:stretch>
                      </p:blipFill>
                      <p:spPr>
                        <a:xfrm>
                          <a:off x="9714845" y="4405576"/>
                          <a:ext cx="1202061" cy="281733"/>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4CD33C9D-1025-DF74-E62A-E51A49D34355}"/>
                </a:ext>
              </a:extLst>
            </p:cNvPr>
            <p:cNvGraphicFramePr>
              <a:graphicFrameLocks noChangeAspect="1"/>
            </p:cNvGraphicFramePr>
            <p:nvPr>
              <p:extLst>
                <p:ext uri="{D42A27DB-BD31-4B8C-83A1-F6EECF244321}">
                  <p14:modId xmlns:p14="http://schemas.microsoft.com/office/powerpoint/2010/main" val="1299309347"/>
                </p:ext>
              </p:extLst>
            </p:nvPr>
          </p:nvGraphicFramePr>
          <p:xfrm>
            <a:off x="813126" y="4772267"/>
            <a:ext cx="252103" cy="297940"/>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0" name=""/>
                        <p:cNvPicPr/>
                        <p:nvPr/>
                      </p:nvPicPr>
                      <p:blipFill>
                        <a:blip r:embed="rId14"/>
                        <a:stretch>
                          <a:fillRect/>
                        </a:stretch>
                      </p:blipFill>
                      <p:spPr>
                        <a:xfrm>
                          <a:off x="813126" y="4772267"/>
                          <a:ext cx="252103" cy="29794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D1942D5F-3D21-A04A-2D80-DF69F193466B}"/>
                </a:ext>
              </a:extLst>
            </p:cNvPr>
            <p:cNvGraphicFramePr>
              <a:graphicFrameLocks noChangeAspect="1"/>
            </p:cNvGraphicFramePr>
            <p:nvPr>
              <p:extLst>
                <p:ext uri="{D42A27DB-BD31-4B8C-83A1-F6EECF244321}">
                  <p14:modId xmlns:p14="http://schemas.microsoft.com/office/powerpoint/2010/main" val="913800494"/>
                </p:ext>
              </p:extLst>
            </p:nvPr>
          </p:nvGraphicFramePr>
          <p:xfrm>
            <a:off x="3257550" y="4753791"/>
            <a:ext cx="343776" cy="297939"/>
          </p:xfrm>
          <a:graphic>
            <a:graphicData uri="http://schemas.openxmlformats.org/presentationml/2006/ole">
              <mc:AlternateContent xmlns:mc="http://schemas.openxmlformats.org/markup-compatibility/2006">
                <mc:Choice xmlns:v="urn:schemas-microsoft-com:vml" Requires="v">
                  <p:oleObj name="Equation" r:id="rId15" imgW="190440" imgH="164880" progId="Equation.DSMT4">
                    <p:embed/>
                  </p:oleObj>
                </mc:Choice>
                <mc:Fallback>
                  <p:oleObj name="Equation" r:id="rId15" imgW="190440" imgH="164880" progId="Equation.DSMT4">
                    <p:embed/>
                    <p:pic>
                      <p:nvPicPr>
                        <p:cNvPr id="0" name=""/>
                        <p:cNvPicPr/>
                        <p:nvPr/>
                      </p:nvPicPr>
                      <p:blipFill>
                        <a:blip r:embed="rId16"/>
                        <a:stretch>
                          <a:fillRect/>
                        </a:stretch>
                      </p:blipFill>
                      <p:spPr>
                        <a:xfrm>
                          <a:off x="3257550" y="4753791"/>
                          <a:ext cx="343776" cy="297939"/>
                        </a:xfrm>
                        <a:prstGeom prst="rect">
                          <a:avLst/>
                        </a:prstGeom>
                      </p:spPr>
                    </p:pic>
                  </p:oleObj>
                </mc:Fallback>
              </mc:AlternateContent>
            </a:graphicData>
          </a:graphic>
        </p:graphicFrame>
      </p:grpSp>
      <p:graphicFrame>
        <p:nvGraphicFramePr>
          <p:cNvPr id="20" name="对象 19">
            <a:extLst>
              <a:ext uri="{FF2B5EF4-FFF2-40B4-BE49-F238E27FC236}">
                <a16:creationId xmlns:a16="http://schemas.microsoft.com/office/drawing/2014/main" id="{FD5288F2-F6DA-59FD-B5CA-E464C1CA531B}"/>
              </a:ext>
            </a:extLst>
          </p:cNvPr>
          <p:cNvGraphicFramePr>
            <a:graphicFrameLocks noChangeAspect="1"/>
          </p:cNvGraphicFramePr>
          <p:nvPr>
            <p:extLst>
              <p:ext uri="{D42A27DB-BD31-4B8C-83A1-F6EECF244321}">
                <p14:modId xmlns:p14="http://schemas.microsoft.com/office/powerpoint/2010/main" val="184896129"/>
              </p:ext>
            </p:extLst>
          </p:nvPr>
        </p:nvGraphicFramePr>
        <p:xfrm>
          <a:off x="4430729" y="4920557"/>
          <a:ext cx="391016" cy="279297"/>
        </p:xfrm>
        <a:graphic>
          <a:graphicData uri="http://schemas.openxmlformats.org/presentationml/2006/ole">
            <mc:AlternateContent xmlns:mc="http://schemas.openxmlformats.org/markup-compatibility/2006">
              <mc:Choice xmlns:v="urn:schemas-microsoft-com:vml" Requires="v">
                <p:oleObj name="Equation" r:id="rId17" imgW="266400" imgH="190440" progId="Equation.DSMT4">
                  <p:embed/>
                </p:oleObj>
              </mc:Choice>
              <mc:Fallback>
                <p:oleObj name="Equation" r:id="rId17" imgW="266400" imgH="190440" progId="Equation.DSMT4">
                  <p:embed/>
                  <p:pic>
                    <p:nvPicPr>
                      <p:cNvPr id="0" name=""/>
                      <p:cNvPicPr/>
                      <p:nvPr/>
                    </p:nvPicPr>
                    <p:blipFill>
                      <a:blip r:embed="rId18"/>
                      <a:stretch>
                        <a:fillRect/>
                      </a:stretch>
                    </p:blipFill>
                    <p:spPr>
                      <a:xfrm>
                        <a:off x="4430729" y="4920557"/>
                        <a:ext cx="391016" cy="279297"/>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4F8B5500-6165-E883-BAB5-85ED9E9AE14C}"/>
              </a:ext>
            </a:extLst>
          </p:cNvPr>
          <p:cNvGraphicFramePr>
            <a:graphicFrameLocks noChangeAspect="1"/>
          </p:cNvGraphicFramePr>
          <p:nvPr>
            <p:extLst>
              <p:ext uri="{D42A27DB-BD31-4B8C-83A1-F6EECF244321}">
                <p14:modId xmlns:p14="http://schemas.microsoft.com/office/powerpoint/2010/main" val="3587989564"/>
              </p:ext>
            </p:extLst>
          </p:nvPr>
        </p:nvGraphicFramePr>
        <p:xfrm>
          <a:off x="1608120" y="5377655"/>
          <a:ext cx="350032" cy="250023"/>
        </p:xfrm>
        <a:graphic>
          <a:graphicData uri="http://schemas.openxmlformats.org/presentationml/2006/ole">
            <mc:AlternateContent xmlns:mc="http://schemas.openxmlformats.org/markup-compatibility/2006">
              <mc:Choice xmlns:v="urn:schemas-microsoft-com:vml" Requires="v">
                <p:oleObj name="Equation" r:id="rId19" imgW="266400" imgH="190440" progId="Equation.DSMT4">
                  <p:embed/>
                </p:oleObj>
              </mc:Choice>
              <mc:Fallback>
                <p:oleObj name="Equation" r:id="rId19" imgW="266400" imgH="190440" progId="Equation.DSMT4">
                  <p:embed/>
                  <p:pic>
                    <p:nvPicPr>
                      <p:cNvPr id="0" name=""/>
                      <p:cNvPicPr/>
                      <p:nvPr/>
                    </p:nvPicPr>
                    <p:blipFill>
                      <a:blip r:embed="rId20"/>
                      <a:stretch>
                        <a:fillRect/>
                      </a:stretch>
                    </p:blipFill>
                    <p:spPr>
                      <a:xfrm>
                        <a:off x="1608120" y="5377655"/>
                        <a:ext cx="350032" cy="250023"/>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BABC2C0F-4A94-3AAA-F110-EAED0E825CD6}"/>
              </a:ext>
            </a:extLst>
          </p:cNvPr>
          <p:cNvGraphicFramePr>
            <a:graphicFrameLocks noChangeAspect="1"/>
          </p:cNvGraphicFramePr>
          <p:nvPr>
            <p:extLst>
              <p:ext uri="{D42A27DB-BD31-4B8C-83A1-F6EECF244321}">
                <p14:modId xmlns:p14="http://schemas.microsoft.com/office/powerpoint/2010/main" val="1978218640"/>
              </p:ext>
            </p:extLst>
          </p:nvPr>
        </p:nvGraphicFramePr>
        <p:xfrm>
          <a:off x="3105907" y="5366038"/>
          <a:ext cx="728680" cy="273255"/>
        </p:xfrm>
        <a:graphic>
          <a:graphicData uri="http://schemas.openxmlformats.org/presentationml/2006/ole">
            <mc:AlternateContent xmlns:mc="http://schemas.openxmlformats.org/markup-compatibility/2006">
              <mc:Choice xmlns:v="urn:schemas-microsoft-com:vml" Requires="v">
                <p:oleObj name="Equation" r:id="rId21" imgW="507960" imgH="190440" progId="Equation.DSMT4">
                  <p:embed/>
                </p:oleObj>
              </mc:Choice>
              <mc:Fallback>
                <p:oleObj name="Equation" r:id="rId21" imgW="507960" imgH="190440" progId="Equation.DSMT4">
                  <p:embed/>
                  <p:pic>
                    <p:nvPicPr>
                      <p:cNvPr id="0" name=""/>
                      <p:cNvPicPr/>
                      <p:nvPr/>
                    </p:nvPicPr>
                    <p:blipFill>
                      <a:blip r:embed="rId22"/>
                      <a:stretch>
                        <a:fillRect/>
                      </a:stretch>
                    </p:blipFill>
                    <p:spPr>
                      <a:xfrm>
                        <a:off x="3105907" y="5366038"/>
                        <a:ext cx="728680" cy="273255"/>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D39AF108-7ACA-E082-32FD-3191A642FC29}"/>
              </a:ext>
            </a:extLst>
          </p:cNvPr>
          <p:cNvGraphicFramePr>
            <a:graphicFrameLocks noChangeAspect="1"/>
          </p:cNvGraphicFramePr>
          <p:nvPr>
            <p:extLst>
              <p:ext uri="{D42A27DB-BD31-4B8C-83A1-F6EECF244321}">
                <p14:modId xmlns:p14="http://schemas.microsoft.com/office/powerpoint/2010/main" val="1258702428"/>
              </p:ext>
            </p:extLst>
          </p:nvPr>
        </p:nvGraphicFramePr>
        <p:xfrm>
          <a:off x="4821745" y="5362780"/>
          <a:ext cx="382557" cy="273255"/>
        </p:xfrm>
        <a:graphic>
          <a:graphicData uri="http://schemas.openxmlformats.org/presentationml/2006/ole">
            <mc:AlternateContent xmlns:mc="http://schemas.openxmlformats.org/markup-compatibility/2006">
              <mc:Choice xmlns:v="urn:schemas-microsoft-com:vml" Requires="v">
                <p:oleObj name="Equation" r:id="rId23" imgW="266400" imgH="190440" progId="Equation.DSMT4">
                  <p:embed/>
                </p:oleObj>
              </mc:Choice>
              <mc:Fallback>
                <p:oleObj name="Equation" r:id="rId23" imgW="266400" imgH="190440" progId="Equation.DSMT4">
                  <p:embed/>
                  <p:pic>
                    <p:nvPicPr>
                      <p:cNvPr id="0" name=""/>
                      <p:cNvPicPr/>
                      <p:nvPr/>
                    </p:nvPicPr>
                    <p:blipFill>
                      <a:blip r:embed="rId24"/>
                      <a:stretch>
                        <a:fillRect/>
                      </a:stretch>
                    </p:blipFill>
                    <p:spPr>
                      <a:xfrm>
                        <a:off x="4821745" y="5362780"/>
                        <a:ext cx="382557" cy="273255"/>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D5A2F5F9-7B73-6C0C-A164-7B8FEA643EA1}"/>
              </a:ext>
            </a:extLst>
          </p:cNvPr>
          <p:cNvGraphicFramePr>
            <a:graphicFrameLocks noChangeAspect="1"/>
          </p:cNvGraphicFramePr>
          <p:nvPr>
            <p:extLst>
              <p:ext uri="{D42A27DB-BD31-4B8C-83A1-F6EECF244321}">
                <p14:modId xmlns:p14="http://schemas.microsoft.com/office/powerpoint/2010/main" val="1759890572"/>
              </p:ext>
            </p:extLst>
          </p:nvPr>
        </p:nvGraphicFramePr>
        <p:xfrm>
          <a:off x="6833699" y="5377655"/>
          <a:ext cx="289224" cy="341810"/>
        </p:xfrm>
        <a:graphic>
          <a:graphicData uri="http://schemas.openxmlformats.org/presentationml/2006/ole">
            <mc:AlternateContent xmlns:mc="http://schemas.openxmlformats.org/markup-compatibility/2006">
              <mc:Choice xmlns:v="urn:schemas-microsoft-com:vml" Requires="v">
                <p:oleObj name="Equation" r:id="rId25" imgW="139680" imgH="164880" progId="Equation.DSMT4">
                  <p:embed/>
                </p:oleObj>
              </mc:Choice>
              <mc:Fallback>
                <p:oleObj name="Equation" r:id="rId25" imgW="139680" imgH="164880" progId="Equation.DSMT4">
                  <p:embed/>
                  <p:pic>
                    <p:nvPicPr>
                      <p:cNvPr id="0" name=""/>
                      <p:cNvPicPr/>
                      <p:nvPr/>
                    </p:nvPicPr>
                    <p:blipFill>
                      <a:blip r:embed="rId26"/>
                      <a:stretch>
                        <a:fillRect/>
                      </a:stretch>
                    </p:blipFill>
                    <p:spPr>
                      <a:xfrm>
                        <a:off x="6833699" y="5377655"/>
                        <a:ext cx="289224" cy="341810"/>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9C802807-4BBC-D38C-8A21-BA6D9302383D}"/>
              </a:ext>
            </a:extLst>
          </p:cNvPr>
          <p:cNvGraphicFramePr>
            <a:graphicFrameLocks noChangeAspect="1"/>
          </p:cNvGraphicFramePr>
          <p:nvPr>
            <p:extLst>
              <p:ext uri="{D42A27DB-BD31-4B8C-83A1-F6EECF244321}">
                <p14:modId xmlns:p14="http://schemas.microsoft.com/office/powerpoint/2010/main" val="4194902794"/>
              </p:ext>
            </p:extLst>
          </p:nvPr>
        </p:nvGraphicFramePr>
        <p:xfrm>
          <a:off x="9281780" y="5368465"/>
          <a:ext cx="428757" cy="306255"/>
        </p:xfrm>
        <a:graphic>
          <a:graphicData uri="http://schemas.openxmlformats.org/presentationml/2006/ole">
            <mc:AlternateContent xmlns:mc="http://schemas.openxmlformats.org/markup-compatibility/2006">
              <mc:Choice xmlns:v="urn:schemas-microsoft-com:vml" Requires="v">
                <p:oleObj name="Equation" r:id="rId27" imgW="266400" imgH="190440" progId="Equation.DSMT4">
                  <p:embed/>
                </p:oleObj>
              </mc:Choice>
              <mc:Fallback>
                <p:oleObj name="Equation" r:id="rId27" imgW="266400" imgH="190440" progId="Equation.DSMT4">
                  <p:embed/>
                  <p:pic>
                    <p:nvPicPr>
                      <p:cNvPr id="0" name=""/>
                      <p:cNvPicPr/>
                      <p:nvPr/>
                    </p:nvPicPr>
                    <p:blipFill>
                      <a:blip r:embed="rId28"/>
                      <a:stretch>
                        <a:fillRect/>
                      </a:stretch>
                    </p:blipFill>
                    <p:spPr>
                      <a:xfrm>
                        <a:off x="9281780" y="5368465"/>
                        <a:ext cx="428757" cy="306255"/>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4D9BD661-DAEA-1939-A223-9218D8C98205}"/>
              </a:ext>
            </a:extLst>
          </p:cNvPr>
          <p:cNvGraphicFramePr>
            <a:graphicFrameLocks noChangeAspect="1"/>
          </p:cNvGraphicFramePr>
          <p:nvPr>
            <p:extLst>
              <p:ext uri="{D42A27DB-BD31-4B8C-83A1-F6EECF244321}">
                <p14:modId xmlns:p14="http://schemas.microsoft.com/office/powerpoint/2010/main" val="2826532082"/>
              </p:ext>
            </p:extLst>
          </p:nvPr>
        </p:nvGraphicFramePr>
        <p:xfrm>
          <a:off x="9908171" y="5365586"/>
          <a:ext cx="285985" cy="247854"/>
        </p:xfrm>
        <a:graphic>
          <a:graphicData uri="http://schemas.openxmlformats.org/presentationml/2006/ole">
            <mc:AlternateContent xmlns:mc="http://schemas.openxmlformats.org/markup-compatibility/2006">
              <mc:Choice xmlns:v="urn:schemas-microsoft-com:vml" Requires="v">
                <p:oleObj name="Equation" r:id="rId29" imgW="190440" imgH="164880" progId="Equation.DSMT4">
                  <p:embed/>
                </p:oleObj>
              </mc:Choice>
              <mc:Fallback>
                <p:oleObj name="Equation" r:id="rId29" imgW="190440" imgH="164880" progId="Equation.DSMT4">
                  <p:embed/>
                  <p:pic>
                    <p:nvPicPr>
                      <p:cNvPr id="0" name=""/>
                      <p:cNvPicPr/>
                      <p:nvPr/>
                    </p:nvPicPr>
                    <p:blipFill>
                      <a:blip r:embed="rId30"/>
                      <a:stretch>
                        <a:fillRect/>
                      </a:stretch>
                    </p:blipFill>
                    <p:spPr>
                      <a:xfrm>
                        <a:off x="9908171" y="5365586"/>
                        <a:ext cx="285985" cy="247854"/>
                      </a:xfrm>
                      <a:prstGeom prst="rect">
                        <a:avLst/>
                      </a:prstGeom>
                    </p:spPr>
                  </p:pic>
                </p:oleObj>
              </mc:Fallback>
            </mc:AlternateContent>
          </a:graphicData>
        </a:graphic>
      </p:graphicFrame>
    </p:spTree>
    <p:extLst>
      <p:ext uri="{BB962C8B-B14F-4D97-AF65-F5344CB8AC3E}">
        <p14:creationId xmlns:p14="http://schemas.microsoft.com/office/powerpoint/2010/main" val="2484183135"/>
      </p:ext>
    </p:extLst>
  </p:cSld>
  <p:clrMapOvr>
    <a:masterClrMapping/>
  </p:clrMapOvr>
  <p:transition advTm="18857"/>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8C5358A-ACF4-1253-60F0-BF184DB83B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6251" y="1504050"/>
            <a:ext cx="3918375" cy="3849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231560B9-02FD-F4E6-2B0B-A7E4237AA419}"/>
              </a:ext>
            </a:extLst>
          </p:cNvPr>
          <p:cNvSpPr txBox="1"/>
          <p:nvPr/>
        </p:nvSpPr>
        <p:spPr>
          <a:xfrm>
            <a:off x="2392052" y="5641098"/>
            <a:ext cx="6122708" cy="338554"/>
          </a:xfrm>
          <a:prstGeom prst="rect">
            <a:avLst/>
          </a:prstGeom>
          <a:noFill/>
        </p:spPr>
        <p:txBody>
          <a:bodyPr wrap="square">
            <a:spAutoFit/>
          </a:bodyPr>
          <a:lstStyle/>
          <a:p>
            <a:pPr algn="ctr">
              <a:spcBef>
                <a:spcPts val="700"/>
              </a:spcBef>
              <a:spcAft>
                <a:spcPts val="800"/>
              </a:spcAft>
            </a:pPr>
            <a:r>
              <a:rPr lang="zh-CN" altLang="zh-CN" sz="1600" kern="1000" dirty="0">
                <a:effectLst/>
                <a:latin typeface="Times New Roman" panose="02020603050405020304" pitchFamily="18" charset="0"/>
                <a:ea typeface="宋体" panose="02010600030101010101" pitchFamily="2" charset="-122"/>
              </a:rPr>
              <a:t>图</a:t>
            </a:r>
            <a:r>
              <a:rPr lang="en-US" altLang="zh-CN" sz="1600" kern="1000" dirty="0">
                <a:effectLst/>
                <a:latin typeface="Times New Roman" panose="02020603050405020304" pitchFamily="18" charset="0"/>
                <a:ea typeface="宋体" panose="02010600030101010101" pitchFamily="2" charset="-122"/>
              </a:rPr>
              <a:t>2.5  </a:t>
            </a:r>
            <a:r>
              <a:rPr lang="zh-CN" altLang="zh-CN" sz="1600" kern="1000" dirty="0">
                <a:effectLst/>
                <a:latin typeface="Times New Roman" panose="02020603050405020304" pitchFamily="18" charset="0"/>
                <a:ea typeface="宋体" panose="02010600030101010101" pitchFamily="2" charset="-122"/>
              </a:rPr>
              <a:t>基于相对变换的合成矩阵坐标系变换示意图</a:t>
            </a:r>
          </a:p>
        </p:txBody>
      </p:sp>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2.1.6  </a:t>
            </a:r>
            <a:r>
              <a:rPr lang="zh-CN" altLang="en-US" sz="2800" b="1" dirty="0">
                <a:latin typeface="Times New Roman" pitchFamily="18" charset="0"/>
                <a:ea typeface="华文中宋" pitchFamily="2" charset="-122"/>
              </a:rPr>
              <a:t>齐次变换矩阵</a:t>
            </a:r>
          </a:p>
        </p:txBody>
      </p:sp>
    </p:spTree>
    <p:extLst>
      <p:ext uri="{BB962C8B-B14F-4D97-AF65-F5344CB8AC3E}">
        <p14:creationId xmlns:p14="http://schemas.microsoft.com/office/powerpoint/2010/main" val="1360024928"/>
      </p:ext>
    </p:extLst>
  </p:cSld>
  <p:clrMapOvr>
    <a:masterClrMapping/>
  </p:clrMapOvr>
  <p:transition advTm="18857"/>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2.1.6  </a:t>
            </a:r>
            <a:r>
              <a:rPr lang="zh-CN" altLang="en-US" sz="2800" b="1" dirty="0">
                <a:latin typeface="Times New Roman" pitchFamily="18" charset="0"/>
                <a:ea typeface="华文中宋" pitchFamily="2" charset="-122"/>
              </a:rPr>
              <a:t>齐次变换矩阵</a:t>
            </a:r>
          </a:p>
        </p:txBody>
      </p:sp>
      <p:sp>
        <p:nvSpPr>
          <p:cNvPr id="4" name="文本框 3">
            <a:extLst>
              <a:ext uri="{FF2B5EF4-FFF2-40B4-BE49-F238E27FC236}">
                <a16:creationId xmlns:a16="http://schemas.microsoft.com/office/drawing/2014/main" id="{13512588-7CB4-5D81-C323-C034BAA5C023}"/>
              </a:ext>
            </a:extLst>
          </p:cNvPr>
          <p:cNvSpPr txBox="1"/>
          <p:nvPr/>
        </p:nvSpPr>
        <p:spPr>
          <a:xfrm>
            <a:off x="139045" y="792874"/>
            <a:ext cx="10909169" cy="455253"/>
          </a:xfrm>
          <a:prstGeom prst="rect">
            <a:avLst/>
          </a:prstGeom>
          <a:noFill/>
        </p:spPr>
        <p:txBody>
          <a:bodyPr wrap="square">
            <a:spAutoFit/>
          </a:bodyPr>
          <a:lstStyle/>
          <a:p>
            <a:pPr indent="269875" algn="just">
              <a:lnSpc>
                <a:spcPct val="150000"/>
              </a:lnSpc>
            </a:pPr>
            <a:r>
              <a:rPr lang="zh-CN" altLang="zh-CN" sz="1800" b="1" kern="1000" dirty="0">
                <a:effectLst/>
                <a:latin typeface="Times New Roman" panose="02020603050405020304" pitchFamily="18" charset="0"/>
                <a:ea typeface="宋体" panose="02010600030101010101" pitchFamily="2" charset="-122"/>
              </a:rPr>
              <a:t>解法</a:t>
            </a:r>
            <a:r>
              <a:rPr lang="en-US" altLang="zh-CN" sz="1800" b="1" kern="1000" dirty="0">
                <a:effectLst/>
                <a:latin typeface="Times New Roman" panose="02020603050405020304" pitchFamily="18" charset="0"/>
                <a:ea typeface="宋体" panose="02010600030101010101" pitchFamily="2" charset="-122"/>
              </a:rPr>
              <a:t>2</a:t>
            </a:r>
            <a:r>
              <a:rPr lang="zh-CN" altLang="zh-CN" sz="1800" kern="1000" dirty="0">
                <a:effectLst/>
                <a:latin typeface="Times New Roman" panose="02020603050405020304" pitchFamily="18" charset="0"/>
                <a:ea typeface="宋体" panose="02010600030101010101" pitchFamily="2" charset="-122"/>
              </a:rPr>
              <a:t>：用计算的方法。根据相对变换的定义，利用式</a:t>
            </a:r>
            <a:r>
              <a:rPr lang="en-US" altLang="zh-CN" sz="1800" kern="1000" dirty="0">
                <a:effectLst/>
                <a:latin typeface="宋体" panose="02010600030101010101" pitchFamily="2" charset="-122"/>
                <a:ea typeface="宋体" panose="02010600030101010101" pitchFamily="2" charset="-122"/>
              </a:rPr>
              <a:t>(</a:t>
            </a:r>
            <a:r>
              <a:rPr lang="en-US" altLang="zh-CN" sz="1800" kern="1000" dirty="0">
                <a:effectLst/>
                <a:latin typeface="Times New Roman" panose="02020603050405020304" pitchFamily="18" charset="0"/>
                <a:ea typeface="宋体" panose="02010600030101010101" pitchFamily="2" charset="-122"/>
              </a:rPr>
              <a:t>2.13</a:t>
            </a:r>
            <a:r>
              <a:rPr lang="en-US" altLang="zh-CN" sz="1800" kern="1000" dirty="0">
                <a:effectLst/>
                <a:latin typeface="宋体" panose="02010600030101010101" pitchFamily="2" charset="-122"/>
                <a:ea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～式</a:t>
            </a:r>
            <a:r>
              <a:rPr lang="en-US" altLang="zh-CN" sz="1800" kern="1000" dirty="0">
                <a:effectLst/>
                <a:latin typeface="宋体" panose="02010600030101010101" pitchFamily="2" charset="-122"/>
                <a:ea typeface="宋体" panose="02010600030101010101" pitchFamily="2" charset="-122"/>
              </a:rPr>
              <a:t>(</a:t>
            </a:r>
            <a:r>
              <a:rPr lang="en-US" altLang="zh-CN" sz="1800" kern="1000" dirty="0">
                <a:effectLst/>
                <a:latin typeface="Times New Roman" panose="02020603050405020304" pitchFamily="18" charset="0"/>
                <a:ea typeface="宋体" panose="02010600030101010101" pitchFamily="2" charset="-122"/>
              </a:rPr>
              <a:t>2.15</a:t>
            </a:r>
            <a:r>
              <a:rPr lang="en-US" altLang="zh-CN" sz="1800" kern="1000" dirty="0">
                <a:effectLst/>
                <a:latin typeface="宋体" panose="02010600030101010101" pitchFamily="2" charset="-122"/>
                <a:ea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，得</a:t>
            </a:r>
          </a:p>
        </p:txBody>
      </p:sp>
      <p:graphicFrame>
        <p:nvGraphicFramePr>
          <p:cNvPr id="7" name="对象 6">
            <a:extLst>
              <a:ext uri="{FF2B5EF4-FFF2-40B4-BE49-F238E27FC236}">
                <a16:creationId xmlns:a16="http://schemas.microsoft.com/office/drawing/2014/main" id="{414F4551-9F53-B625-781B-6807474B9BF7}"/>
              </a:ext>
            </a:extLst>
          </p:cNvPr>
          <p:cNvGraphicFramePr>
            <a:graphicFrameLocks noChangeAspect="1"/>
          </p:cNvGraphicFramePr>
          <p:nvPr>
            <p:extLst>
              <p:ext uri="{D42A27DB-BD31-4B8C-83A1-F6EECF244321}">
                <p14:modId xmlns:p14="http://schemas.microsoft.com/office/powerpoint/2010/main" val="201853817"/>
              </p:ext>
            </p:extLst>
          </p:nvPr>
        </p:nvGraphicFramePr>
        <p:xfrm>
          <a:off x="4086822" y="1347966"/>
          <a:ext cx="2896796" cy="1621477"/>
        </p:xfrm>
        <a:graphic>
          <a:graphicData uri="http://schemas.openxmlformats.org/presentationml/2006/ole">
            <mc:AlternateContent xmlns:mc="http://schemas.openxmlformats.org/markup-compatibility/2006">
              <mc:Choice xmlns:v="urn:schemas-microsoft-com:vml" Requires="v">
                <p:oleObj name="Equation" r:id="rId3" imgW="2019240" imgH="1130040" progId="Equation.DSMT4">
                  <p:embed/>
                </p:oleObj>
              </mc:Choice>
              <mc:Fallback>
                <p:oleObj name="Equation" r:id="rId3" imgW="2019240" imgH="1130040" progId="Equation.DSMT4">
                  <p:embed/>
                  <p:pic>
                    <p:nvPicPr>
                      <p:cNvPr id="0" name=""/>
                      <p:cNvPicPr/>
                      <p:nvPr/>
                    </p:nvPicPr>
                    <p:blipFill>
                      <a:blip r:embed="rId4"/>
                      <a:stretch>
                        <a:fillRect/>
                      </a:stretch>
                    </p:blipFill>
                    <p:spPr>
                      <a:xfrm>
                        <a:off x="4086822" y="1347966"/>
                        <a:ext cx="2896796" cy="1621477"/>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C1851D47-B0DE-8B21-41C4-AC10C2BBC990}"/>
              </a:ext>
            </a:extLst>
          </p:cNvPr>
          <p:cNvSpPr txBox="1"/>
          <p:nvPr/>
        </p:nvSpPr>
        <p:spPr>
          <a:xfrm>
            <a:off x="452487" y="3318234"/>
            <a:ext cx="11331018" cy="297517"/>
          </a:xfrm>
          <a:prstGeom prst="rect">
            <a:avLst/>
          </a:prstGeom>
          <a:noFill/>
        </p:spPr>
        <p:txBody>
          <a:bodyPr wrap="square">
            <a:spAutoFit/>
          </a:bodyPr>
          <a:lstStyle/>
          <a:p>
            <a:pPr indent="269875" algn="just">
              <a:lnSpc>
                <a:spcPts val="1595"/>
              </a:lnSpc>
            </a:pPr>
            <a:r>
              <a:rPr lang="zh-CN" altLang="zh-CN" sz="1800" kern="1000" dirty="0">
                <a:effectLst/>
                <a:latin typeface="Times New Roman" panose="02020603050405020304" pitchFamily="18" charset="0"/>
                <a:ea typeface="宋体" panose="02010600030101010101" pitchFamily="2" charset="-122"/>
              </a:rPr>
              <a:t>基于绝对变换和相对变换的定义，两种计算方法无论是在形式上，还是在结果上，都是一致的。</a:t>
            </a:r>
          </a:p>
        </p:txBody>
      </p:sp>
    </p:spTree>
    <p:extLst>
      <p:ext uri="{BB962C8B-B14F-4D97-AF65-F5344CB8AC3E}">
        <p14:creationId xmlns:p14="http://schemas.microsoft.com/office/powerpoint/2010/main" val="1120516461"/>
      </p:ext>
    </p:extLst>
  </p:cSld>
  <p:clrMapOvr>
    <a:masterClrMapping/>
  </p:clrMapOvr>
  <p:transition advTm="18857"/>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2.1.6  </a:t>
            </a:r>
            <a:r>
              <a:rPr lang="zh-CN" altLang="en-US" sz="2800" b="1" dirty="0">
                <a:latin typeface="Times New Roman" pitchFamily="18" charset="0"/>
                <a:ea typeface="华文中宋" pitchFamily="2" charset="-122"/>
              </a:rPr>
              <a:t>齐次变换矩阵</a:t>
            </a:r>
          </a:p>
        </p:txBody>
      </p:sp>
      <p:sp>
        <p:nvSpPr>
          <p:cNvPr id="4" name="文本框 3">
            <a:extLst>
              <a:ext uri="{FF2B5EF4-FFF2-40B4-BE49-F238E27FC236}">
                <a16:creationId xmlns:a16="http://schemas.microsoft.com/office/drawing/2014/main" id="{8ED37C85-27CC-DA14-A96C-5893BA75BBCE}"/>
              </a:ext>
            </a:extLst>
          </p:cNvPr>
          <p:cNvSpPr txBox="1"/>
          <p:nvPr/>
        </p:nvSpPr>
        <p:spPr>
          <a:xfrm>
            <a:off x="527901" y="1065230"/>
            <a:ext cx="10944519" cy="1286250"/>
          </a:xfrm>
          <a:prstGeom prst="rect">
            <a:avLst/>
          </a:prstGeom>
          <a:noFill/>
        </p:spPr>
        <p:txBody>
          <a:bodyPr wrap="square">
            <a:spAutoFit/>
          </a:bodyPr>
          <a:lstStyle/>
          <a:p>
            <a:pPr indent="269875" algn="just">
              <a:lnSpc>
                <a:spcPct val="150000"/>
              </a:lnSpc>
            </a:pPr>
            <a:r>
              <a:rPr lang="zh-CN" altLang="zh-CN" sz="1800" b="1" kern="1000" dirty="0">
                <a:effectLst/>
                <a:latin typeface="Times New Roman" panose="02020603050405020304" pitchFamily="18" charset="0"/>
                <a:ea typeface="宋体" panose="02010600030101010101" pitchFamily="2" charset="-122"/>
              </a:rPr>
              <a:t>例</a:t>
            </a:r>
            <a:r>
              <a:rPr lang="en-US" altLang="zh-CN" sz="1800" b="1" kern="1000" dirty="0">
                <a:effectLst/>
                <a:latin typeface="Times New Roman" panose="02020603050405020304" pitchFamily="18" charset="0"/>
                <a:ea typeface="宋体" panose="02010600030101010101" pitchFamily="2" charset="-122"/>
              </a:rPr>
              <a:t>4</a:t>
            </a:r>
            <a:r>
              <a:rPr lang="zh-CN" altLang="zh-CN" sz="1800" b="1" kern="1000" dirty="0">
                <a:effectLst/>
                <a:latin typeface="Times New Roman" panose="02020603050405020304" pitchFamily="18" charset="0"/>
                <a:ea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设坐标系</a:t>
            </a:r>
            <a:r>
              <a:rPr lang="en-US" altLang="zh-CN" sz="1800" kern="1000" dirty="0">
                <a:effectLst/>
                <a:latin typeface="Times New Roman" panose="02020603050405020304" pitchFamily="18" charset="0"/>
                <a:ea typeface="宋体" panose="02010600030101010101" pitchFamily="2" charset="-122"/>
              </a:rPr>
              <a:t>     </a:t>
            </a:r>
            <a:r>
              <a:rPr lang="zh-CN" altLang="zh-CN" sz="1800" kern="1000" dirty="0">
                <a:effectLst/>
                <a:latin typeface="Times New Roman" panose="02020603050405020304" pitchFamily="18" charset="0"/>
                <a:ea typeface="宋体" panose="02010600030101010101" pitchFamily="2" charset="-122"/>
              </a:rPr>
              <a:t>与</a:t>
            </a:r>
            <a:r>
              <a:rPr lang="en-US" altLang="zh-CN" sz="1800" kern="1000" dirty="0">
                <a:effectLst/>
                <a:latin typeface="Times New Roman" panose="02020603050405020304" pitchFamily="18" charset="0"/>
                <a:ea typeface="宋体" panose="02010600030101010101" pitchFamily="2" charset="-122"/>
              </a:rPr>
              <a:t>      </a:t>
            </a:r>
            <a:r>
              <a:rPr lang="zh-CN" altLang="zh-CN" sz="1800" kern="1000" dirty="0">
                <a:effectLst/>
                <a:latin typeface="Times New Roman" panose="02020603050405020304" pitchFamily="18" charset="0"/>
                <a:ea typeface="宋体" panose="02010600030101010101" pitchFamily="2" charset="-122"/>
              </a:rPr>
              <a:t>初始重合，</a:t>
            </a:r>
            <a:r>
              <a:rPr lang="en-US" altLang="zh-CN" sz="1800" kern="1000" dirty="0">
                <a:effectLst/>
                <a:latin typeface="Times New Roman" panose="02020603050405020304" pitchFamily="18" charset="0"/>
                <a:ea typeface="宋体" panose="02010600030101010101" pitchFamily="2" charset="-122"/>
              </a:rPr>
              <a:t>     </a:t>
            </a:r>
            <a:r>
              <a:rPr lang="zh-CN" altLang="zh-CN" sz="1800" kern="1000" dirty="0">
                <a:effectLst/>
                <a:latin typeface="Times New Roman" panose="02020603050405020304" pitchFamily="18" charset="0"/>
                <a:ea typeface="宋体" panose="02010600030101010101" pitchFamily="2" charset="-122"/>
              </a:rPr>
              <a:t>做如下运动：</a:t>
            </a:r>
            <a:r>
              <a:rPr lang="en-US" altLang="zh-CN" sz="1800" kern="1000" dirty="0">
                <a:effectLst/>
                <a:latin typeface="宋体" panose="02010600030101010101" pitchFamily="2" charset="-122"/>
                <a:ea typeface="宋体" panose="02010600030101010101" pitchFamily="2" charset="-122"/>
                <a:cs typeface="宋体" panose="02010600030101010101" pitchFamily="2" charset="-122"/>
              </a:rPr>
              <a:t>(</a:t>
            </a:r>
            <a:r>
              <a:rPr lang="en-US" altLang="zh-CN" sz="1800" kern="1000" dirty="0">
                <a:effectLst/>
                <a:latin typeface="Times New Roman" panose="02020603050405020304" pitchFamily="18" charset="0"/>
                <a:ea typeface="宋体" panose="02010600030101010101" pitchFamily="2" charset="-122"/>
              </a:rPr>
              <a:t>1</a:t>
            </a:r>
            <a:r>
              <a:rPr lang="en-US" altLang="zh-CN" sz="1800" kern="10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绕</a:t>
            </a:r>
            <a:r>
              <a:rPr lang="en-US" altLang="zh-CN" sz="1800" kern="1000" dirty="0">
                <a:effectLst/>
                <a:latin typeface="Times New Roman" panose="02020603050405020304" pitchFamily="18" charset="0"/>
                <a:ea typeface="宋体" panose="02010600030101010101" pitchFamily="2" charset="-122"/>
              </a:rPr>
              <a:t>      </a:t>
            </a:r>
            <a:r>
              <a:rPr lang="zh-CN" altLang="zh-CN" sz="1800" kern="1000" dirty="0">
                <a:effectLst/>
                <a:latin typeface="Times New Roman" panose="02020603050405020304" pitchFamily="18" charset="0"/>
                <a:ea typeface="宋体" panose="02010600030101010101" pitchFamily="2" charset="-122"/>
              </a:rPr>
              <a:t>轴转动</a:t>
            </a:r>
            <a:r>
              <a:rPr lang="en-US" altLang="zh-CN" sz="1800" kern="1000" dirty="0">
                <a:effectLst/>
                <a:latin typeface="Times New Roman" panose="02020603050405020304" pitchFamily="18" charset="0"/>
                <a:ea typeface="宋体" panose="02010600030101010101" pitchFamily="2" charset="-122"/>
              </a:rPr>
              <a:t>30º</a:t>
            </a:r>
            <a:r>
              <a:rPr lang="zh-CN" altLang="zh-CN" sz="1800" kern="1000" dirty="0">
                <a:effectLst/>
                <a:latin typeface="Times New Roman" panose="02020603050405020304" pitchFamily="18" charset="0"/>
                <a:ea typeface="宋体" panose="02010600030101010101" pitchFamily="2" charset="-122"/>
              </a:rPr>
              <a:t>；</a:t>
            </a:r>
            <a:r>
              <a:rPr lang="en-US" altLang="zh-CN" sz="1800" kern="1000" dirty="0">
                <a:effectLst/>
                <a:latin typeface="宋体" panose="02010600030101010101" pitchFamily="2" charset="-122"/>
                <a:ea typeface="宋体" panose="02010600030101010101" pitchFamily="2" charset="-122"/>
                <a:cs typeface="宋体" panose="02010600030101010101" pitchFamily="2" charset="-122"/>
              </a:rPr>
              <a:t>(</a:t>
            </a:r>
            <a:r>
              <a:rPr lang="en-US" altLang="zh-CN" sz="1800" kern="1000" dirty="0">
                <a:effectLst/>
                <a:latin typeface="Times New Roman" panose="02020603050405020304" pitchFamily="18" charset="0"/>
                <a:ea typeface="宋体" panose="02010600030101010101" pitchFamily="2" charset="-122"/>
              </a:rPr>
              <a:t>2</a:t>
            </a:r>
            <a:r>
              <a:rPr lang="en-US" altLang="zh-CN" sz="1800" kern="10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绕</a:t>
            </a:r>
            <a:r>
              <a:rPr lang="en-US" altLang="zh-CN" sz="1800" kern="1000" dirty="0">
                <a:effectLst/>
                <a:latin typeface="Times New Roman" panose="02020603050405020304" pitchFamily="18" charset="0"/>
                <a:ea typeface="宋体" panose="02010600030101010101" pitchFamily="2" charset="-122"/>
              </a:rPr>
              <a:t> </a:t>
            </a:r>
            <a:r>
              <a:rPr lang="en-US" altLang="zh-CN" sz="1800" i="1" kern="1000" dirty="0">
                <a:effectLst/>
                <a:latin typeface="Times New Roman" panose="02020603050405020304" pitchFamily="18" charset="0"/>
                <a:ea typeface="宋体" panose="02010600030101010101" pitchFamily="2" charset="-122"/>
              </a:rPr>
              <a:t>x</a:t>
            </a:r>
            <a:r>
              <a:rPr lang="zh-CN" altLang="zh-CN" sz="1800" kern="1000" dirty="0">
                <a:effectLst/>
                <a:latin typeface="Times New Roman" panose="02020603050405020304" pitchFamily="18" charset="0"/>
                <a:ea typeface="宋体" panose="02010600030101010101" pitchFamily="2" charset="-122"/>
              </a:rPr>
              <a:t>轴转动</a:t>
            </a:r>
            <a:r>
              <a:rPr lang="en-US" altLang="zh-CN" sz="1800" kern="1000" dirty="0">
                <a:effectLst/>
                <a:latin typeface="Times New Roman" panose="02020603050405020304" pitchFamily="18" charset="0"/>
                <a:ea typeface="宋体" panose="02010600030101010101" pitchFamily="2" charset="-122"/>
              </a:rPr>
              <a:t>60º</a:t>
            </a:r>
            <a:r>
              <a:rPr lang="zh-CN" altLang="zh-CN" sz="1800" kern="1000" dirty="0">
                <a:effectLst/>
                <a:latin typeface="Times New Roman" panose="02020603050405020304" pitchFamily="18" charset="0"/>
                <a:ea typeface="宋体" panose="02010600030101010101" pitchFamily="2" charset="-122"/>
              </a:rPr>
              <a:t>；</a:t>
            </a:r>
            <a:r>
              <a:rPr lang="en-US" altLang="zh-CN" sz="1800" kern="1000" dirty="0">
                <a:effectLst/>
                <a:latin typeface="宋体" panose="02010600030101010101" pitchFamily="2" charset="-122"/>
                <a:ea typeface="宋体" panose="02010600030101010101" pitchFamily="2" charset="-122"/>
                <a:cs typeface="宋体" panose="02010600030101010101" pitchFamily="2" charset="-122"/>
              </a:rPr>
              <a:t>(</a:t>
            </a:r>
            <a:r>
              <a:rPr lang="en-US" altLang="zh-CN" sz="1800" kern="1000" dirty="0">
                <a:effectLst/>
                <a:latin typeface="Times New Roman" panose="02020603050405020304" pitchFamily="18" charset="0"/>
                <a:ea typeface="宋体" panose="02010600030101010101" pitchFamily="2" charset="-122"/>
              </a:rPr>
              <a:t>3</a:t>
            </a:r>
            <a:r>
              <a:rPr lang="en-US" altLang="zh-CN" sz="1800" kern="10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kern="1000" dirty="0">
                <a:effectLst/>
                <a:latin typeface="Times New Roman" panose="02020603050405020304" pitchFamily="18" charset="0"/>
                <a:ea typeface="宋体" panose="02010600030101010101" pitchFamily="2" charset="-122"/>
              </a:rPr>
              <a:t>绕</a:t>
            </a:r>
          </a:p>
          <a:p>
            <a:pPr indent="269875" algn="just">
              <a:lnSpc>
                <a:spcPct val="150000"/>
              </a:lnSpc>
            </a:pPr>
            <a:r>
              <a:rPr lang="zh-CN" altLang="zh-CN" sz="1800" kern="1000" dirty="0">
                <a:effectLst/>
                <a:latin typeface="Times New Roman" panose="02020603050405020304" pitchFamily="18" charset="0"/>
                <a:ea typeface="宋体" panose="02010600030101010101" pitchFamily="2" charset="-122"/>
              </a:rPr>
              <a:t>轴转动</a:t>
            </a:r>
            <a:r>
              <a:rPr lang="en-US" altLang="zh-CN" sz="1800" kern="1000" dirty="0">
                <a:effectLst/>
                <a:latin typeface="Times New Roman" panose="02020603050405020304" pitchFamily="18" charset="0"/>
                <a:ea typeface="宋体" panose="02010600030101010101" pitchFamily="2" charset="-122"/>
              </a:rPr>
              <a:t>90º</a:t>
            </a:r>
            <a:r>
              <a:rPr lang="zh-CN" altLang="zh-CN" sz="1800" kern="1000" dirty="0">
                <a:effectLst/>
                <a:latin typeface="Times New Roman" panose="02020603050405020304" pitchFamily="18" charset="0"/>
                <a:ea typeface="宋体" panose="02010600030101010101" pitchFamily="2" charset="-122"/>
              </a:rPr>
              <a:t>。求齐次变换矩阵</a:t>
            </a:r>
            <a:r>
              <a:rPr lang="en-US" altLang="zh-CN" sz="1800" kern="1000" dirty="0">
                <a:effectLst/>
                <a:latin typeface="Times New Roman" panose="02020603050405020304" pitchFamily="18" charset="0"/>
                <a:ea typeface="宋体" panose="02010600030101010101" pitchFamily="2" charset="-122"/>
              </a:rPr>
              <a:t>       </a:t>
            </a:r>
            <a:r>
              <a:rPr lang="zh-CN" altLang="zh-CN" sz="1800" kern="1000" dirty="0">
                <a:effectLst/>
                <a:latin typeface="Times New Roman" panose="02020603050405020304" pitchFamily="18" charset="0"/>
                <a:ea typeface="宋体" panose="02010600030101010101" pitchFamily="2" charset="-122"/>
              </a:rPr>
              <a:t>。</a:t>
            </a:r>
            <a:endParaRPr lang="en-US" altLang="zh-CN" sz="1800" kern="1000" dirty="0">
              <a:effectLst/>
              <a:latin typeface="Times New Roman" panose="02020603050405020304" pitchFamily="18" charset="0"/>
              <a:ea typeface="宋体" panose="02010600030101010101" pitchFamily="2" charset="-122"/>
            </a:endParaRPr>
          </a:p>
          <a:p>
            <a:pPr indent="269875" algn="just">
              <a:lnSpc>
                <a:spcPct val="150000"/>
              </a:lnSpc>
            </a:pPr>
            <a:r>
              <a:rPr lang="zh-CN" altLang="zh-CN" sz="1800" kern="1000" dirty="0">
                <a:effectLst/>
                <a:latin typeface="Times New Roman" panose="02020603050405020304" pitchFamily="18" charset="0"/>
                <a:ea typeface="宋体" panose="02010600030101010101" pitchFamily="2" charset="-122"/>
              </a:rPr>
              <a:t>解：有题意可知</a:t>
            </a:r>
          </a:p>
        </p:txBody>
      </p:sp>
      <p:graphicFrame>
        <p:nvGraphicFramePr>
          <p:cNvPr id="7" name="对象 6">
            <a:extLst>
              <a:ext uri="{FF2B5EF4-FFF2-40B4-BE49-F238E27FC236}">
                <a16:creationId xmlns:a16="http://schemas.microsoft.com/office/drawing/2014/main" id="{68587DE2-7A13-7CA2-6F8C-650EB2C7FEFF}"/>
              </a:ext>
            </a:extLst>
          </p:cNvPr>
          <p:cNvGraphicFramePr>
            <a:graphicFrameLocks noChangeAspect="1"/>
          </p:cNvGraphicFramePr>
          <p:nvPr>
            <p:extLst>
              <p:ext uri="{D42A27DB-BD31-4B8C-83A1-F6EECF244321}">
                <p14:modId xmlns:p14="http://schemas.microsoft.com/office/powerpoint/2010/main" val="500017929"/>
              </p:ext>
            </p:extLst>
          </p:nvPr>
        </p:nvGraphicFramePr>
        <p:xfrm>
          <a:off x="2361610" y="1211132"/>
          <a:ext cx="336834" cy="240596"/>
        </p:xfrm>
        <a:graphic>
          <a:graphicData uri="http://schemas.openxmlformats.org/presentationml/2006/ole">
            <mc:AlternateContent xmlns:mc="http://schemas.openxmlformats.org/markup-compatibility/2006">
              <mc:Choice xmlns:v="urn:schemas-microsoft-com:vml" Requires="v">
                <p:oleObj name="Equation" r:id="rId3" imgW="266400" imgH="190440" progId="Equation.DSMT4">
                  <p:embed/>
                </p:oleObj>
              </mc:Choice>
              <mc:Fallback>
                <p:oleObj name="Equation" r:id="rId3" imgW="266400" imgH="190440" progId="Equation.DSMT4">
                  <p:embed/>
                  <p:pic>
                    <p:nvPicPr>
                      <p:cNvPr id="0" name=""/>
                      <p:cNvPicPr/>
                      <p:nvPr/>
                    </p:nvPicPr>
                    <p:blipFill>
                      <a:blip r:embed="rId4"/>
                      <a:stretch>
                        <a:fillRect/>
                      </a:stretch>
                    </p:blipFill>
                    <p:spPr>
                      <a:xfrm>
                        <a:off x="2361610" y="1211132"/>
                        <a:ext cx="336834" cy="24059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5BFA753-3360-338B-E8AA-554E576756DE}"/>
              </a:ext>
            </a:extLst>
          </p:cNvPr>
          <p:cNvGraphicFramePr>
            <a:graphicFrameLocks noChangeAspect="1"/>
          </p:cNvGraphicFramePr>
          <p:nvPr>
            <p:extLst>
              <p:ext uri="{D42A27DB-BD31-4B8C-83A1-F6EECF244321}">
                <p14:modId xmlns:p14="http://schemas.microsoft.com/office/powerpoint/2010/main" val="3500423317"/>
              </p:ext>
            </p:extLst>
          </p:nvPr>
        </p:nvGraphicFramePr>
        <p:xfrm>
          <a:off x="2858154" y="1211132"/>
          <a:ext cx="336833" cy="252625"/>
        </p:xfrm>
        <a:graphic>
          <a:graphicData uri="http://schemas.openxmlformats.org/presentationml/2006/ole">
            <mc:AlternateContent xmlns:mc="http://schemas.openxmlformats.org/markup-compatibility/2006">
              <mc:Choice xmlns:v="urn:schemas-microsoft-com:vml" Requires="v">
                <p:oleObj name="Equation" r:id="rId5" imgW="253800" imgH="190440" progId="Equation.DSMT4">
                  <p:embed/>
                </p:oleObj>
              </mc:Choice>
              <mc:Fallback>
                <p:oleObj name="Equation" r:id="rId5" imgW="253800" imgH="190440" progId="Equation.DSMT4">
                  <p:embed/>
                  <p:pic>
                    <p:nvPicPr>
                      <p:cNvPr id="0" name=""/>
                      <p:cNvPicPr/>
                      <p:nvPr/>
                    </p:nvPicPr>
                    <p:blipFill>
                      <a:blip r:embed="rId6"/>
                      <a:stretch>
                        <a:fillRect/>
                      </a:stretch>
                    </p:blipFill>
                    <p:spPr>
                      <a:xfrm>
                        <a:off x="2858154" y="1211132"/>
                        <a:ext cx="336833" cy="25262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B51FE76-A007-8320-431F-BFC8702747C9}"/>
              </a:ext>
            </a:extLst>
          </p:cNvPr>
          <p:cNvGraphicFramePr>
            <a:graphicFrameLocks noChangeAspect="1"/>
          </p:cNvGraphicFramePr>
          <p:nvPr>
            <p:extLst>
              <p:ext uri="{D42A27DB-BD31-4B8C-83A1-F6EECF244321}">
                <p14:modId xmlns:p14="http://schemas.microsoft.com/office/powerpoint/2010/main" val="2809285882"/>
              </p:ext>
            </p:extLst>
          </p:nvPr>
        </p:nvGraphicFramePr>
        <p:xfrm>
          <a:off x="4249741" y="1211132"/>
          <a:ext cx="336833" cy="240595"/>
        </p:xfrm>
        <a:graphic>
          <a:graphicData uri="http://schemas.openxmlformats.org/presentationml/2006/ole">
            <mc:AlternateContent xmlns:mc="http://schemas.openxmlformats.org/markup-compatibility/2006">
              <mc:Choice xmlns:v="urn:schemas-microsoft-com:vml" Requires="v">
                <p:oleObj name="Equation" r:id="rId7" imgW="266400" imgH="190440" progId="Equation.DSMT4">
                  <p:embed/>
                </p:oleObj>
              </mc:Choice>
              <mc:Fallback>
                <p:oleObj name="Equation" r:id="rId7" imgW="266400" imgH="190440" progId="Equation.DSMT4">
                  <p:embed/>
                  <p:pic>
                    <p:nvPicPr>
                      <p:cNvPr id="0" name=""/>
                      <p:cNvPicPr/>
                      <p:nvPr/>
                    </p:nvPicPr>
                    <p:blipFill>
                      <a:blip r:embed="rId8"/>
                      <a:stretch>
                        <a:fillRect/>
                      </a:stretch>
                    </p:blipFill>
                    <p:spPr>
                      <a:xfrm>
                        <a:off x="4249741" y="1211132"/>
                        <a:ext cx="336833" cy="24059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E3497D7-279F-CB8A-AB90-A131350BC100}"/>
              </a:ext>
            </a:extLst>
          </p:cNvPr>
          <p:cNvGraphicFramePr>
            <a:graphicFrameLocks noChangeAspect="1"/>
          </p:cNvGraphicFramePr>
          <p:nvPr>
            <p:extLst>
              <p:ext uri="{D42A27DB-BD31-4B8C-83A1-F6EECF244321}">
                <p14:modId xmlns:p14="http://schemas.microsoft.com/office/powerpoint/2010/main" val="3170386342"/>
              </p:ext>
            </p:extLst>
          </p:nvPr>
        </p:nvGraphicFramePr>
        <p:xfrm>
          <a:off x="6682117" y="1233626"/>
          <a:ext cx="246584" cy="246584"/>
        </p:xfrm>
        <a:graphic>
          <a:graphicData uri="http://schemas.openxmlformats.org/presentationml/2006/ole">
            <mc:AlternateContent xmlns:mc="http://schemas.openxmlformats.org/markup-compatibility/2006">
              <mc:Choice xmlns:v="urn:schemas-microsoft-com:vml" Requires="v">
                <p:oleObj name="Equation" r:id="rId9" imgW="114120" imgH="114120" progId="Equation.DSMT4">
                  <p:embed/>
                </p:oleObj>
              </mc:Choice>
              <mc:Fallback>
                <p:oleObj name="Equation" r:id="rId9" imgW="114120" imgH="114120" progId="Equation.DSMT4">
                  <p:embed/>
                  <p:pic>
                    <p:nvPicPr>
                      <p:cNvPr id="0" name=""/>
                      <p:cNvPicPr/>
                      <p:nvPr/>
                    </p:nvPicPr>
                    <p:blipFill>
                      <a:blip r:embed="rId10"/>
                      <a:stretch>
                        <a:fillRect/>
                      </a:stretch>
                    </p:blipFill>
                    <p:spPr>
                      <a:xfrm>
                        <a:off x="6682117" y="1233626"/>
                        <a:ext cx="246584" cy="24658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528C3A00-DF4A-1E57-A89F-DC854ECDA717}"/>
              </a:ext>
            </a:extLst>
          </p:cNvPr>
          <p:cNvGraphicFramePr>
            <a:graphicFrameLocks noChangeAspect="1"/>
          </p:cNvGraphicFramePr>
          <p:nvPr>
            <p:extLst>
              <p:ext uri="{D42A27DB-BD31-4B8C-83A1-F6EECF244321}">
                <p14:modId xmlns:p14="http://schemas.microsoft.com/office/powerpoint/2010/main" val="2348034925"/>
              </p:ext>
            </p:extLst>
          </p:nvPr>
        </p:nvGraphicFramePr>
        <p:xfrm>
          <a:off x="10701946" y="1199102"/>
          <a:ext cx="246584" cy="295901"/>
        </p:xfrm>
        <a:graphic>
          <a:graphicData uri="http://schemas.openxmlformats.org/presentationml/2006/ole">
            <mc:AlternateContent xmlns:mc="http://schemas.openxmlformats.org/markup-compatibility/2006">
              <mc:Choice xmlns:v="urn:schemas-microsoft-com:vml" Requires="v">
                <p:oleObj name="Equation" r:id="rId11" imgW="126720" imgH="152280" progId="Equation.DSMT4">
                  <p:embed/>
                </p:oleObj>
              </mc:Choice>
              <mc:Fallback>
                <p:oleObj name="Equation" r:id="rId11" imgW="126720" imgH="152280" progId="Equation.DSMT4">
                  <p:embed/>
                  <p:pic>
                    <p:nvPicPr>
                      <p:cNvPr id="0" name=""/>
                      <p:cNvPicPr/>
                      <p:nvPr/>
                    </p:nvPicPr>
                    <p:blipFill>
                      <a:blip r:embed="rId12"/>
                      <a:stretch>
                        <a:fillRect/>
                      </a:stretch>
                    </p:blipFill>
                    <p:spPr>
                      <a:xfrm>
                        <a:off x="10701946" y="1199102"/>
                        <a:ext cx="246584" cy="295901"/>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F2D9EA22-F13E-4B51-B74B-8518B6B1D471}"/>
              </a:ext>
            </a:extLst>
          </p:cNvPr>
          <p:cNvGraphicFramePr>
            <a:graphicFrameLocks noChangeAspect="1"/>
          </p:cNvGraphicFramePr>
          <p:nvPr>
            <p:extLst>
              <p:ext uri="{D42A27DB-BD31-4B8C-83A1-F6EECF244321}">
                <p14:modId xmlns:p14="http://schemas.microsoft.com/office/powerpoint/2010/main" val="3987550405"/>
              </p:ext>
            </p:extLst>
          </p:nvPr>
        </p:nvGraphicFramePr>
        <p:xfrm>
          <a:off x="3735435" y="1578974"/>
          <a:ext cx="242675" cy="264736"/>
        </p:xfrm>
        <a:graphic>
          <a:graphicData uri="http://schemas.openxmlformats.org/presentationml/2006/ole">
            <mc:AlternateContent xmlns:mc="http://schemas.openxmlformats.org/markup-compatibility/2006">
              <mc:Choice xmlns:v="urn:schemas-microsoft-com:vml" Requires="v">
                <p:oleObj name="Equation" r:id="rId13" imgW="139680" imgH="152280" progId="Equation.DSMT4">
                  <p:embed/>
                </p:oleObj>
              </mc:Choice>
              <mc:Fallback>
                <p:oleObj name="Equation" r:id="rId13" imgW="139680" imgH="152280" progId="Equation.DSMT4">
                  <p:embed/>
                  <p:pic>
                    <p:nvPicPr>
                      <p:cNvPr id="0" name=""/>
                      <p:cNvPicPr/>
                      <p:nvPr/>
                    </p:nvPicPr>
                    <p:blipFill>
                      <a:blip r:embed="rId14"/>
                      <a:stretch>
                        <a:fillRect/>
                      </a:stretch>
                    </p:blipFill>
                    <p:spPr>
                      <a:xfrm>
                        <a:off x="3735435" y="1578974"/>
                        <a:ext cx="242675" cy="264736"/>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C554E692-32C9-EF5C-242A-08F16AFC1AEA}"/>
              </a:ext>
            </a:extLst>
          </p:cNvPr>
          <p:cNvGraphicFramePr>
            <a:graphicFrameLocks noChangeAspect="1"/>
          </p:cNvGraphicFramePr>
          <p:nvPr>
            <p:extLst>
              <p:ext uri="{D42A27DB-BD31-4B8C-83A1-F6EECF244321}">
                <p14:modId xmlns:p14="http://schemas.microsoft.com/office/powerpoint/2010/main" val="1848132275"/>
              </p:ext>
            </p:extLst>
          </p:nvPr>
        </p:nvGraphicFramePr>
        <p:xfrm>
          <a:off x="1550988" y="2640946"/>
          <a:ext cx="2449159" cy="1286249"/>
        </p:xfrm>
        <a:graphic>
          <a:graphicData uri="http://schemas.openxmlformats.org/presentationml/2006/ole">
            <mc:AlternateContent xmlns:mc="http://schemas.openxmlformats.org/markup-compatibility/2006">
              <mc:Choice xmlns:v="urn:schemas-microsoft-com:vml" Requires="v">
                <p:oleObj name="Equation" r:id="rId15" imgW="1765080" imgH="927000" progId="Equation.DSMT4">
                  <p:embed/>
                </p:oleObj>
              </mc:Choice>
              <mc:Fallback>
                <p:oleObj name="Equation" r:id="rId15" imgW="1765080" imgH="927000" progId="Equation.DSMT4">
                  <p:embed/>
                  <p:pic>
                    <p:nvPicPr>
                      <p:cNvPr id="0" name=""/>
                      <p:cNvPicPr/>
                      <p:nvPr/>
                    </p:nvPicPr>
                    <p:blipFill>
                      <a:blip r:embed="rId16"/>
                      <a:stretch>
                        <a:fillRect/>
                      </a:stretch>
                    </p:blipFill>
                    <p:spPr>
                      <a:xfrm>
                        <a:off x="1550988" y="2640946"/>
                        <a:ext cx="2449159" cy="1286249"/>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5B470D3D-5DFE-36B3-5EE1-BF516D226937}"/>
              </a:ext>
            </a:extLst>
          </p:cNvPr>
          <p:cNvGraphicFramePr>
            <a:graphicFrameLocks noChangeAspect="1"/>
          </p:cNvGraphicFramePr>
          <p:nvPr>
            <p:extLst>
              <p:ext uri="{D42A27DB-BD31-4B8C-83A1-F6EECF244321}">
                <p14:modId xmlns:p14="http://schemas.microsoft.com/office/powerpoint/2010/main" val="251992352"/>
              </p:ext>
            </p:extLst>
          </p:nvPr>
        </p:nvGraphicFramePr>
        <p:xfrm>
          <a:off x="4577874" y="2640945"/>
          <a:ext cx="2466779" cy="1286249"/>
        </p:xfrm>
        <a:graphic>
          <a:graphicData uri="http://schemas.openxmlformats.org/presentationml/2006/ole">
            <mc:AlternateContent xmlns:mc="http://schemas.openxmlformats.org/markup-compatibility/2006">
              <mc:Choice xmlns:v="urn:schemas-microsoft-com:vml" Requires="v">
                <p:oleObj name="Equation" r:id="rId17" imgW="1777680" imgH="927000" progId="Equation.DSMT4">
                  <p:embed/>
                </p:oleObj>
              </mc:Choice>
              <mc:Fallback>
                <p:oleObj name="Equation" r:id="rId17" imgW="1777680" imgH="927000" progId="Equation.DSMT4">
                  <p:embed/>
                  <p:pic>
                    <p:nvPicPr>
                      <p:cNvPr id="0" name=""/>
                      <p:cNvPicPr/>
                      <p:nvPr/>
                    </p:nvPicPr>
                    <p:blipFill>
                      <a:blip r:embed="rId18"/>
                      <a:stretch>
                        <a:fillRect/>
                      </a:stretch>
                    </p:blipFill>
                    <p:spPr>
                      <a:xfrm>
                        <a:off x="4577874" y="2640945"/>
                        <a:ext cx="2466779" cy="1286249"/>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7A89777D-5E6A-EC8A-6013-627117078922}"/>
              </a:ext>
            </a:extLst>
          </p:cNvPr>
          <p:cNvGraphicFramePr>
            <a:graphicFrameLocks noChangeAspect="1"/>
          </p:cNvGraphicFramePr>
          <p:nvPr>
            <p:extLst>
              <p:ext uri="{D42A27DB-BD31-4B8C-83A1-F6EECF244321}">
                <p14:modId xmlns:p14="http://schemas.microsoft.com/office/powerpoint/2010/main" val="3016413738"/>
              </p:ext>
            </p:extLst>
          </p:nvPr>
        </p:nvGraphicFramePr>
        <p:xfrm>
          <a:off x="7622379" y="2640945"/>
          <a:ext cx="2449157" cy="1286248"/>
        </p:xfrm>
        <a:graphic>
          <a:graphicData uri="http://schemas.openxmlformats.org/presentationml/2006/ole">
            <mc:AlternateContent xmlns:mc="http://schemas.openxmlformats.org/markup-compatibility/2006">
              <mc:Choice xmlns:v="urn:schemas-microsoft-com:vml" Requires="v">
                <p:oleObj name="Equation" r:id="rId19" imgW="1765080" imgH="927000" progId="Equation.DSMT4">
                  <p:embed/>
                </p:oleObj>
              </mc:Choice>
              <mc:Fallback>
                <p:oleObj name="Equation" r:id="rId19" imgW="1765080" imgH="927000" progId="Equation.DSMT4">
                  <p:embed/>
                  <p:pic>
                    <p:nvPicPr>
                      <p:cNvPr id="0" name=""/>
                      <p:cNvPicPr/>
                      <p:nvPr/>
                    </p:nvPicPr>
                    <p:blipFill>
                      <a:blip r:embed="rId20"/>
                      <a:stretch>
                        <a:fillRect/>
                      </a:stretch>
                    </p:blipFill>
                    <p:spPr>
                      <a:xfrm>
                        <a:off x="7622379" y="2640945"/>
                        <a:ext cx="2449157" cy="1286248"/>
                      </a:xfrm>
                      <a:prstGeom prst="rect">
                        <a:avLst/>
                      </a:prstGeom>
                    </p:spPr>
                  </p:pic>
                </p:oleObj>
              </mc:Fallback>
            </mc:AlternateContent>
          </a:graphicData>
        </a:graphic>
      </p:graphicFrame>
      <p:sp>
        <p:nvSpPr>
          <p:cNvPr id="20" name="文本框 19">
            <a:extLst>
              <a:ext uri="{FF2B5EF4-FFF2-40B4-BE49-F238E27FC236}">
                <a16:creationId xmlns:a16="http://schemas.microsoft.com/office/drawing/2014/main" id="{C035B8F4-6C54-EEFC-F373-D54257E09FFE}"/>
              </a:ext>
            </a:extLst>
          </p:cNvPr>
          <p:cNvSpPr txBox="1"/>
          <p:nvPr/>
        </p:nvSpPr>
        <p:spPr>
          <a:xfrm>
            <a:off x="795418" y="4216659"/>
            <a:ext cx="6122708"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从而</a:t>
            </a:r>
            <a:endParaRPr lang="zh-CN" altLang="en-US" dirty="0"/>
          </a:p>
        </p:txBody>
      </p:sp>
      <p:graphicFrame>
        <p:nvGraphicFramePr>
          <p:cNvPr id="21" name="对象 20">
            <a:extLst>
              <a:ext uri="{FF2B5EF4-FFF2-40B4-BE49-F238E27FC236}">
                <a16:creationId xmlns:a16="http://schemas.microsoft.com/office/drawing/2014/main" id="{E2D70C73-D09D-A1E1-A725-07C47457DB16}"/>
              </a:ext>
            </a:extLst>
          </p:cNvPr>
          <p:cNvGraphicFramePr>
            <a:graphicFrameLocks noChangeAspect="1"/>
          </p:cNvGraphicFramePr>
          <p:nvPr>
            <p:extLst>
              <p:ext uri="{D42A27DB-BD31-4B8C-83A1-F6EECF244321}">
                <p14:modId xmlns:p14="http://schemas.microsoft.com/office/powerpoint/2010/main" val="31738922"/>
              </p:ext>
            </p:extLst>
          </p:nvPr>
        </p:nvGraphicFramePr>
        <p:xfrm>
          <a:off x="1550988" y="4777082"/>
          <a:ext cx="3035695" cy="1152590"/>
        </p:xfrm>
        <a:graphic>
          <a:graphicData uri="http://schemas.openxmlformats.org/presentationml/2006/ole">
            <mc:AlternateContent xmlns:mc="http://schemas.openxmlformats.org/markup-compatibility/2006">
              <mc:Choice xmlns:v="urn:schemas-microsoft-com:vml" Requires="v">
                <p:oleObj name="Equation" r:id="rId21" imgW="2374560" imgH="901440" progId="Equation.DSMT4">
                  <p:embed/>
                </p:oleObj>
              </mc:Choice>
              <mc:Fallback>
                <p:oleObj name="Equation" r:id="rId21" imgW="2374560" imgH="901440" progId="Equation.DSMT4">
                  <p:embed/>
                  <p:pic>
                    <p:nvPicPr>
                      <p:cNvPr id="0" name=""/>
                      <p:cNvPicPr/>
                      <p:nvPr/>
                    </p:nvPicPr>
                    <p:blipFill>
                      <a:blip r:embed="rId22"/>
                      <a:stretch>
                        <a:fillRect/>
                      </a:stretch>
                    </p:blipFill>
                    <p:spPr>
                      <a:xfrm>
                        <a:off x="1550988" y="4777082"/>
                        <a:ext cx="3035695" cy="1152590"/>
                      </a:xfrm>
                      <a:prstGeom prst="rect">
                        <a:avLst/>
                      </a:prstGeom>
                    </p:spPr>
                  </p:pic>
                </p:oleObj>
              </mc:Fallback>
            </mc:AlternateContent>
          </a:graphicData>
        </a:graphic>
      </p:graphicFrame>
    </p:spTree>
    <p:extLst>
      <p:ext uri="{BB962C8B-B14F-4D97-AF65-F5344CB8AC3E}">
        <p14:creationId xmlns:p14="http://schemas.microsoft.com/office/powerpoint/2010/main" val="339193590"/>
      </p:ext>
    </p:extLst>
  </p:cSld>
  <p:clrMapOvr>
    <a:masterClrMapping/>
  </p:clrMapOvr>
  <p:transition advTm="18857"/>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2.2  </a:t>
            </a:r>
            <a:r>
              <a:rPr lang="zh-CN" altLang="en-US" sz="2800" b="1" dirty="0">
                <a:latin typeface="Times New Roman" pitchFamily="18" charset="0"/>
                <a:ea typeface="华文中宋" pitchFamily="2" charset="-122"/>
              </a:rPr>
              <a:t>齐次变换矩阵性质</a:t>
            </a:r>
          </a:p>
        </p:txBody>
      </p:sp>
      <p:sp>
        <p:nvSpPr>
          <p:cNvPr id="4" name="文本框 3">
            <a:extLst>
              <a:ext uri="{FF2B5EF4-FFF2-40B4-BE49-F238E27FC236}">
                <a16:creationId xmlns:a16="http://schemas.microsoft.com/office/drawing/2014/main" id="{2CC23EC1-DD1D-0522-3219-5302DF096FB4}"/>
              </a:ext>
            </a:extLst>
          </p:cNvPr>
          <p:cNvSpPr txBox="1"/>
          <p:nvPr/>
        </p:nvSpPr>
        <p:spPr>
          <a:xfrm>
            <a:off x="431276" y="989085"/>
            <a:ext cx="10984584" cy="5029390"/>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在研究机器人的过程中，齐次变换矩阵表示为</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其中，纯旋转的齐次变换矩阵中，      为零矩阵，即                  </a:t>
            </a:r>
            <a:r>
              <a:rPr lang="zh-CN" altLang="en-US" kern="1000" dirty="0">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因此，绕           轴旋转     角的基本齐次变换矩阵为</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纯平移的齐次变换矩阵中，           </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单位阵</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。因此，沿            轴移动            单位的基本平移变换矩阵为</a:t>
            </a:r>
          </a:p>
          <a:p>
            <a:pPr indent="450000" algn="just">
              <a:lnSpc>
                <a:spcPct val="150000"/>
              </a:lnSpc>
            </a:pPr>
            <a:endParaRPr lang="zh-CN" altLang="en-US"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37D56930-C416-5B79-96D0-A68E77A123E4}"/>
              </a:ext>
            </a:extLst>
          </p:cNvPr>
          <p:cNvGraphicFramePr>
            <a:graphicFrameLocks noChangeAspect="1"/>
          </p:cNvGraphicFramePr>
          <p:nvPr>
            <p:extLst>
              <p:ext uri="{D42A27DB-BD31-4B8C-83A1-F6EECF244321}">
                <p14:modId xmlns:p14="http://schemas.microsoft.com/office/powerpoint/2010/main" val="2378644187"/>
              </p:ext>
            </p:extLst>
          </p:nvPr>
        </p:nvGraphicFramePr>
        <p:xfrm>
          <a:off x="5918329" y="989085"/>
          <a:ext cx="1514549" cy="675407"/>
        </p:xfrm>
        <a:graphic>
          <a:graphicData uri="http://schemas.openxmlformats.org/presentationml/2006/ole">
            <mc:AlternateContent xmlns:mc="http://schemas.openxmlformats.org/markup-compatibility/2006">
              <mc:Choice xmlns:v="urn:schemas-microsoft-com:vml" Requires="v">
                <p:oleObj name="Equation" r:id="rId3" imgW="939600" imgH="419040" progId="Equation.DSMT4">
                  <p:embed/>
                </p:oleObj>
              </mc:Choice>
              <mc:Fallback>
                <p:oleObj name="Equation" r:id="rId3" imgW="939600" imgH="419040" progId="Equation.DSMT4">
                  <p:embed/>
                  <p:pic>
                    <p:nvPicPr>
                      <p:cNvPr id="0" name=""/>
                      <p:cNvPicPr/>
                      <p:nvPr/>
                    </p:nvPicPr>
                    <p:blipFill>
                      <a:blip r:embed="rId4"/>
                      <a:stretch>
                        <a:fillRect/>
                      </a:stretch>
                    </p:blipFill>
                    <p:spPr>
                      <a:xfrm>
                        <a:off x="5918329" y="989085"/>
                        <a:ext cx="1514549" cy="67540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8309C227-BA31-C18A-391D-322E2C5EC139}"/>
              </a:ext>
            </a:extLst>
          </p:cNvPr>
          <p:cNvGraphicFramePr>
            <a:graphicFrameLocks noChangeAspect="1"/>
          </p:cNvGraphicFramePr>
          <p:nvPr>
            <p:extLst>
              <p:ext uri="{D42A27DB-BD31-4B8C-83A1-F6EECF244321}">
                <p14:modId xmlns:p14="http://schemas.microsoft.com/office/powerpoint/2010/main" val="1534362204"/>
              </p:ext>
            </p:extLst>
          </p:nvPr>
        </p:nvGraphicFramePr>
        <p:xfrm>
          <a:off x="4407424" y="1919655"/>
          <a:ext cx="381392" cy="339015"/>
        </p:xfrm>
        <a:graphic>
          <a:graphicData uri="http://schemas.openxmlformats.org/presentationml/2006/ole">
            <mc:AlternateContent xmlns:mc="http://schemas.openxmlformats.org/markup-compatibility/2006">
              <mc:Choice xmlns:v="urn:schemas-microsoft-com:vml" Requires="v">
                <p:oleObj name="Equation" r:id="rId5" imgW="228600" imgH="203040" progId="Equation.DSMT4">
                  <p:embed/>
                </p:oleObj>
              </mc:Choice>
              <mc:Fallback>
                <p:oleObj name="Equation" r:id="rId5" imgW="228600" imgH="203040" progId="Equation.DSMT4">
                  <p:embed/>
                  <p:pic>
                    <p:nvPicPr>
                      <p:cNvPr id="0" name=""/>
                      <p:cNvPicPr/>
                      <p:nvPr/>
                    </p:nvPicPr>
                    <p:blipFill>
                      <a:blip r:embed="rId6"/>
                      <a:stretch>
                        <a:fillRect/>
                      </a:stretch>
                    </p:blipFill>
                    <p:spPr>
                      <a:xfrm>
                        <a:off x="4407424" y="1919655"/>
                        <a:ext cx="381392" cy="33901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8C9D2B5F-FFE9-D426-77A5-981439C9172C}"/>
              </a:ext>
            </a:extLst>
          </p:cNvPr>
          <p:cNvGraphicFramePr>
            <a:graphicFrameLocks noChangeAspect="1"/>
          </p:cNvGraphicFramePr>
          <p:nvPr>
            <p:extLst>
              <p:ext uri="{D42A27DB-BD31-4B8C-83A1-F6EECF244321}">
                <p14:modId xmlns:p14="http://schemas.microsoft.com/office/powerpoint/2010/main" val="2605871627"/>
              </p:ext>
            </p:extLst>
          </p:nvPr>
        </p:nvGraphicFramePr>
        <p:xfrm>
          <a:off x="6275552" y="1919654"/>
          <a:ext cx="1218698" cy="328855"/>
        </p:xfrm>
        <a:graphic>
          <a:graphicData uri="http://schemas.openxmlformats.org/presentationml/2006/ole">
            <mc:AlternateContent xmlns:mc="http://schemas.openxmlformats.org/markup-compatibility/2006">
              <mc:Choice xmlns:v="urn:schemas-microsoft-com:vml" Requires="v">
                <p:oleObj name="Equation" r:id="rId7" imgW="799920" imgH="215640" progId="Equation.DSMT4">
                  <p:embed/>
                </p:oleObj>
              </mc:Choice>
              <mc:Fallback>
                <p:oleObj name="Equation" r:id="rId7" imgW="799920" imgH="215640" progId="Equation.DSMT4">
                  <p:embed/>
                  <p:pic>
                    <p:nvPicPr>
                      <p:cNvPr id="0" name=""/>
                      <p:cNvPicPr/>
                      <p:nvPr/>
                    </p:nvPicPr>
                    <p:blipFill>
                      <a:blip r:embed="rId8"/>
                      <a:stretch>
                        <a:fillRect/>
                      </a:stretch>
                    </p:blipFill>
                    <p:spPr>
                      <a:xfrm>
                        <a:off x="6275552" y="1919654"/>
                        <a:ext cx="1218698" cy="32885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A1981799-9246-D863-4591-1D7D637AF6A2}"/>
              </a:ext>
            </a:extLst>
          </p:cNvPr>
          <p:cNvGraphicFramePr>
            <a:graphicFrameLocks noChangeAspect="1"/>
          </p:cNvGraphicFramePr>
          <p:nvPr>
            <p:extLst>
              <p:ext uri="{D42A27DB-BD31-4B8C-83A1-F6EECF244321}">
                <p14:modId xmlns:p14="http://schemas.microsoft.com/office/powerpoint/2010/main" val="1760719272"/>
              </p:ext>
            </p:extLst>
          </p:nvPr>
        </p:nvGraphicFramePr>
        <p:xfrm>
          <a:off x="8659951" y="1973336"/>
          <a:ext cx="642070" cy="275173"/>
        </p:xfrm>
        <a:graphic>
          <a:graphicData uri="http://schemas.openxmlformats.org/presentationml/2006/ole">
            <mc:AlternateContent xmlns:mc="http://schemas.openxmlformats.org/markup-compatibility/2006">
              <mc:Choice xmlns:v="urn:schemas-microsoft-com:vml" Requires="v">
                <p:oleObj name="Equation" r:id="rId9" imgW="355320" imgH="152280" progId="Equation.DSMT4">
                  <p:embed/>
                </p:oleObj>
              </mc:Choice>
              <mc:Fallback>
                <p:oleObj name="Equation" r:id="rId9" imgW="355320" imgH="152280" progId="Equation.DSMT4">
                  <p:embed/>
                  <p:pic>
                    <p:nvPicPr>
                      <p:cNvPr id="0" name=""/>
                      <p:cNvPicPr/>
                      <p:nvPr/>
                    </p:nvPicPr>
                    <p:blipFill>
                      <a:blip r:embed="rId10"/>
                      <a:stretch>
                        <a:fillRect/>
                      </a:stretch>
                    </p:blipFill>
                    <p:spPr>
                      <a:xfrm>
                        <a:off x="8659951" y="1973336"/>
                        <a:ext cx="642070" cy="275173"/>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E19AC93-3111-DC21-5337-8127EFA73529}"/>
              </a:ext>
            </a:extLst>
          </p:cNvPr>
          <p:cNvGraphicFramePr>
            <a:graphicFrameLocks noChangeAspect="1"/>
          </p:cNvGraphicFramePr>
          <p:nvPr>
            <p:extLst>
              <p:ext uri="{D42A27DB-BD31-4B8C-83A1-F6EECF244321}">
                <p14:modId xmlns:p14="http://schemas.microsoft.com/office/powerpoint/2010/main" val="818701025"/>
              </p:ext>
            </p:extLst>
          </p:nvPr>
        </p:nvGraphicFramePr>
        <p:xfrm>
          <a:off x="10137017" y="1973335"/>
          <a:ext cx="211672" cy="275173"/>
        </p:xfrm>
        <a:graphic>
          <a:graphicData uri="http://schemas.openxmlformats.org/presentationml/2006/ole">
            <mc:AlternateContent xmlns:mc="http://schemas.openxmlformats.org/markup-compatibility/2006">
              <mc:Choice xmlns:v="urn:schemas-microsoft-com:vml" Requires="v">
                <p:oleObj name="Equation" r:id="rId11" imgW="126720" imgH="164880" progId="Equation.DSMT4">
                  <p:embed/>
                </p:oleObj>
              </mc:Choice>
              <mc:Fallback>
                <p:oleObj name="Equation" r:id="rId11" imgW="126720" imgH="164880" progId="Equation.DSMT4">
                  <p:embed/>
                  <p:pic>
                    <p:nvPicPr>
                      <p:cNvPr id="0" name=""/>
                      <p:cNvPicPr/>
                      <p:nvPr/>
                    </p:nvPicPr>
                    <p:blipFill>
                      <a:blip r:embed="rId12"/>
                      <a:stretch>
                        <a:fillRect/>
                      </a:stretch>
                    </p:blipFill>
                    <p:spPr>
                      <a:xfrm>
                        <a:off x="10137017" y="1973335"/>
                        <a:ext cx="211672" cy="27517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D8892690-1A2D-0D55-99A8-F32E1D4FC9FC}"/>
              </a:ext>
            </a:extLst>
          </p:cNvPr>
          <p:cNvGraphicFramePr>
            <a:graphicFrameLocks noChangeAspect="1"/>
          </p:cNvGraphicFramePr>
          <p:nvPr>
            <p:extLst>
              <p:ext uri="{D42A27DB-BD31-4B8C-83A1-F6EECF244321}">
                <p14:modId xmlns:p14="http://schemas.microsoft.com/office/powerpoint/2010/main" val="2181147341"/>
              </p:ext>
            </p:extLst>
          </p:nvPr>
        </p:nvGraphicFramePr>
        <p:xfrm>
          <a:off x="892600" y="3049572"/>
          <a:ext cx="2295885" cy="1042104"/>
        </p:xfrm>
        <a:graphic>
          <a:graphicData uri="http://schemas.openxmlformats.org/presentationml/2006/ole">
            <mc:AlternateContent xmlns:mc="http://schemas.openxmlformats.org/markup-compatibility/2006">
              <mc:Choice xmlns:v="urn:schemas-microsoft-com:vml" Requires="v">
                <p:oleObj name="Equation" r:id="rId13" imgW="1790640" imgH="812520" progId="Equation.DSMT4">
                  <p:embed/>
                </p:oleObj>
              </mc:Choice>
              <mc:Fallback>
                <p:oleObj name="Equation" r:id="rId13" imgW="1790640" imgH="812520" progId="Equation.DSMT4">
                  <p:embed/>
                  <p:pic>
                    <p:nvPicPr>
                      <p:cNvPr id="0" name=""/>
                      <p:cNvPicPr/>
                      <p:nvPr/>
                    </p:nvPicPr>
                    <p:blipFill>
                      <a:blip r:embed="rId14"/>
                      <a:stretch>
                        <a:fillRect/>
                      </a:stretch>
                    </p:blipFill>
                    <p:spPr>
                      <a:xfrm>
                        <a:off x="892600" y="3049572"/>
                        <a:ext cx="2295885" cy="104210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8C1978B-154A-A5D0-4B2E-123FB85A1DAE}"/>
              </a:ext>
            </a:extLst>
          </p:cNvPr>
          <p:cNvGraphicFramePr>
            <a:graphicFrameLocks noChangeAspect="1"/>
          </p:cNvGraphicFramePr>
          <p:nvPr>
            <p:extLst>
              <p:ext uri="{D42A27DB-BD31-4B8C-83A1-F6EECF244321}">
                <p14:modId xmlns:p14="http://schemas.microsoft.com/office/powerpoint/2010/main" val="2047027652"/>
              </p:ext>
            </p:extLst>
          </p:nvPr>
        </p:nvGraphicFramePr>
        <p:xfrm>
          <a:off x="4034989" y="3109987"/>
          <a:ext cx="2178122" cy="981689"/>
        </p:xfrm>
        <a:graphic>
          <a:graphicData uri="http://schemas.openxmlformats.org/presentationml/2006/ole">
            <mc:AlternateContent xmlns:mc="http://schemas.openxmlformats.org/markup-compatibility/2006">
              <mc:Choice xmlns:v="urn:schemas-microsoft-com:vml" Requires="v">
                <p:oleObj name="Equation" r:id="rId15" imgW="1803240" imgH="812520" progId="Equation.DSMT4">
                  <p:embed/>
                </p:oleObj>
              </mc:Choice>
              <mc:Fallback>
                <p:oleObj name="Equation" r:id="rId15" imgW="1803240" imgH="812520" progId="Equation.DSMT4">
                  <p:embed/>
                  <p:pic>
                    <p:nvPicPr>
                      <p:cNvPr id="0" name=""/>
                      <p:cNvPicPr/>
                      <p:nvPr/>
                    </p:nvPicPr>
                    <p:blipFill>
                      <a:blip r:embed="rId16"/>
                      <a:stretch>
                        <a:fillRect/>
                      </a:stretch>
                    </p:blipFill>
                    <p:spPr>
                      <a:xfrm>
                        <a:off x="4034989" y="3109987"/>
                        <a:ext cx="2178122" cy="981689"/>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64BFBE4D-8AEC-F5BE-C9C3-EDE1FD76C58A}"/>
              </a:ext>
            </a:extLst>
          </p:cNvPr>
          <p:cNvGraphicFramePr>
            <a:graphicFrameLocks noChangeAspect="1"/>
          </p:cNvGraphicFramePr>
          <p:nvPr>
            <p:extLst>
              <p:ext uri="{D42A27DB-BD31-4B8C-83A1-F6EECF244321}">
                <p14:modId xmlns:p14="http://schemas.microsoft.com/office/powerpoint/2010/main" val="1580850557"/>
              </p:ext>
            </p:extLst>
          </p:nvPr>
        </p:nvGraphicFramePr>
        <p:xfrm>
          <a:off x="7059615" y="3109985"/>
          <a:ext cx="2162784" cy="981689"/>
        </p:xfrm>
        <a:graphic>
          <a:graphicData uri="http://schemas.openxmlformats.org/presentationml/2006/ole">
            <mc:AlternateContent xmlns:mc="http://schemas.openxmlformats.org/markup-compatibility/2006">
              <mc:Choice xmlns:v="urn:schemas-microsoft-com:vml" Requires="v">
                <p:oleObj name="Equation" r:id="rId17" imgW="1790640" imgH="812520" progId="Equation.DSMT4">
                  <p:embed/>
                </p:oleObj>
              </mc:Choice>
              <mc:Fallback>
                <p:oleObj name="Equation" r:id="rId17" imgW="1790640" imgH="812520" progId="Equation.DSMT4">
                  <p:embed/>
                  <p:pic>
                    <p:nvPicPr>
                      <p:cNvPr id="0" name=""/>
                      <p:cNvPicPr/>
                      <p:nvPr/>
                    </p:nvPicPr>
                    <p:blipFill>
                      <a:blip r:embed="rId18"/>
                      <a:stretch>
                        <a:fillRect/>
                      </a:stretch>
                    </p:blipFill>
                    <p:spPr>
                      <a:xfrm>
                        <a:off x="7059615" y="3109985"/>
                        <a:ext cx="2162784" cy="981689"/>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FCDA0687-3B83-0B15-9E70-D338474B45DC}"/>
              </a:ext>
            </a:extLst>
          </p:cNvPr>
          <p:cNvGraphicFramePr>
            <a:graphicFrameLocks noChangeAspect="1"/>
          </p:cNvGraphicFramePr>
          <p:nvPr>
            <p:extLst>
              <p:ext uri="{D42A27DB-BD31-4B8C-83A1-F6EECF244321}">
                <p14:modId xmlns:p14="http://schemas.microsoft.com/office/powerpoint/2010/main" val="2634210282"/>
              </p:ext>
            </p:extLst>
          </p:nvPr>
        </p:nvGraphicFramePr>
        <p:xfrm>
          <a:off x="3645969" y="4399054"/>
          <a:ext cx="840326" cy="286068"/>
        </p:xfrm>
        <a:graphic>
          <a:graphicData uri="http://schemas.openxmlformats.org/presentationml/2006/ole">
            <mc:AlternateContent xmlns:mc="http://schemas.openxmlformats.org/markup-compatibility/2006">
              <mc:Choice xmlns:v="urn:schemas-microsoft-com:vml" Requires="v">
                <p:oleObj name="Equation" r:id="rId19" imgW="596880" imgH="203040" progId="Equation.DSMT4">
                  <p:embed/>
                </p:oleObj>
              </mc:Choice>
              <mc:Fallback>
                <p:oleObj name="Equation" r:id="rId19" imgW="596880" imgH="203040" progId="Equation.DSMT4">
                  <p:embed/>
                  <p:pic>
                    <p:nvPicPr>
                      <p:cNvPr id="0" name=""/>
                      <p:cNvPicPr/>
                      <p:nvPr/>
                    </p:nvPicPr>
                    <p:blipFill>
                      <a:blip r:embed="rId20"/>
                      <a:stretch>
                        <a:fillRect/>
                      </a:stretch>
                    </p:blipFill>
                    <p:spPr>
                      <a:xfrm>
                        <a:off x="3645969" y="4399054"/>
                        <a:ext cx="840326" cy="286068"/>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1BD9FF11-D5DF-EACB-AEBA-D4C5EFE37AB2}"/>
              </a:ext>
            </a:extLst>
          </p:cNvPr>
          <p:cNvGraphicFramePr>
            <a:graphicFrameLocks noChangeAspect="1"/>
          </p:cNvGraphicFramePr>
          <p:nvPr>
            <p:extLst>
              <p:ext uri="{D42A27DB-BD31-4B8C-83A1-F6EECF244321}">
                <p14:modId xmlns:p14="http://schemas.microsoft.com/office/powerpoint/2010/main" val="2657176689"/>
              </p:ext>
            </p:extLst>
          </p:nvPr>
        </p:nvGraphicFramePr>
        <p:xfrm>
          <a:off x="6551154" y="4450539"/>
          <a:ext cx="667493" cy="286068"/>
        </p:xfrm>
        <a:graphic>
          <a:graphicData uri="http://schemas.openxmlformats.org/presentationml/2006/ole">
            <mc:AlternateContent xmlns:mc="http://schemas.openxmlformats.org/markup-compatibility/2006">
              <mc:Choice xmlns:v="urn:schemas-microsoft-com:vml" Requires="v">
                <p:oleObj name="Equation" r:id="rId21" imgW="355320" imgH="152280" progId="Equation.DSMT4">
                  <p:embed/>
                </p:oleObj>
              </mc:Choice>
              <mc:Fallback>
                <p:oleObj name="Equation" r:id="rId21" imgW="355320" imgH="152280" progId="Equation.DSMT4">
                  <p:embed/>
                  <p:pic>
                    <p:nvPicPr>
                      <p:cNvPr id="0" name=""/>
                      <p:cNvPicPr/>
                      <p:nvPr/>
                    </p:nvPicPr>
                    <p:blipFill>
                      <a:blip r:embed="rId22"/>
                      <a:stretch>
                        <a:fillRect/>
                      </a:stretch>
                    </p:blipFill>
                    <p:spPr>
                      <a:xfrm>
                        <a:off x="6551154" y="4450539"/>
                        <a:ext cx="667493" cy="286068"/>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1121EE0C-516A-FFC4-EEB8-B855649190D2}"/>
              </a:ext>
            </a:extLst>
          </p:cNvPr>
          <p:cNvGraphicFramePr>
            <a:graphicFrameLocks noChangeAspect="1"/>
          </p:cNvGraphicFramePr>
          <p:nvPr>
            <p:extLst>
              <p:ext uri="{D42A27DB-BD31-4B8C-83A1-F6EECF244321}">
                <p14:modId xmlns:p14="http://schemas.microsoft.com/office/powerpoint/2010/main" val="3258046442"/>
              </p:ext>
            </p:extLst>
          </p:nvPr>
        </p:nvGraphicFramePr>
        <p:xfrm>
          <a:off x="8023134" y="4399054"/>
          <a:ext cx="756296" cy="340333"/>
        </p:xfrm>
        <a:graphic>
          <a:graphicData uri="http://schemas.openxmlformats.org/presentationml/2006/ole">
            <mc:AlternateContent xmlns:mc="http://schemas.openxmlformats.org/markup-compatibility/2006">
              <mc:Choice xmlns:v="urn:schemas-microsoft-com:vml" Requires="v">
                <p:oleObj name="Equation" r:id="rId23" imgW="507960" imgH="228600" progId="Equation.DSMT4">
                  <p:embed/>
                </p:oleObj>
              </mc:Choice>
              <mc:Fallback>
                <p:oleObj name="Equation" r:id="rId23" imgW="507960" imgH="228600" progId="Equation.DSMT4">
                  <p:embed/>
                  <p:pic>
                    <p:nvPicPr>
                      <p:cNvPr id="0" name=""/>
                      <p:cNvPicPr/>
                      <p:nvPr/>
                    </p:nvPicPr>
                    <p:blipFill>
                      <a:blip r:embed="rId24"/>
                      <a:stretch>
                        <a:fillRect/>
                      </a:stretch>
                    </p:blipFill>
                    <p:spPr>
                      <a:xfrm>
                        <a:off x="8023134" y="4399054"/>
                        <a:ext cx="756296" cy="340333"/>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550B8516-DD0C-A685-1DB2-9507FA646F21}"/>
              </a:ext>
            </a:extLst>
          </p:cNvPr>
          <p:cNvGraphicFramePr>
            <a:graphicFrameLocks noChangeAspect="1"/>
          </p:cNvGraphicFramePr>
          <p:nvPr>
            <p:extLst>
              <p:ext uri="{D42A27DB-BD31-4B8C-83A1-F6EECF244321}">
                <p14:modId xmlns:p14="http://schemas.microsoft.com/office/powerpoint/2010/main" val="868066375"/>
              </p:ext>
            </p:extLst>
          </p:nvPr>
        </p:nvGraphicFramePr>
        <p:xfrm>
          <a:off x="892600" y="5056115"/>
          <a:ext cx="2192096" cy="1096048"/>
        </p:xfrm>
        <a:graphic>
          <a:graphicData uri="http://schemas.openxmlformats.org/presentationml/2006/ole">
            <mc:AlternateContent xmlns:mc="http://schemas.openxmlformats.org/markup-compatibility/2006">
              <mc:Choice xmlns:v="urn:schemas-microsoft-com:vml" Requires="v">
                <p:oleObj name="Equation" r:id="rId25" imgW="1625400" imgH="812520" progId="Equation.DSMT4">
                  <p:embed/>
                </p:oleObj>
              </mc:Choice>
              <mc:Fallback>
                <p:oleObj name="Equation" r:id="rId25" imgW="1625400" imgH="812520" progId="Equation.DSMT4">
                  <p:embed/>
                  <p:pic>
                    <p:nvPicPr>
                      <p:cNvPr id="0" name=""/>
                      <p:cNvPicPr/>
                      <p:nvPr/>
                    </p:nvPicPr>
                    <p:blipFill>
                      <a:blip r:embed="rId26"/>
                      <a:stretch>
                        <a:fillRect/>
                      </a:stretch>
                    </p:blipFill>
                    <p:spPr>
                      <a:xfrm>
                        <a:off x="892600" y="5056115"/>
                        <a:ext cx="2192096" cy="1096048"/>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7DCE4C76-E2FA-3B42-B648-D44462D15A50}"/>
              </a:ext>
            </a:extLst>
          </p:cNvPr>
          <p:cNvGraphicFramePr>
            <a:graphicFrameLocks noChangeAspect="1"/>
          </p:cNvGraphicFramePr>
          <p:nvPr>
            <p:extLst>
              <p:ext uri="{D42A27DB-BD31-4B8C-83A1-F6EECF244321}">
                <p14:modId xmlns:p14="http://schemas.microsoft.com/office/powerpoint/2010/main" val="3356360351"/>
              </p:ext>
            </p:extLst>
          </p:nvPr>
        </p:nvGraphicFramePr>
        <p:xfrm>
          <a:off x="3963316" y="5044875"/>
          <a:ext cx="2226348" cy="1096048"/>
        </p:xfrm>
        <a:graphic>
          <a:graphicData uri="http://schemas.openxmlformats.org/presentationml/2006/ole">
            <mc:AlternateContent xmlns:mc="http://schemas.openxmlformats.org/markup-compatibility/2006">
              <mc:Choice xmlns:v="urn:schemas-microsoft-com:vml" Requires="v">
                <p:oleObj name="Equation" r:id="rId27" imgW="1650960" imgH="812520" progId="Equation.DSMT4">
                  <p:embed/>
                </p:oleObj>
              </mc:Choice>
              <mc:Fallback>
                <p:oleObj name="Equation" r:id="rId27" imgW="1650960" imgH="812520" progId="Equation.DSMT4">
                  <p:embed/>
                  <p:pic>
                    <p:nvPicPr>
                      <p:cNvPr id="0" name=""/>
                      <p:cNvPicPr/>
                      <p:nvPr/>
                    </p:nvPicPr>
                    <p:blipFill>
                      <a:blip r:embed="rId28"/>
                      <a:stretch>
                        <a:fillRect/>
                      </a:stretch>
                    </p:blipFill>
                    <p:spPr>
                      <a:xfrm>
                        <a:off x="3963316" y="5044875"/>
                        <a:ext cx="2226348" cy="1096048"/>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4F79B900-10C8-91CC-B32C-48D0A0D184C3}"/>
              </a:ext>
            </a:extLst>
          </p:cNvPr>
          <p:cNvGraphicFramePr>
            <a:graphicFrameLocks noChangeAspect="1"/>
          </p:cNvGraphicFramePr>
          <p:nvPr>
            <p:extLst>
              <p:ext uri="{D42A27DB-BD31-4B8C-83A1-F6EECF244321}">
                <p14:modId xmlns:p14="http://schemas.microsoft.com/office/powerpoint/2010/main" val="3720618069"/>
              </p:ext>
            </p:extLst>
          </p:nvPr>
        </p:nvGraphicFramePr>
        <p:xfrm>
          <a:off x="7068284" y="5095471"/>
          <a:ext cx="2113382" cy="1056691"/>
        </p:xfrm>
        <a:graphic>
          <a:graphicData uri="http://schemas.openxmlformats.org/presentationml/2006/ole">
            <mc:AlternateContent xmlns:mc="http://schemas.openxmlformats.org/markup-compatibility/2006">
              <mc:Choice xmlns:v="urn:schemas-microsoft-com:vml" Requires="v">
                <p:oleObj name="Equation" r:id="rId29" imgW="1625400" imgH="812520" progId="Equation.DSMT4">
                  <p:embed/>
                </p:oleObj>
              </mc:Choice>
              <mc:Fallback>
                <p:oleObj name="Equation" r:id="rId29" imgW="1625400" imgH="812520" progId="Equation.DSMT4">
                  <p:embed/>
                  <p:pic>
                    <p:nvPicPr>
                      <p:cNvPr id="0" name=""/>
                      <p:cNvPicPr/>
                      <p:nvPr/>
                    </p:nvPicPr>
                    <p:blipFill>
                      <a:blip r:embed="rId30"/>
                      <a:stretch>
                        <a:fillRect/>
                      </a:stretch>
                    </p:blipFill>
                    <p:spPr>
                      <a:xfrm>
                        <a:off x="7068284" y="5095471"/>
                        <a:ext cx="2113382" cy="1056691"/>
                      </a:xfrm>
                      <a:prstGeom prst="rect">
                        <a:avLst/>
                      </a:prstGeom>
                    </p:spPr>
                  </p:pic>
                </p:oleObj>
              </mc:Fallback>
            </mc:AlternateContent>
          </a:graphicData>
        </a:graphic>
      </p:graphicFrame>
    </p:spTree>
    <p:extLst>
      <p:ext uri="{BB962C8B-B14F-4D97-AF65-F5344CB8AC3E}">
        <p14:creationId xmlns:p14="http://schemas.microsoft.com/office/powerpoint/2010/main" val="1611231727"/>
      </p:ext>
    </p:extLst>
  </p:cSld>
  <p:clrMapOvr>
    <a:masterClrMapping/>
  </p:clrMapOvr>
  <p:transition advTm="1885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7AACDF6-516A-07DC-829A-71A7CB62D7F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2.2  </a:t>
            </a:r>
            <a:r>
              <a:rPr lang="zh-CN" altLang="en-US" sz="2800" b="1" dirty="0">
                <a:latin typeface="Times New Roman" pitchFamily="18" charset="0"/>
                <a:ea typeface="华文中宋" pitchFamily="2" charset="-122"/>
              </a:rPr>
              <a:t>齐次变换矩阵性质</a:t>
            </a:r>
          </a:p>
        </p:txBody>
      </p:sp>
      <p:sp>
        <p:nvSpPr>
          <p:cNvPr id="5" name="文本框 4">
            <a:extLst>
              <a:ext uri="{FF2B5EF4-FFF2-40B4-BE49-F238E27FC236}">
                <a16:creationId xmlns:a16="http://schemas.microsoft.com/office/drawing/2014/main" id="{44A9BD98-0AFA-228C-89B5-A83CAED520C7}"/>
              </a:ext>
            </a:extLst>
          </p:cNvPr>
          <p:cNvSpPr txBox="1"/>
          <p:nvPr/>
        </p:nvSpPr>
        <p:spPr>
          <a:xfrm>
            <a:off x="650449" y="1112363"/>
            <a:ext cx="10869105" cy="6275885"/>
          </a:xfrm>
          <a:prstGeom prst="rect">
            <a:avLst/>
          </a:prstGeom>
          <a:noFill/>
        </p:spPr>
        <p:txBody>
          <a:bodyPr wrap="square">
            <a:spAutoFit/>
          </a:bodyPr>
          <a:lstStyle/>
          <a:p>
            <a:pPr indent="450000" algn="just">
              <a:lnSpc>
                <a:spcPct val="150000"/>
              </a:lnSpc>
            </a:pP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的齐次变换矩阵具有不同的物理解释，可以进行坐标系的描述，实现坐标映射，构造不同的运动算子。坐标系</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相对于参考系</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 dirty="0">
                <a:effectLst/>
                <a:latin typeface="微软雅黑" panose="020B0503020204020204" pitchFamily="34" charset="-122"/>
                <a:ea typeface="微软雅黑" panose="020B0503020204020204" pitchFamily="34" charset="-122"/>
              </a:rPr>
              <a:t>的位姿描述可以表示为</a:t>
            </a:r>
            <a:endParaRPr lang="en-US" altLang="zh-CN" sz="1800" kern="1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sz="1800" kern="1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 dirty="0">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 dirty="0">
                <a:effectLst/>
                <a:latin typeface="微软雅黑" panose="020B0503020204020204" pitchFamily="34" charset="-122"/>
                <a:ea typeface="微软雅黑" panose="020B0503020204020204" pitchFamily="34" charset="-122"/>
              </a:rPr>
              <a:t>其中，      的各列分别描述坐标系       的</a:t>
            </a:r>
            <a:r>
              <a:rPr lang="en-US" altLang="zh-CN" sz="1800" kern="100" dirty="0">
                <a:effectLst/>
                <a:latin typeface="微软雅黑" panose="020B0503020204020204" pitchFamily="34" charset="-122"/>
                <a:ea typeface="微软雅黑" panose="020B0503020204020204" pitchFamily="34" charset="-122"/>
              </a:rPr>
              <a:t>3</a:t>
            </a:r>
            <a:r>
              <a:rPr lang="zh-CN" altLang="en-US" sz="1800" kern="100" dirty="0">
                <a:effectLst/>
                <a:latin typeface="微软雅黑" panose="020B0503020204020204" pitchFamily="34" charset="-122"/>
                <a:ea typeface="微软雅黑" panose="020B0503020204020204" pitchFamily="34" charset="-122"/>
              </a:rPr>
              <a:t>个坐标轴的方向，        描述       坐标原点的位置。     的前</a:t>
            </a:r>
            <a:r>
              <a:rPr lang="en-US" altLang="zh-CN" sz="1800" kern="100" dirty="0">
                <a:effectLst/>
                <a:latin typeface="微软雅黑" panose="020B0503020204020204" pitchFamily="34" charset="-122"/>
                <a:ea typeface="微软雅黑" panose="020B0503020204020204" pitchFamily="34" charset="-122"/>
              </a:rPr>
              <a:t>3</a:t>
            </a:r>
            <a:r>
              <a:rPr lang="zh-CN" altLang="en-US" sz="1800" kern="100" dirty="0">
                <a:effectLst/>
                <a:latin typeface="微软雅黑" panose="020B0503020204020204" pitchFamily="34" charset="-122"/>
                <a:ea typeface="微软雅黑" panose="020B0503020204020204" pitchFamily="34" charset="-122"/>
              </a:rPr>
              <a:t>列表示      相对于       的</a:t>
            </a:r>
            <a:r>
              <a:rPr lang="en-US" altLang="zh-CN" sz="1800" kern="100" dirty="0">
                <a:effectLst/>
                <a:latin typeface="微软雅黑" panose="020B0503020204020204" pitchFamily="34" charset="-122"/>
                <a:ea typeface="微软雅黑" panose="020B0503020204020204" pitchFamily="34" charset="-122"/>
              </a:rPr>
              <a:t>3</a:t>
            </a:r>
            <a:r>
              <a:rPr lang="zh-CN" altLang="en-US" sz="1800" kern="100" dirty="0">
                <a:effectLst/>
                <a:latin typeface="微软雅黑" panose="020B0503020204020204" pitchFamily="34" charset="-122"/>
                <a:ea typeface="微软雅黑" panose="020B0503020204020204" pitchFamily="34" charset="-122"/>
              </a:rPr>
              <a:t>个坐标轴的方向，最后</a:t>
            </a:r>
            <a:r>
              <a:rPr lang="en-US" altLang="zh-CN" sz="1800" kern="100" dirty="0">
                <a:effectLst/>
                <a:latin typeface="微软雅黑" panose="020B0503020204020204" pitchFamily="34" charset="-122"/>
                <a:ea typeface="微软雅黑" panose="020B0503020204020204" pitchFamily="34" charset="-122"/>
              </a:rPr>
              <a:t>1</a:t>
            </a:r>
            <a:r>
              <a:rPr lang="zh-CN" altLang="en-US" sz="1800" kern="100" dirty="0">
                <a:effectLst/>
                <a:latin typeface="微软雅黑" panose="020B0503020204020204" pitchFamily="34" charset="-122"/>
                <a:ea typeface="微软雅黑" panose="020B0503020204020204" pitchFamily="34" charset="-122"/>
              </a:rPr>
              <a:t>列表示      的坐标原点。</a:t>
            </a:r>
            <a:endParaRPr lang="en-US" altLang="zh-CN" sz="1800" kern="1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 dirty="0">
                <a:effectLst/>
                <a:latin typeface="微软雅黑" panose="020B0503020204020204" pitchFamily="34" charset="-122"/>
                <a:ea typeface="微软雅黑" panose="020B0503020204020204" pitchFamily="34" charset="-122"/>
              </a:rPr>
              <a:t>式</a:t>
            </a:r>
            <a:r>
              <a:rPr lang="en-US" altLang="zh-CN" sz="1800" kern="100" dirty="0">
                <a:effectLst/>
                <a:latin typeface="微软雅黑" panose="020B0503020204020204" pitchFamily="34" charset="-122"/>
                <a:ea typeface="微软雅黑" panose="020B0503020204020204" pitchFamily="34" charset="-122"/>
              </a:rPr>
              <a:t>(2.23)</a:t>
            </a:r>
            <a:r>
              <a:rPr lang="zh-CN" altLang="en-US" sz="1800" kern="100" dirty="0">
                <a:effectLst/>
                <a:latin typeface="微软雅黑" panose="020B0503020204020204" pitchFamily="34" charset="-122"/>
                <a:ea typeface="微软雅黑" panose="020B0503020204020204" pitchFamily="34" charset="-122"/>
              </a:rPr>
              <a:t>也可以用来表示坐标映射，同一个点     在两个坐标系     和      之间的映射关系可以用     表示，    将      映射为       。其中，       称为旋转映射，       称为平移映射。</a:t>
            </a:r>
            <a:endParaRPr lang="en-US" altLang="zh-CN" sz="1800" kern="1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 dirty="0">
                <a:effectLst/>
                <a:latin typeface="微软雅黑" panose="020B0503020204020204" pitchFamily="34" charset="-122"/>
                <a:ea typeface="微软雅黑" panose="020B0503020204020204" pitchFamily="34" charset="-122"/>
              </a:rPr>
              <a:t>当用    表示运动算子时，可分解为平移算子和旋转算子，表示在同一个坐标系中，点   运动前后的算子关系，算子      作用于      ，得出      。</a:t>
            </a:r>
          </a:p>
          <a:p>
            <a:pPr indent="450000" algn="just">
              <a:lnSpc>
                <a:spcPct val="150000"/>
              </a:lnSpc>
            </a:pPr>
            <a:endParaRPr lang="zh-CN" altLang="en-US" sz="1800" kern="100" dirty="0">
              <a:effectLst/>
              <a:latin typeface="微软雅黑" panose="020B0503020204020204" pitchFamily="34" charset="-122"/>
              <a:ea typeface="微软雅黑" panose="020B0503020204020204" pitchFamily="34" charset="-122"/>
            </a:endParaRPr>
          </a:p>
          <a:p>
            <a:pPr indent="450000" algn="just">
              <a:lnSpc>
                <a:spcPct val="150000"/>
              </a:lnSpc>
            </a:pPr>
            <a:endParaRPr lang="zh-CN" altLang="en-US" sz="1800" kern="100" dirty="0">
              <a:effectLst/>
              <a:latin typeface="微软雅黑" panose="020B0503020204020204" pitchFamily="34" charset="-122"/>
              <a:ea typeface="微软雅黑" panose="020B0503020204020204" pitchFamily="34" charset="-122"/>
            </a:endParaRPr>
          </a:p>
          <a:p>
            <a:pPr indent="450000" algn="just">
              <a:lnSpc>
                <a:spcPct val="150000"/>
              </a:lnSpc>
            </a:pPr>
            <a:endParaRPr lang="zh-CN" altLang="en-US" sz="1800" kern="100" dirty="0">
              <a:effectLst/>
              <a:latin typeface="微软雅黑" panose="020B0503020204020204" pitchFamily="34" charset="-122"/>
              <a:ea typeface="微软雅黑" panose="020B0503020204020204" pitchFamily="34" charset="-122"/>
            </a:endParaRPr>
          </a:p>
          <a:p>
            <a:pPr indent="450000" algn="just">
              <a:lnSpc>
                <a:spcPct val="150000"/>
              </a:lnSpc>
            </a:pPr>
            <a:endParaRPr lang="zh-CN" altLang="zh-CN" sz="1800" kern="100" dirty="0">
              <a:effectLst/>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5494918D-352C-90E1-75AB-52541A70AAFD}"/>
              </a:ext>
            </a:extLst>
          </p:cNvPr>
          <p:cNvGraphicFramePr>
            <a:graphicFrameLocks noChangeAspect="1"/>
          </p:cNvGraphicFramePr>
          <p:nvPr>
            <p:extLst>
              <p:ext uri="{D42A27DB-BD31-4B8C-83A1-F6EECF244321}">
                <p14:modId xmlns:p14="http://schemas.microsoft.com/office/powerpoint/2010/main" val="2607070687"/>
              </p:ext>
            </p:extLst>
          </p:nvPr>
        </p:nvGraphicFramePr>
        <p:xfrm>
          <a:off x="953744" y="1280886"/>
          <a:ext cx="514970" cy="268680"/>
        </p:xfrm>
        <a:graphic>
          <a:graphicData uri="http://schemas.openxmlformats.org/presentationml/2006/ole">
            <mc:AlternateContent xmlns:mc="http://schemas.openxmlformats.org/markup-compatibility/2006">
              <mc:Choice xmlns:v="urn:schemas-microsoft-com:vml" Requires="v">
                <p:oleObj name="Equation" r:id="rId3" imgW="291960" imgH="152280" progId="Equation.DSMT4">
                  <p:embed/>
                </p:oleObj>
              </mc:Choice>
              <mc:Fallback>
                <p:oleObj name="Equation" r:id="rId3" imgW="291960" imgH="152280" progId="Equation.DSMT4">
                  <p:embed/>
                  <p:pic>
                    <p:nvPicPr>
                      <p:cNvPr id="0" name=""/>
                      <p:cNvPicPr/>
                      <p:nvPr/>
                    </p:nvPicPr>
                    <p:blipFill>
                      <a:blip r:embed="rId4"/>
                      <a:stretch>
                        <a:fillRect/>
                      </a:stretch>
                    </p:blipFill>
                    <p:spPr>
                      <a:xfrm>
                        <a:off x="953744" y="1280886"/>
                        <a:ext cx="514970" cy="26868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F28B8FE-76C7-AD15-46F7-22D6A3A2B6DD}"/>
              </a:ext>
            </a:extLst>
          </p:cNvPr>
          <p:cNvGraphicFramePr>
            <a:graphicFrameLocks noChangeAspect="1"/>
          </p:cNvGraphicFramePr>
          <p:nvPr>
            <p:extLst>
              <p:ext uri="{D42A27DB-BD31-4B8C-83A1-F6EECF244321}">
                <p14:modId xmlns:p14="http://schemas.microsoft.com/office/powerpoint/2010/main" val="808735564"/>
              </p:ext>
            </p:extLst>
          </p:nvPr>
        </p:nvGraphicFramePr>
        <p:xfrm>
          <a:off x="2013015" y="1661087"/>
          <a:ext cx="390819" cy="325683"/>
        </p:xfrm>
        <a:graphic>
          <a:graphicData uri="http://schemas.openxmlformats.org/presentationml/2006/ole">
            <mc:AlternateContent xmlns:mc="http://schemas.openxmlformats.org/markup-compatibility/2006">
              <mc:Choice xmlns:v="urn:schemas-microsoft-com:vml" Requires="v">
                <p:oleObj name="Equation" r:id="rId5" imgW="228600" imgH="190440" progId="Equation.DSMT4">
                  <p:embed/>
                </p:oleObj>
              </mc:Choice>
              <mc:Fallback>
                <p:oleObj name="Equation" r:id="rId5" imgW="228600" imgH="190440" progId="Equation.DSMT4">
                  <p:embed/>
                  <p:pic>
                    <p:nvPicPr>
                      <p:cNvPr id="0" name=""/>
                      <p:cNvPicPr/>
                      <p:nvPr/>
                    </p:nvPicPr>
                    <p:blipFill>
                      <a:blip r:embed="rId6"/>
                      <a:stretch>
                        <a:fillRect/>
                      </a:stretch>
                    </p:blipFill>
                    <p:spPr>
                      <a:xfrm>
                        <a:off x="2013015" y="1661087"/>
                        <a:ext cx="390819" cy="32568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0FF7220-9D9B-A729-2075-3469D0EFDAC3}"/>
              </a:ext>
            </a:extLst>
          </p:cNvPr>
          <p:cNvGraphicFramePr>
            <a:graphicFrameLocks noChangeAspect="1"/>
          </p:cNvGraphicFramePr>
          <p:nvPr>
            <p:extLst>
              <p:ext uri="{D42A27DB-BD31-4B8C-83A1-F6EECF244321}">
                <p14:modId xmlns:p14="http://schemas.microsoft.com/office/powerpoint/2010/main" val="2606487523"/>
              </p:ext>
            </p:extLst>
          </p:nvPr>
        </p:nvGraphicFramePr>
        <p:xfrm>
          <a:off x="3936084" y="1649925"/>
          <a:ext cx="390818" cy="325682"/>
        </p:xfrm>
        <a:graphic>
          <a:graphicData uri="http://schemas.openxmlformats.org/presentationml/2006/ole">
            <mc:AlternateContent xmlns:mc="http://schemas.openxmlformats.org/markup-compatibility/2006">
              <mc:Choice xmlns:v="urn:schemas-microsoft-com:vml" Requires="v">
                <p:oleObj name="Equation" r:id="rId7" imgW="228600" imgH="190440" progId="Equation.DSMT4">
                  <p:embed/>
                </p:oleObj>
              </mc:Choice>
              <mc:Fallback>
                <p:oleObj name="Equation" r:id="rId7" imgW="228600" imgH="190440" progId="Equation.DSMT4">
                  <p:embed/>
                  <p:pic>
                    <p:nvPicPr>
                      <p:cNvPr id="0" name=""/>
                      <p:cNvPicPr/>
                      <p:nvPr/>
                    </p:nvPicPr>
                    <p:blipFill>
                      <a:blip r:embed="rId8"/>
                      <a:stretch>
                        <a:fillRect/>
                      </a:stretch>
                    </p:blipFill>
                    <p:spPr>
                      <a:xfrm>
                        <a:off x="3936084" y="1649925"/>
                        <a:ext cx="390818" cy="32568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06EE979-0F63-39CA-E0F2-F5D10DD46848}"/>
              </a:ext>
            </a:extLst>
          </p:cNvPr>
          <p:cNvGraphicFramePr>
            <a:graphicFrameLocks noChangeAspect="1"/>
          </p:cNvGraphicFramePr>
          <p:nvPr>
            <p:extLst>
              <p:ext uri="{D42A27DB-BD31-4B8C-83A1-F6EECF244321}">
                <p14:modId xmlns:p14="http://schemas.microsoft.com/office/powerpoint/2010/main" val="1504136498"/>
              </p:ext>
            </p:extLst>
          </p:nvPr>
        </p:nvGraphicFramePr>
        <p:xfrm>
          <a:off x="4451098" y="2163462"/>
          <a:ext cx="1633903" cy="772792"/>
        </p:xfrm>
        <a:graphic>
          <a:graphicData uri="http://schemas.openxmlformats.org/presentationml/2006/ole">
            <mc:AlternateContent xmlns:mc="http://schemas.openxmlformats.org/markup-compatibility/2006">
              <mc:Choice xmlns:v="urn:schemas-microsoft-com:vml" Requires="v">
                <p:oleObj name="Equation" r:id="rId9" imgW="939600" imgH="444240" progId="Equation.DSMT4">
                  <p:embed/>
                </p:oleObj>
              </mc:Choice>
              <mc:Fallback>
                <p:oleObj name="Equation" r:id="rId9" imgW="939600" imgH="444240" progId="Equation.DSMT4">
                  <p:embed/>
                  <p:pic>
                    <p:nvPicPr>
                      <p:cNvPr id="0" name=""/>
                      <p:cNvPicPr/>
                      <p:nvPr/>
                    </p:nvPicPr>
                    <p:blipFill>
                      <a:blip r:embed="rId10"/>
                      <a:stretch>
                        <a:fillRect/>
                      </a:stretch>
                    </p:blipFill>
                    <p:spPr>
                      <a:xfrm>
                        <a:off x="4451098" y="2163462"/>
                        <a:ext cx="1633903" cy="772792"/>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1943C4E6-9AAC-31AE-9AE9-9C984C02FD15}"/>
              </a:ext>
            </a:extLst>
          </p:cNvPr>
          <p:cNvGraphicFramePr>
            <a:graphicFrameLocks noChangeAspect="1"/>
          </p:cNvGraphicFramePr>
          <p:nvPr>
            <p:extLst>
              <p:ext uri="{D42A27DB-BD31-4B8C-83A1-F6EECF244321}">
                <p14:modId xmlns:p14="http://schemas.microsoft.com/office/powerpoint/2010/main" val="4257470017"/>
              </p:ext>
            </p:extLst>
          </p:nvPr>
        </p:nvGraphicFramePr>
        <p:xfrm>
          <a:off x="1850174" y="3266159"/>
          <a:ext cx="325682" cy="325682"/>
        </p:xfrm>
        <a:graphic>
          <a:graphicData uri="http://schemas.openxmlformats.org/presentationml/2006/ole">
            <mc:AlternateContent xmlns:mc="http://schemas.openxmlformats.org/markup-compatibility/2006">
              <mc:Choice xmlns:v="urn:schemas-microsoft-com:vml" Requires="v">
                <p:oleObj name="Equation" r:id="rId11" imgW="215640" imgH="215640" progId="Equation.DSMT4">
                  <p:embed/>
                </p:oleObj>
              </mc:Choice>
              <mc:Fallback>
                <p:oleObj name="Equation" r:id="rId11" imgW="215640" imgH="215640" progId="Equation.DSMT4">
                  <p:embed/>
                  <p:pic>
                    <p:nvPicPr>
                      <p:cNvPr id="0" name=""/>
                      <p:cNvPicPr/>
                      <p:nvPr/>
                    </p:nvPicPr>
                    <p:blipFill>
                      <a:blip r:embed="rId12"/>
                      <a:stretch>
                        <a:fillRect/>
                      </a:stretch>
                    </p:blipFill>
                    <p:spPr>
                      <a:xfrm>
                        <a:off x="1850174" y="3266159"/>
                        <a:ext cx="325682" cy="325682"/>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83208699-E8E3-2E14-293B-0D81CAAF7CFD}"/>
              </a:ext>
            </a:extLst>
          </p:cNvPr>
          <p:cNvGraphicFramePr>
            <a:graphicFrameLocks noChangeAspect="1"/>
          </p:cNvGraphicFramePr>
          <p:nvPr>
            <p:extLst>
              <p:ext uri="{D42A27DB-BD31-4B8C-83A1-F6EECF244321}">
                <p14:modId xmlns:p14="http://schemas.microsoft.com/office/powerpoint/2010/main" val="3216026942"/>
              </p:ext>
            </p:extLst>
          </p:nvPr>
        </p:nvGraphicFramePr>
        <p:xfrm>
          <a:off x="4595959" y="3322437"/>
          <a:ext cx="325682" cy="271402"/>
        </p:xfrm>
        <a:graphic>
          <a:graphicData uri="http://schemas.openxmlformats.org/presentationml/2006/ole">
            <mc:AlternateContent xmlns:mc="http://schemas.openxmlformats.org/markup-compatibility/2006">
              <mc:Choice xmlns:v="urn:schemas-microsoft-com:vml" Requires="v">
                <p:oleObj name="Equation" r:id="rId13" imgW="228600" imgH="190440" progId="Equation.DSMT4">
                  <p:embed/>
                </p:oleObj>
              </mc:Choice>
              <mc:Fallback>
                <p:oleObj name="Equation" r:id="rId13" imgW="228600" imgH="190440" progId="Equation.DSMT4">
                  <p:embed/>
                  <p:pic>
                    <p:nvPicPr>
                      <p:cNvPr id="0" name=""/>
                      <p:cNvPicPr/>
                      <p:nvPr/>
                    </p:nvPicPr>
                    <p:blipFill>
                      <a:blip r:embed="rId14"/>
                      <a:stretch>
                        <a:fillRect/>
                      </a:stretch>
                    </p:blipFill>
                    <p:spPr>
                      <a:xfrm>
                        <a:off x="4595959" y="3322437"/>
                        <a:ext cx="325682" cy="271402"/>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E27498F1-5729-8F7B-0391-CD961719F2B3}"/>
              </a:ext>
            </a:extLst>
          </p:cNvPr>
          <p:cNvGraphicFramePr>
            <a:graphicFrameLocks noChangeAspect="1"/>
          </p:cNvGraphicFramePr>
          <p:nvPr>
            <p:extLst>
              <p:ext uri="{D42A27DB-BD31-4B8C-83A1-F6EECF244321}">
                <p14:modId xmlns:p14="http://schemas.microsoft.com/office/powerpoint/2010/main" val="3066374164"/>
              </p:ext>
            </p:extLst>
          </p:nvPr>
        </p:nvGraphicFramePr>
        <p:xfrm>
          <a:off x="7337030" y="3273229"/>
          <a:ext cx="325682" cy="325682"/>
        </p:xfrm>
        <a:graphic>
          <a:graphicData uri="http://schemas.openxmlformats.org/presentationml/2006/ole">
            <mc:AlternateContent xmlns:mc="http://schemas.openxmlformats.org/markup-compatibility/2006">
              <mc:Choice xmlns:v="urn:schemas-microsoft-com:vml" Requires="v">
                <p:oleObj name="Equation" r:id="rId15" imgW="215640" imgH="215640" progId="Equation.DSMT4">
                  <p:embed/>
                </p:oleObj>
              </mc:Choice>
              <mc:Fallback>
                <p:oleObj name="Equation" r:id="rId15" imgW="215640" imgH="215640" progId="Equation.DSMT4">
                  <p:embed/>
                  <p:pic>
                    <p:nvPicPr>
                      <p:cNvPr id="0" name=""/>
                      <p:cNvPicPr/>
                      <p:nvPr/>
                    </p:nvPicPr>
                    <p:blipFill>
                      <a:blip r:embed="rId16"/>
                      <a:stretch>
                        <a:fillRect/>
                      </a:stretch>
                    </p:blipFill>
                    <p:spPr>
                      <a:xfrm>
                        <a:off x="7337030" y="3273229"/>
                        <a:ext cx="325682" cy="32568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CD127B58-F510-6B7C-18D4-CDDC19309E2D}"/>
              </a:ext>
            </a:extLst>
          </p:cNvPr>
          <p:cNvGraphicFramePr>
            <a:graphicFrameLocks noChangeAspect="1"/>
          </p:cNvGraphicFramePr>
          <p:nvPr>
            <p:extLst>
              <p:ext uri="{D42A27DB-BD31-4B8C-83A1-F6EECF244321}">
                <p14:modId xmlns:p14="http://schemas.microsoft.com/office/powerpoint/2010/main" val="1114724764"/>
              </p:ext>
            </p:extLst>
          </p:nvPr>
        </p:nvGraphicFramePr>
        <p:xfrm>
          <a:off x="8319547" y="3322436"/>
          <a:ext cx="325681" cy="271401"/>
        </p:xfrm>
        <a:graphic>
          <a:graphicData uri="http://schemas.openxmlformats.org/presentationml/2006/ole">
            <mc:AlternateContent xmlns:mc="http://schemas.openxmlformats.org/markup-compatibility/2006">
              <mc:Choice xmlns:v="urn:schemas-microsoft-com:vml" Requires="v">
                <p:oleObj name="Equation" r:id="rId17" imgW="228600" imgH="190440" progId="Equation.DSMT4">
                  <p:embed/>
                </p:oleObj>
              </mc:Choice>
              <mc:Fallback>
                <p:oleObj name="Equation" r:id="rId17" imgW="228600" imgH="190440" progId="Equation.DSMT4">
                  <p:embed/>
                  <p:pic>
                    <p:nvPicPr>
                      <p:cNvPr id="0" name=""/>
                      <p:cNvPicPr/>
                      <p:nvPr/>
                    </p:nvPicPr>
                    <p:blipFill>
                      <a:blip r:embed="rId18"/>
                      <a:stretch>
                        <a:fillRect/>
                      </a:stretch>
                    </p:blipFill>
                    <p:spPr>
                      <a:xfrm>
                        <a:off x="8319547" y="3322436"/>
                        <a:ext cx="325681" cy="27140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2BB324C-015E-8D54-7D16-B9AD2F72C64E}"/>
              </a:ext>
            </a:extLst>
          </p:cNvPr>
          <p:cNvGraphicFramePr>
            <a:graphicFrameLocks noChangeAspect="1"/>
          </p:cNvGraphicFramePr>
          <p:nvPr>
            <p:extLst>
              <p:ext uri="{D42A27DB-BD31-4B8C-83A1-F6EECF244321}">
                <p14:modId xmlns:p14="http://schemas.microsoft.com/office/powerpoint/2010/main" val="3777348623"/>
              </p:ext>
            </p:extLst>
          </p:nvPr>
        </p:nvGraphicFramePr>
        <p:xfrm>
          <a:off x="10618834" y="3273229"/>
          <a:ext cx="325680" cy="346035"/>
        </p:xfrm>
        <a:graphic>
          <a:graphicData uri="http://schemas.openxmlformats.org/presentationml/2006/ole">
            <mc:AlternateContent xmlns:mc="http://schemas.openxmlformats.org/markup-compatibility/2006">
              <mc:Choice xmlns:v="urn:schemas-microsoft-com:vml" Requires="v">
                <p:oleObj name="Equation" r:id="rId19" imgW="203040" imgH="215640" progId="Equation.DSMT4">
                  <p:embed/>
                </p:oleObj>
              </mc:Choice>
              <mc:Fallback>
                <p:oleObj name="Equation" r:id="rId19" imgW="203040" imgH="215640" progId="Equation.DSMT4">
                  <p:embed/>
                  <p:pic>
                    <p:nvPicPr>
                      <p:cNvPr id="0" name=""/>
                      <p:cNvPicPr/>
                      <p:nvPr/>
                    </p:nvPicPr>
                    <p:blipFill>
                      <a:blip r:embed="rId20"/>
                      <a:stretch>
                        <a:fillRect/>
                      </a:stretch>
                    </p:blipFill>
                    <p:spPr>
                      <a:xfrm>
                        <a:off x="10618834" y="3273229"/>
                        <a:ext cx="325680" cy="346035"/>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7BEC97F-4A57-3F2E-B537-18491AFD2049}"/>
              </a:ext>
            </a:extLst>
          </p:cNvPr>
          <p:cNvGraphicFramePr>
            <a:graphicFrameLocks noChangeAspect="1"/>
          </p:cNvGraphicFramePr>
          <p:nvPr>
            <p:extLst>
              <p:ext uri="{D42A27DB-BD31-4B8C-83A1-F6EECF244321}">
                <p14:modId xmlns:p14="http://schemas.microsoft.com/office/powerpoint/2010/main" val="2698039516"/>
              </p:ext>
            </p:extLst>
          </p:nvPr>
        </p:nvGraphicFramePr>
        <p:xfrm>
          <a:off x="1550988" y="3728089"/>
          <a:ext cx="325682" cy="271402"/>
        </p:xfrm>
        <a:graphic>
          <a:graphicData uri="http://schemas.openxmlformats.org/presentationml/2006/ole">
            <mc:AlternateContent xmlns:mc="http://schemas.openxmlformats.org/markup-compatibility/2006">
              <mc:Choice xmlns:v="urn:schemas-microsoft-com:vml" Requires="v">
                <p:oleObj name="Equation" r:id="rId21" imgW="228600" imgH="190440" progId="Equation.DSMT4">
                  <p:embed/>
                </p:oleObj>
              </mc:Choice>
              <mc:Fallback>
                <p:oleObj name="Equation" r:id="rId21" imgW="228600" imgH="190440" progId="Equation.DSMT4">
                  <p:embed/>
                  <p:pic>
                    <p:nvPicPr>
                      <p:cNvPr id="0" name=""/>
                      <p:cNvPicPr/>
                      <p:nvPr/>
                    </p:nvPicPr>
                    <p:blipFill>
                      <a:blip r:embed="rId22"/>
                      <a:stretch>
                        <a:fillRect/>
                      </a:stretch>
                    </p:blipFill>
                    <p:spPr>
                      <a:xfrm>
                        <a:off x="1550988" y="3728089"/>
                        <a:ext cx="325682" cy="27140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945A9F4F-1388-5C12-B366-11A64737E833}"/>
              </a:ext>
            </a:extLst>
          </p:cNvPr>
          <p:cNvGraphicFramePr>
            <a:graphicFrameLocks noChangeAspect="1"/>
          </p:cNvGraphicFramePr>
          <p:nvPr>
            <p:extLst>
              <p:ext uri="{D42A27DB-BD31-4B8C-83A1-F6EECF244321}">
                <p14:modId xmlns:p14="http://schemas.microsoft.com/office/powerpoint/2010/main" val="1291873757"/>
              </p:ext>
            </p:extLst>
          </p:nvPr>
        </p:nvGraphicFramePr>
        <p:xfrm>
          <a:off x="2662909" y="3728090"/>
          <a:ext cx="325682" cy="271402"/>
        </p:xfrm>
        <a:graphic>
          <a:graphicData uri="http://schemas.openxmlformats.org/presentationml/2006/ole">
            <mc:AlternateContent xmlns:mc="http://schemas.openxmlformats.org/markup-compatibility/2006">
              <mc:Choice xmlns:v="urn:schemas-microsoft-com:vml" Requires="v">
                <p:oleObj name="Equation" r:id="rId23" imgW="228600" imgH="190440" progId="Equation.DSMT4">
                  <p:embed/>
                </p:oleObj>
              </mc:Choice>
              <mc:Fallback>
                <p:oleObj name="Equation" r:id="rId23" imgW="228600" imgH="190440" progId="Equation.DSMT4">
                  <p:embed/>
                  <p:pic>
                    <p:nvPicPr>
                      <p:cNvPr id="0" name=""/>
                      <p:cNvPicPr/>
                      <p:nvPr/>
                    </p:nvPicPr>
                    <p:blipFill>
                      <a:blip r:embed="rId24"/>
                      <a:stretch>
                        <a:fillRect/>
                      </a:stretch>
                    </p:blipFill>
                    <p:spPr>
                      <a:xfrm>
                        <a:off x="2662909" y="3728090"/>
                        <a:ext cx="325682" cy="271402"/>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0D6CCB30-D951-08E2-BC46-AEB5665189F0}"/>
              </a:ext>
            </a:extLst>
          </p:cNvPr>
          <p:cNvGraphicFramePr>
            <a:graphicFrameLocks noChangeAspect="1"/>
          </p:cNvGraphicFramePr>
          <p:nvPr>
            <p:extLst>
              <p:ext uri="{D42A27DB-BD31-4B8C-83A1-F6EECF244321}">
                <p14:modId xmlns:p14="http://schemas.microsoft.com/office/powerpoint/2010/main" val="202705254"/>
              </p:ext>
            </p:extLst>
          </p:nvPr>
        </p:nvGraphicFramePr>
        <p:xfrm>
          <a:off x="6587182" y="3728089"/>
          <a:ext cx="325682" cy="271402"/>
        </p:xfrm>
        <a:graphic>
          <a:graphicData uri="http://schemas.openxmlformats.org/presentationml/2006/ole">
            <mc:AlternateContent xmlns:mc="http://schemas.openxmlformats.org/markup-compatibility/2006">
              <mc:Choice xmlns:v="urn:schemas-microsoft-com:vml" Requires="v">
                <p:oleObj name="Equation" r:id="rId25" imgW="228600" imgH="190440" progId="Equation.DSMT4">
                  <p:embed/>
                </p:oleObj>
              </mc:Choice>
              <mc:Fallback>
                <p:oleObj name="Equation" r:id="rId25" imgW="228600" imgH="190440" progId="Equation.DSMT4">
                  <p:embed/>
                  <p:pic>
                    <p:nvPicPr>
                      <p:cNvPr id="0" name=""/>
                      <p:cNvPicPr/>
                      <p:nvPr/>
                    </p:nvPicPr>
                    <p:blipFill>
                      <a:blip r:embed="rId26"/>
                      <a:stretch>
                        <a:fillRect/>
                      </a:stretch>
                    </p:blipFill>
                    <p:spPr>
                      <a:xfrm>
                        <a:off x="6587182" y="3728089"/>
                        <a:ext cx="325682" cy="27140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4A8A8A0F-62BC-4446-035F-C489EA8C44D3}"/>
              </a:ext>
            </a:extLst>
          </p:cNvPr>
          <p:cNvGraphicFramePr>
            <a:graphicFrameLocks noChangeAspect="1"/>
          </p:cNvGraphicFramePr>
          <p:nvPr>
            <p:extLst>
              <p:ext uri="{D42A27DB-BD31-4B8C-83A1-F6EECF244321}">
                <p14:modId xmlns:p14="http://schemas.microsoft.com/office/powerpoint/2010/main" val="2685028076"/>
              </p:ext>
            </p:extLst>
          </p:nvPr>
        </p:nvGraphicFramePr>
        <p:xfrm>
          <a:off x="5771626" y="4152491"/>
          <a:ext cx="246291" cy="268681"/>
        </p:xfrm>
        <a:graphic>
          <a:graphicData uri="http://schemas.openxmlformats.org/presentationml/2006/ole">
            <mc:AlternateContent xmlns:mc="http://schemas.openxmlformats.org/markup-compatibility/2006">
              <mc:Choice xmlns:v="urn:schemas-microsoft-com:vml" Requires="v">
                <p:oleObj name="Equation" r:id="rId27" imgW="139680" imgH="152280" progId="Equation.DSMT4">
                  <p:embed/>
                </p:oleObj>
              </mc:Choice>
              <mc:Fallback>
                <p:oleObj name="Equation" r:id="rId27" imgW="139680" imgH="152280" progId="Equation.DSMT4">
                  <p:embed/>
                  <p:pic>
                    <p:nvPicPr>
                      <p:cNvPr id="0" name=""/>
                      <p:cNvPicPr/>
                      <p:nvPr/>
                    </p:nvPicPr>
                    <p:blipFill>
                      <a:blip r:embed="rId28"/>
                      <a:stretch>
                        <a:fillRect/>
                      </a:stretch>
                    </p:blipFill>
                    <p:spPr>
                      <a:xfrm>
                        <a:off x="5771626" y="4152491"/>
                        <a:ext cx="246291" cy="268681"/>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B74A82F0-EE3D-6673-3FD5-5745F7C08B78}"/>
              </a:ext>
            </a:extLst>
          </p:cNvPr>
          <p:cNvGraphicFramePr>
            <a:graphicFrameLocks noChangeAspect="1"/>
          </p:cNvGraphicFramePr>
          <p:nvPr>
            <p:extLst>
              <p:ext uri="{D42A27DB-BD31-4B8C-83A1-F6EECF244321}">
                <p14:modId xmlns:p14="http://schemas.microsoft.com/office/powerpoint/2010/main" val="4117215186"/>
              </p:ext>
            </p:extLst>
          </p:nvPr>
        </p:nvGraphicFramePr>
        <p:xfrm>
          <a:off x="7419061" y="4106761"/>
          <a:ext cx="394850" cy="329042"/>
        </p:xfrm>
        <a:graphic>
          <a:graphicData uri="http://schemas.openxmlformats.org/presentationml/2006/ole">
            <mc:AlternateContent xmlns:mc="http://schemas.openxmlformats.org/markup-compatibility/2006">
              <mc:Choice xmlns:v="urn:schemas-microsoft-com:vml" Requires="v">
                <p:oleObj name="Equation" r:id="rId29" imgW="228600" imgH="190440" progId="Equation.DSMT4">
                  <p:embed/>
                </p:oleObj>
              </mc:Choice>
              <mc:Fallback>
                <p:oleObj name="Equation" r:id="rId29" imgW="228600" imgH="190440" progId="Equation.DSMT4">
                  <p:embed/>
                  <p:pic>
                    <p:nvPicPr>
                      <p:cNvPr id="0" name=""/>
                      <p:cNvPicPr/>
                      <p:nvPr/>
                    </p:nvPicPr>
                    <p:blipFill>
                      <a:blip r:embed="rId30"/>
                      <a:stretch>
                        <a:fillRect/>
                      </a:stretch>
                    </p:blipFill>
                    <p:spPr>
                      <a:xfrm>
                        <a:off x="7419061" y="4106761"/>
                        <a:ext cx="394850" cy="329042"/>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95998B7A-6E1D-A61E-1BAB-1346A609C145}"/>
              </a:ext>
            </a:extLst>
          </p:cNvPr>
          <p:cNvGraphicFramePr>
            <a:graphicFrameLocks noChangeAspect="1"/>
          </p:cNvGraphicFramePr>
          <p:nvPr>
            <p:extLst>
              <p:ext uri="{D42A27DB-BD31-4B8C-83A1-F6EECF244321}">
                <p14:modId xmlns:p14="http://schemas.microsoft.com/office/powerpoint/2010/main" val="25412615"/>
              </p:ext>
            </p:extLst>
          </p:nvPr>
        </p:nvGraphicFramePr>
        <p:xfrm>
          <a:off x="8081912" y="4106761"/>
          <a:ext cx="394850" cy="329042"/>
        </p:xfrm>
        <a:graphic>
          <a:graphicData uri="http://schemas.openxmlformats.org/presentationml/2006/ole">
            <mc:AlternateContent xmlns:mc="http://schemas.openxmlformats.org/markup-compatibility/2006">
              <mc:Choice xmlns:v="urn:schemas-microsoft-com:vml" Requires="v">
                <p:oleObj name="Equation" r:id="rId31" imgW="228600" imgH="190440" progId="Equation.DSMT4">
                  <p:embed/>
                </p:oleObj>
              </mc:Choice>
              <mc:Fallback>
                <p:oleObj name="Equation" r:id="rId31" imgW="228600" imgH="190440" progId="Equation.DSMT4">
                  <p:embed/>
                  <p:pic>
                    <p:nvPicPr>
                      <p:cNvPr id="0" name=""/>
                      <p:cNvPicPr/>
                      <p:nvPr/>
                    </p:nvPicPr>
                    <p:blipFill>
                      <a:blip r:embed="rId32"/>
                      <a:stretch>
                        <a:fillRect/>
                      </a:stretch>
                    </p:blipFill>
                    <p:spPr>
                      <a:xfrm>
                        <a:off x="8081912" y="4106761"/>
                        <a:ext cx="394850" cy="329042"/>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57FE26AB-6CEE-8842-9B24-D19943013210}"/>
              </a:ext>
            </a:extLst>
          </p:cNvPr>
          <p:cNvGraphicFramePr>
            <a:graphicFrameLocks noChangeAspect="1"/>
          </p:cNvGraphicFramePr>
          <p:nvPr>
            <p:extLst>
              <p:ext uri="{D42A27DB-BD31-4B8C-83A1-F6EECF244321}">
                <p14:modId xmlns:p14="http://schemas.microsoft.com/office/powerpoint/2010/main" val="3496718531"/>
              </p:ext>
            </p:extLst>
          </p:nvPr>
        </p:nvGraphicFramePr>
        <p:xfrm>
          <a:off x="10827270" y="4030911"/>
          <a:ext cx="394850" cy="419528"/>
        </p:xfrm>
        <a:graphic>
          <a:graphicData uri="http://schemas.openxmlformats.org/presentationml/2006/ole">
            <mc:AlternateContent xmlns:mc="http://schemas.openxmlformats.org/markup-compatibility/2006">
              <mc:Choice xmlns:v="urn:schemas-microsoft-com:vml" Requires="v">
                <p:oleObj name="Equation" r:id="rId33" imgW="203040" imgH="215640" progId="Equation.DSMT4">
                  <p:embed/>
                </p:oleObj>
              </mc:Choice>
              <mc:Fallback>
                <p:oleObj name="Equation" r:id="rId33" imgW="203040" imgH="215640" progId="Equation.DSMT4">
                  <p:embed/>
                  <p:pic>
                    <p:nvPicPr>
                      <p:cNvPr id="0" name=""/>
                      <p:cNvPicPr/>
                      <p:nvPr/>
                    </p:nvPicPr>
                    <p:blipFill>
                      <a:blip r:embed="rId34"/>
                      <a:stretch>
                        <a:fillRect/>
                      </a:stretch>
                    </p:blipFill>
                    <p:spPr>
                      <a:xfrm>
                        <a:off x="10827270" y="4030911"/>
                        <a:ext cx="394850" cy="419528"/>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8B85B2C5-56BA-7D4B-92EF-E2C25E458A7F}"/>
              </a:ext>
            </a:extLst>
          </p:cNvPr>
          <p:cNvGraphicFramePr>
            <a:graphicFrameLocks noChangeAspect="1"/>
          </p:cNvGraphicFramePr>
          <p:nvPr>
            <p:extLst>
              <p:ext uri="{D42A27DB-BD31-4B8C-83A1-F6EECF244321}">
                <p14:modId xmlns:p14="http://schemas.microsoft.com/office/powerpoint/2010/main" val="1823310597"/>
              </p:ext>
            </p:extLst>
          </p:nvPr>
        </p:nvGraphicFramePr>
        <p:xfrm>
          <a:off x="1109628" y="4485790"/>
          <a:ext cx="359085" cy="381528"/>
        </p:xfrm>
        <a:graphic>
          <a:graphicData uri="http://schemas.openxmlformats.org/presentationml/2006/ole">
            <mc:AlternateContent xmlns:mc="http://schemas.openxmlformats.org/markup-compatibility/2006">
              <mc:Choice xmlns:v="urn:schemas-microsoft-com:vml" Requires="v">
                <p:oleObj name="Equation" r:id="rId35" imgW="203040" imgH="215640" progId="Equation.DSMT4">
                  <p:embed/>
                </p:oleObj>
              </mc:Choice>
              <mc:Fallback>
                <p:oleObj name="Equation" r:id="rId35" imgW="203040" imgH="215640" progId="Equation.DSMT4">
                  <p:embed/>
                  <p:pic>
                    <p:nvPicPr>
                      <p:cNvPr id="0" name=""/>
                      <p:cNvPicPr/>
                      <p:nvPr/>
                    </p:nvPicPr>
                    <p:blipFill>
                      <a:blip r:embed="rId36"/>
                      <a:stretch>
                        <a:fillRect/>
                      </a:stretch>
                    </p:blipFill>
                    <p:spPr>
                      <a:xfrm>
                        <a:off x="1109628" y="4485790"/>
                        <a:ext cx="359085" cy="381528"/>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8EC59400-BC1F-9876-8DF4-6E62BD605E3B}"/>
              </a:ext>
            </a:extLst>
          </p:cNvPr>
          <p:cNvGraphicFramePr>
            <a:graphicFrameLocks noChangeAspect="1"/>
          </p:cNvGraphicFramePr>
          <p:nvPr>
            <p:extLst>
              <p:ext uri="{D42A27DB-BD31-4B8C-83A1-F6EECF244321}">
                <p14:modId xmlns:p14="http://schemas.microsoft.com/office/powerpoint/2010/main" val="558702941"/>
              </p:ext>
            </p:extLst>
          </p:nvPr>
        </p:nvGraphicFramePr>
        <p:xfrm>
          <a:off x="1748574" y="4540589"/>
          <a:ext cx="359084" cy="381527"/>
        </p:xfrm>
        <a:graphic>
          <a:graphicData uri="http://schemas.openxmlformats.org/presentationml/2006/ole">
            <mc:AlternateContent xmlns:mc="http://schemas.openxmlformats.org/markup-compatibility/2006">
              <mc:Choice xmlns:v="urn:schemas-microsoft-com:vml" Requires="v">
                <p:oleObj name="Equation" r:id="rId37" imgW="203040" imgH="215640" progId="Equation.DSMT4">
                  <p:embed/>
                </p:oleObj>
              </mc:Choice>
              <mc:Fallback>
                <p:oleObj name="Equation" r:id="rId37" imgW="203040" imgH="215640" progId="Equation.DSMT4">
                  <p:embed/>
                  <p:pic>
                    <p:nvPicPr>
                      <p:cNvPr id="0" name=""/>
                      <p:cNvPicPr/>
                      <p:nvPr/>
                    </p:nvPicPr>
                    <p:blipFill>
                      <a:blip r:embed="rId38"/>
                      <a:stretch>
                        <a:fillRect/>
                      </a:stretch>
                    </p:blipFill>
                    <p:spPr>
                      <a:xfrm>
                        <a:off x="1748574" y="4540589"/>
                        <a:ext cx="359084" cy="381527"/>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4344D618-6DC5-D847-1A5A-5B609D811165}"/>
              </a:ext>
            </a:extLst>
          </p:cNvPr>
          <p:cNvGraphicFramePr>
            <a:graphicFrameLocks noChangeAspect="1"/>
          </p:cNvGraphicFramePr>
          <p:nvPr>
            <p:extLst>
              <p:ext uri="{D42A27DB-BD31-4B8C-83A1-F6EECF244321}">
                <p14:modId xmlns:p14="http://schemas.microsoft.com/office/powerpoint/2010/main" val="2578744586"/>
              </p:ext>
            </p:extLst>
          </p:nvPr>
        </p:nvGraphicFramePr>
        <p:xfrm>
          <a:off x="2825749" y="4515451"/>
          <a:ext cx="380033" cy="403785"/>
        </p:xfrm>
        <a:graphic>
          <a:graphicData uri="http://schemas.openxmlformats.org/presentationml/2006/ole">
            <mc:AlternateContent xmlns:mc="http://schemas.openxmlformats.org/markup-compatibility/2006">
              <mc:Choice xmlns:v="urn:schemas-microsoft-com:vml" Requires="v">
                <p:oleObj name="Equation" r:id="rId39" imgW="203040" imgH="215640" progId="Equation.DSMT4">
                  <p:embed/>
                </p:oleObj>
              </mc:Choice>
              <mc:Fallback>
                <p:oleObj name="Equation" r:id="rId39" imgW="203040" imgH="215640" progId="Equation.DSMT4">
                  <p:embed/>
                  <p:pic>
                    <p:nvPicPr>
                      <p:cNvPr id="0" name=""/>
                      <p:cNvPicPr/>
                      <p:nvPr/>
                    </p:nvPicPr>
                    <p:blipFill>
                      <a:blip r:embed="rId40"/>
                      <a:stretch>
                        <a:fillRect/>
                      </a:stretch>
                    </p:blipFill>
                    <p:spPr>
                      <a:xfrm>
                        <a:off x="2825749" y="4515451"/>
                        <a:ext cx="380033" cy="403785"/>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C62C8D5E-6053-8B17-4222-BD2FB9694D41}"/>
              </a:ext>
            </a:extLst>
          </p:cNvPr>
          <p:cNvGraphicFramePr>
            <a:graphicFrameLocks noChangeAspect="1"/>
          </p:cNvGraphicFramePr>
          <p:nvPr>
            <p:extLst>
              <p:ext uri="{D42A27DB-BD31-4B8C-83A1-F6EECF244321}">
                <p14:modId xmlns:p14="http://schemas.microsoft.com/office/powerpoint/2010/main" val="1266674265"/>
              </p:ext>
            </p:extLst>
          </p:nvPr>
        </p:nvGraphicFramePr>
        <p:xfrm>
          <a:off x="4182785" y="4485790"/>
          <a:ext cx="380033" cy="380033"/>
        </p:xfrm>
        <a:graphic>
          <a:graphicData uri="http://schemas.openxmlformats.org/presentationml/2006/ole">
            <mc:AlternateContent xmlns:mc="http://schemas.openxmlformats.org/markup-compatibility/2006">
              <mc:Choice xmlns:v="urn:schemas-microsoft-com:vml" Requires="v">
                <p:oleObj name="Equation" r:id="rId41" imgW="215640" imgH="215640" progId="Equation.DSMT4">
                  <p:embed/>
                </p:oleObj>
              </mc:Choice>
              <mc:Fallback>
                <p:oleObj name="Equation" r:id="rId41" imgW="215640" imgH="215640" progId="Equation.DSMT4">
                  <p:embed/>
                  <p:pic>
                    <p:nvPicPr>
                      <p:cNvPr id="0" name=""/>
                      <p:cNvPicPr/>
                      <p:nvPr/>
                    </p:nvPicPr>
                    <p:blipFill>
                      <a:blip r:embed="rId42"/>
                      <a:stretch>
                        <a:fillRect/>
                      </a:stretch>
                    </p:blipFill>
                    <p:spPr>
                      <a:xfrm>
                        <a:off x="4182785" y="4485790"/>
                        <a:ext cx="380033" cy="380033"/>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7DEE5D86-4269-7088-0BA5-4900AEE56A1B}"/>
              </a:ext>
            </a:extLst>
          </p:cNvPr>
          <p:cNvGraphicFramePr>
            <a:graphicFrameLocks noChangeAspect="1"/>
          </p:cNvGraphicFramePr>
          <p:nvPr>
            <p:extLst>
              <p:ext uri="{D42A27DB-BD31-4B8C-83A1-F6EECF244321}">
                <p14:modId xmlns:p14="http://schemas.microsoft.com/office/powerpoint/2010/main" val="3610462553"/>
              </p:ext>
            </p:extLst>
          </p:nvPr>
        </p:nvGraphicFramePr>
        <p:xfrm>
          <a:off x="6270854" y="4511714"/>
          <a:ext cx="380032" cy="380032"/>
        </p:xfrm>
        <a:graphic>
          <a:graphicData uri="http://schemas.openxmlformats.org/presentationml/2006/ole">
            <mc:AlternateContent xmlns:mc="http://schemas.openxmlformats.org/markup-compatibility/2006">
              <mc:Choice xmlns:v="urn:schemas-microsoft-com:vml" Requires="v">
                <p:oleObj name="Equation" r:id="rId43" imgW="215640" imgH="215640" progId="Equation.DSMT4">
                  <p:embed/>
                </p:oleObj>
              </mc:Choice>
              <mc:Fallback>
                <p:oleObj name="Equation" r:id="rId43" imgW="215640" imgH="215640" progId="Equation.DSMT4">
                  <p:embed/>
                  <p:pic>
                    <p:nvPicPr>
                      <p:cNvPr id="0" name=""/>
                      <p:cNvPicPr/>
                      <p:nvPr/>
                    </p:nvPicPr>
                    <p:blipFill>
                      <a:blip r:embed="rId44"/>
                      <a:stretch>
                        <a:fillRect/>
                      </a:stretch>
                    </p:blipFill>
                    <p:spPr>
                      <a:xfrm>
                        <a:off x="6270854" y="4511714"/>
                        <a:ext cx="380032" cy="380032"/>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58AFC067-0185-D663-B868-15B9B11D971E}"/>
              </a:ext>
            </a:extLst>
          </p:cNvPr>
          <p:cNvGraphicFramePr>
            <a:graphicFrameLocks noChangeAspect="1"/>
          </p:cNvGraphicFramePr>
          <p:nvPr>
            <p:extLst>
              <p:ext uri="{D42A27DB-BD31-4B8C-83A1-F6EECF244321}">
                <p14:modId xmlns:p14="http://schemas.microsoft.com/office/powerpoint/2010/main" val="3531906465"/>
              </p:ext>
            </p:extLst>
          </p:nvPr>
        </p:nvGraphicFramePr>
        <p:xfrm>
          <a:off x="1710473" y="4992173"/>
          <a:ext cx="248785" cy="271402"/>
        </p:xfrm>
        <a:graphic>
          <a:graphicData uri="http://schemas.openxmlformats.org/presentationml/2006/ole">
            <mc:AlternateContent xmlns:mc="http://schemas.openxmlformats.org/markup-compatibility/2006">
              <mc:Choice xmlns:v="urn:schemas-microsoft-com:vml" Requires="v">
                <p:oleObj name="Equation" r:id="rId45" imgW="139680" imgH="152280" progId="Equation.DSMT4">
                  <p:embed/>
                </p:oleObj>
              </mc:Choice>
              <mc:Fallback>
                <p:oleObj name="Equation" r:id="rId45" imgW="139680" imgH="152280" progId="Equation.DSMT4">
                  <p:embed/>
                  <p:pic>
                    <p:nvPicPr>
                      <p:cNvPr id="0" name=""/>
                      <p:cNvPicPr/>
                      <p:nvPr/>
                    </p:nvPicPr>
                    <p:blipFill>
                      <a:blip r:embed="rId46"/>
                      <a:stretch>
                        <a:fillRect/>
                      </a:stretch>
                    </p:blipFill>
                    <p:spPr>
                      <a:xfrm>
                        <a:off x="1710473" y="4992173"/>
                        <a:ext cx="248785" cy="271402"/>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BFBE6910-A9D3-3AF9-E8C9-328573270B63}"/>
              </a:ext>
            </a:extLst>
          </p:cNvPr>
          <p:cNvGraphicFramePr>
            <a:graphicFrameLocks noChangeAspect="1"/>
          </p:cNvGraphicFramePr>
          <p:nvPr>
            <p:extLst>
              <p:ext uri="{D42A27DB-BD31-4B8C-83A1-F6EECF244321}">
                <p14:modId xmlns:p14="http://schemas.microsoft.com/office/powerpoint/2010/main" val="1764702606"/>
              </p:ext>
            </p:extLst>
          </p:nvPr>
        </p:nvGraphicFramePr>
        <p:xfrm>
          <a:off x="9853431" y="4992173"/>
          <a:ext cx="248784" cy="271401"/>
        </p:xfrm>
        <a:graphic>
          <a:graphicData uri="http://schemas.openxmlformats.org/presentationml/2006/ole">
            <mc:AlternateContent xmlns:mc="http://schemas.openxmlformats.org/markup-compatibility/2006">
              <mc:Choice xmlns:v="urn:schemas-microsoft-com:vml" Requires="v">
                <p:oleObj name="Equation" r:id="rId47" imgW="139680" imgH="152280" progId="Equation.DSMT4">
                  <p:embed/>
                </p:oleObj>
              </mc:Choice>
              <mc:Fallback>
                <p:oleObj name="Equation" r:id="rId47" imgW="139680" imgH="152280" progId="Equation.DSMT4">
                  <p:embed/>
                  <p:pic>
                    <p:nvPicPr>
                      <p:cNvPr id="0" name=""/>
                      <p:cNvPicPr/>
                      <p:nvPr/>
                    </p:nvPicPr>
                    <p:blipFill>
                      <a:blip r:embed="rId48"/>
                      <a:stretch>
                        <a:fillRect/>
                      </a:stretch>
                    </p:blipFill>
                    <p:spPr>
                      <a:xfrm>
                        <a:off x="9853431" y="4992173"/>
                        <a:ext cx="248784" cy="271401"/>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F2D1FFF2-05E0-418D-ACE6-524F167F9168}"/>
              </a:ext>
            </a:extLst>
          </p:cNvPr>
          <p:cNvGraphicFramePr>
            <a:graphicFrameLocks noChangeAspect="1"/>
          </p:cNvGraphicFramePr>
          <p:nvPr>
            <p:extLst>
              <p:ext uri="{D42A27DB-BD31-4B8C-83A1-F6EECF244321}">
                <p14:modId xmlns:p14="http://schemas.microsoft.com/office/powerpoint/2010/main" val="1477615608"/>
              </p:ext>
            </p:extLst>
          </p:nvPr>
        </p:nvGraphicFramePr>
        <p:xfrm>
          <a:off x="2208423" y="5377974"/>
          <a:ext cx="261399" cy="285163"/>
        </p:xfrm>
        <a:graphic>
          <a:graphicData uri="http://schemas.openxmlformats.org/presentationml/2006/ole">
            <mc:AlternateContent xmlns:mc="http://schemas.openxmlformats.org/markup-compatibility/2006">
              <mc:Choice xmlns:v="urn:schemas-microsoft-com:vml" Requires="v">
                <p:oleObj name="Equation" r:id="rId49" imgW="139680" imgH="152280" progId="Equation.DSMT4">
                  <p:embed/>
                </p:oleObj>
              </mc:Choice>
              <mc:Fallback>
                <p:oleObj name="Equation" r:id="rId49" imgW="139680" imgH="152280" progId="Equation.DSMT4">
                  <p:embed/>
                  <p:pic>
                    <p:nvPicPr>
                      <p:cNvPr id="0" name=""/>
                      <p:cNvPicPr/>
                      <p:nvPr/>
                    </p:nvPicPr>
                    <p:blipFill>
                      <a:blip r:embed="rId50"/>
                      <a:stretch>
                        <a:fillRect/>
                      </a:stretch>
                    </p:blipFill>
                    <p:spPr>
                      <a:xfrm>
                        <a:off x="2208423" y="5377974"/>
                        <a:ext cx="261399" cy="285163"/>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AB99963E-9577-61A9-FF28-65FBA1776672}"/>
              </a:ext>
            </a:extLst>
          </p:cNvPr>
          <p:cNvGraphicFramePr>
            <a:graphicFrameLocks noChangeAspect="1"/>
          </p:cNvGraphicFramePr>
          <p:nvPr>
            <p:extLst>
              <p:ext uri="{D42A27DB-BD31-4B8C-83A1-F6EECF244321}">
                <p14:modId xmlns:p14="http://schemas.microsoft.com/office/powerpoint/2010/main" val="526480867"/>
              </p:ext>
            </p:extLst>
          </p:nvPr>
        </p:nvGraphicFramePr>
        <p:xfrm>
          <a:off x="3210493" y="5317354"/>
          <a:ext cx="328075" cy="403785"/>
        </p:xfrm>
        <a:graphic>
          <a:graphicData uri="http://schemas.openxmlformats.org/presentationml/2006/ole">
            <mc:AlternateContent xmlns:mc="http://schemas.openxmlformats.org/markup-compatibility/2006">
              <mc:Choice xmlns:v="urn:schemas-microsoft-com:vml" Requires="v">
                <p:oleObj name="Equation" r:id="rId51" imgW="164880" imgH="203040" progId="Equation.DSMT4">
                  <p:embed/>
                </p:oleObj>
              </mc:Choice>
              <mc:Fallback>
                <p:oleObj name="Equation" r:id="rId51" imgW="164880" imgH="203040" progId="Equation.DSMT4">
                  <p:embed/>
                  <p:pic>
                    <p:nvPicPr>
                      <p:cNvPr id="0" name=""/>
                      <p:cNvPicPr/>
                      <p:nvPr/>
                    </p:nvPicPr>
                    <p:blipFill>
                      <a:blip r:embed="rId52"/>
                      <a:stretch>
                        <a:fillRect/>
                      </a:stretch>
                    </p:blipFill>
                    <p:spPr>
                      <a:xfrm>
                        <a:off x="3210493" y="5317354"/>
                        <a:ext cx="328075" cy="403785"/>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F400530B-AA97-6B3A-5A02-FC6A3A43DC1D}"/>
              </a:ext>
            </a:extLst>
          </p:cNvPr>
          <p:cNvGraphicFramePr>
            <a:graphicFrameLocks noChangeAspect="1"/>
          </p:cNvGraphicFramePr>
          <p:nvPr>
            <p:extLst>
              <p:ext uri="{D42A27DB-BD31-4B8C-83A1-F6EECF244321}">
                <p14:modId xmlns:p14="http://schemas.microsoft.com/office/powerpoint/2010/main" val="2800925539"/>
              </p:ext>
            </p:extLst>
          </p:nvPr>
        </p:nvGraphicFramePr>
        <p:xfrm>
          <a:off x="4326901" y="5349033"/>
          <a:ext cx="325681" cy="372207"/>
        </p:xfrm>
        <a:graphic>
          <a:graphicData uri="http://schemas.openxmlformats.org/presentationml/2006/ole">
            <mc:AlternateContent xmlns:mc="http://schemas.openxmlformats.org/markup-compatibility/2006">
              <mc:Choice xmlns:v="urn:schemas-microsoft-com:vml" Requires="v">
                <p:oleObj name="Equation" r:id="rId53" imgW="177480" imgH="203040" progId="Equation.DSMT4">
                  <p:embed/>
                </p:oleObj>
              </mc:Choice>
              <mc:Fallback>
                <p:oleObj name="Equation" r:id="rId53" imgW="177480" imgH="203040" progId="Equation.DSMT4">
                  <p:embed/>
                  <p:pic>
                    <p:nvPicPr>
                      <p:cNvPr id="0" name=""/>
                      <p:cNvPicPr/>
                      <p:nvPr/>
                    </p:nvPicPr>
                    <p:blipFill>
                      <a:blip r:embed="rId54"/>
                      <a:stretch>
                        <a:fillRect/>
                      </a:stretch>
                    </p:blipFill>
                    <p:spPr>
                      <a:xfrm>
                        <a:off x="4326901" y="5349033"/>
                        <a:ext cx="325681" cy="372207"/>
                      </a:xfrm>
                      <a:prstGeom prst="rect">
                        <a:avLst/>
                      </a:prstGeom>
                    </p:spPr>
                  </p:pic>
                </p:oleObj>
              </mc:Fallback>
            </mc:AlternateContent>
          </a:graphicData>
        </a:graphic>
      </p:graphicFrame>
    </p:spTree>
    <p:extLst>
      <p:ext uri="{BB962C8B-B14F-4D97-AF65-F5344CB8AC3E}">
        <p14:creationId xmlns:p14="http://schemas.microsoft.com/office/powerpoint/2010/main" val="2234073515"/>
      </p:ext>
    </p:extLst>
  </p:cSld>
  <p:clrMapOvr>
    <a:masterClrMapping/>
  </p:clrMapOvr>
  <p:transition advTm="18857"/>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DA3C426-EA96-1E31-EBB6-C9D4B5DFEA84}"/>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2.2.1  </a:t>
            </a:r>
            <a:r>
              <a:rPr lang="zh-CN" altLang="en-US" sz="2800" b="1" dirty="0">
                <a:latin typeface="Times New Roman" pitchFamily="18" charset="0"/>
                <a:ea typeface="华文中宋" pitchFamily="2" charset="-122"/>
              </a:rPr>
              <a:t>齐次变换矩阵相乘</a:t>
            </a:r>
          </a:p>
        </p:txBody>
      </p:sp>
      <p:sp>
        <p:nvSpPr>
          <p:cNvPr id="5" name="文本框 4">
            <a:extLst>
              <a:ext uri="{FF2B5EF4-FFF2-40B4-BE49-F238E27FC236}">
                <a16:creationId xmlns:a16="http://schemas.microsoft.com/office/drawing/2014/main" id="{946AF8D2-D6D3-2948-E182-1902E959954D}"/>
              </a:ext>
            </a:extLst>
          </p:cNvPr>
          <p:cNvSpPr txBox="1"/>
          <p:nvPr/>
        </p:nvSpPr>
        <p:spPr>
          <a:xfrm>
            <a:off x="763571" y="1159497"/>
            <a:ext cx="10944520" cy="4613892"/>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在坐标系的变换中，一个坐标系变换至另一个坐标系的齐次变换矩阵等于中间坐标系各齐次变换矩阵的连乘积。给定坐标系</a:t>
            </a:r>
            <a:r>
              <a:rPr lang="en-US" altLang="zh-CN" sz="1800" kern="1000" dirty="0">
                <a:effectLst/>
                <a:latin typeface="微软雅黑" panose="020B0503020204020204" pitchFamily="34" charset="-122"/>
                <a:ea typeface="微软雅黑" panose="020B0503020204020204" pitchFamily="34" charset="-122"/>
              </a:rPr>
              <a:t>     </a:t>
            </a:r>
            <a:r>
              <a:rPr lang="zh-CN" altLang="en-US" sz="1800" kern="1000" dirty="0">
                <a:effectLst/>
                <a:latin typeface="微软雅黑" panose="020B0503020204020204" pitchFamily="34" charset="-122"/>
                <a:ea typeface="微软雅黑" panose="020B0503020204020204" pitchFamily="34" charset="-122"/>
              </a:rPr>
              <a:t>，    ，   ，</a:t>
            </a:r>
            <a:r>
              <a:rPr lang="zh-CN" altLang="zh-CN" sz="1800" kern="1000" dirty="0">
                <a:effectLst/>
                <a:latin typeface="微软雅黑" panose="020B0503020204020204" pitchFamily="34" charset="-122"/>
                <a:ea typeface="微软雅黑" panose="020B0503020204020204" pitchFamily="34" charset="-122"/>
              </a:rPr>
              <a:t>已知</a:t>
            </a:r>
            <a:r>
              <a:rPr lang="en-US" altLang="zh-CN" sz="1800" kern="1000" dirty="0">
                <a:effectLst/>
                <a:latin typeface="Times New Roman" panose="02020603050405020304" pitchFamily="18" charset="0"/>
                <a:ea typeface="宋体" panose="02010600030101010101" pitchFamily="2" charset="-122"/>
              </a:rPr>
              <a:t>{</a:t>
            </a:r>
            <a:r>
              <a:rPr lang="en-US" altLang="zh-CN" sz="1800" i="1" kern="1000" dirty="0">
                <a:effectLst/>
                <a:latin typeface="Times New Roman" panose="02020603050405020304" pitchFamily="18" charset="0"/>
                <a:ea typeface="宋体" panose="02010600030101010101" pitchFamily="2" charset="-122"/>
              </a:rPr>
              <a:t>B</a:t>
            </a:r>
            <a:r>
              <a:rPr lang="en-US" altLang="zh-CN" sz="1800" kern="1000" dirty="0">
                <a:effectLst/>
                <a:latin typeface="Times New Roman" panose="02020603050405020304" pitchFamily="18" charset="0"/>
                <a:ea typeface="宋体" panose="02010600030101010101" pitchFamily="2" charset="-122"/>
              </a:rPr>
              <a:t>}</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相对于</a:t>
            </a:r>
            <a:r>
              <a:rPr lang="en-US" altLang="zh-CN" sz="1800" kern="1000" dirty="0">
                <a:effectLst/>
                <a:latin typeface="Times New Roman" panose="02020603050405020304" pitchFamily="18" charset="0"/>
                <a:ea typeface="宋体" panose="02010600030101010101" pitchFamily="2" charset="-122"/>
              </a:rPr>
              <a:t>{</a:t>
            </a:r>
            <a:r>
              <a:rPr lang="en-US" altLang="zh-CN" sz="1800" i="1" kern="1000" dirty="0">
                <a:effectLst/>
                <a:latin typeface="Times New Roman" panose="02020603050405020304" pitchFamily="18" charset="0"/>
                <a:ea typeface="宋体" panose="02010600030101010101" pitchFamily="2" charset="-122"/>
              </a:rPr>
              <a:t>A</a:t>
            </a:r>
            <a:r>
              <a:rPr lang="en-US" altLang="zh-CN" sz="1800" kern="1000" dirty="0">
                <a:effectLst/>
                <a:latin typeface="Times New Roman" panose="02020603050405020304" pitchFamily="18" charset="0"/>
                <a:ea typeface="宋体" panose="02010600030101010101" pitchFamily="2" charset="-122"/>
              </a:rPr>
              <a:t>}</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的描述为</a:t>
            </a:r>
            <a:r>
              <a:rPr lang="en-US" altLang="zh-CN" sz="1800" kern="1000" dirty="0">
                <a:effectLst/>
                <a:latin typeface="微软雅黑" panose="020B0503020204020204" pitchFamily="34" charset="-122"/>
                <a:ea typeface="微软雅黑" panose="020B0503020204020204" pitchFamily="34" charset="-122"/>
              </a:rPr>
              <a:t>       </a:t>
            </a:r>
            <a:r>
              <a:rPr lang="zh-CN" altLang="en-US" sz="1800" kern="1000" dirty="0">
                <a:effectLst/>
                <a:latin typeface="微软雅黑" panose="020B0503020204020204" pitchFamily="34" charset="-122"/>
                <a:ea typeface="微软雅黑" panose="020B0503020204020204" pitchFamily="34" charset="-122"/>
              </a:rPr>
              <a:t>， </a:t>
            </a:r>
            <a:r>
              <a:rPr lang="en-US" altLang="zh-CN" sz="1800" kern="1000" dirty="0">
                <a:effectLst/>
                <a:latin typeface="Times New Roman" panose="02020603050405020304" pitchFamily="18" charset="0"/>
                <a:ea typeface="宋体" panose="02010600030101010101" pitchFamily="2" charset="-122"/>
              </a:rPr>
              <a:t>{</a:t>
            </a:r>
            <a:r>
              <a:rPr lang="en-US" altLang="zh-CN" sz="1800" i="1" kern="1000" dirty="0">
                <a:effectLst/>
                <a:latin typeface="Times New Roman" panose="02020603050405020304" pitchFamily="18" charset="0"/>
                <a:ea typeface="宋体" panose="02010600030101010101" pitchFamily="2" charset="-122"/>
              </a:rPr>
              <a:t>C</a:t>
            </a:r>
            <a:r>
              <a:rPr lang="en-US" altLang="zh-CN" sz="1800" kern="1000" dirty="0">
                <a:effectLst/>
                <a:latin typeface="Times New Roman" panose="02020603050405020304" pitchFamily="18" charset="0"/>
                <a:ea typeface="宋体" panose="02010600030101010101" pitchFamily="2" charset="-122"/>
              </a:rPr>
              <a:t>}</a:t>
            </a:r>
            <a:r>
              <a:rPr lang="zh-CN" altLang="zh-CN" sz="1800" kern="1000" dirty="0">
                <a:effectLst/>
                <a:latin typeface="微软雅黑" panose="020B0503020204020204" pitchFamily="34" charset="-122"/>
                <a:ea typeface="微软雅黑" panose="020B0503020204020204" pitchFamily="34" charset="-122"/>
              </a:rPr>
              <a:t>相对于</a:t>
            </a:r>
            <a:r>
              <a:rPr lang="en-US" altLang="zh-CN" sz="1800" kern="1000" dirty="0">
                <a:effectLst/>
                <a:latin typeface="Times New Roman" panose="02020603050405020304" pitchFamily="18" charset="0"/>
                <a:ea typeface="宋体" panose="02010600030101010101" pitchFamily="2" charset="-122"/>
              </a:rPr>
              <a:t>{</a:t>
            </a:r>
            <a:r>
              <a:rPr lang="en-US" altLang="zh-CN" sz="1800" i="1" kern="1000" dirty="0">
                <a:effectLst/>
                <a:latin typeface="Times New Roman" panose="02020603050405020304" pitchFamily="18" charset="0"/>
                <a:ea typeface="宋体" panose="02010600030101010101" pitchFamily="2" charset="-122"/>
              </a:rPr>
              <a:t>B</a:t>
            </a:r>
            <a:r>
              <a:rPr lang="en-US" altLang="zh-CN" sz="1800" kern="1000" dirty="0">
                <a:effectLst/>
                <a:latin typeface="Times New Roman" panose="02020603050405020304" pitchFamily="18" charset="0"/>
                <a:ea typeface="宋体" panose="02010600030101010101" pitchFamily="2" charset="-122"/>
              </a:rPr>
              <a:t>}</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的描述为</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变换矩阵      将     映射为     ，表示为</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变换矩阵      将      映射为       ，表示为</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合并式</a:t>
            </a:r>
            <a:r>
              <a:rPr lang="en-US" altLang="zh-CN" sz="1800" kern="1000" dirty="0">
                <a:effectLst/>
                <a:latin typeface="微软雅黑" panose="020B0503020204020204" pitchFamily="34" charset="-122"/>
                <a:ea typeface="微软雅黑" panose="020B0503020204020204" pitchFamily="34" charset="-122"/>
              </a:rPr>
              <a:t>(2.25)</a:t>
            </a:r>
            <a:r>
              <a:rPr lang="zh-CN" altLang="en-US" sz="1800" kern="1000" dirty="0">
                <a:effectLst/>
                <a:latin typeface="微软雅黑" panose="020B0503020204020204" pitchFamily="34" charset="-122"/>
                <a:ea typeface="微软雅黑" panose="020B0503020204020204" pitchFamily="34" charset="-122"/>
              </a:rPr>
              <a:t>和</a:t>
            </a:r>
            <a:r>
              <a:rPr lang="en-US" altLang="zh-CN" sz="1800" kern="1000" dirty="0">
                <a:effectLst/>
                <a:latin typeface="微软雅黑" panose="020B0503020204020204" pitchFamily="34" charset="-122"/>
                <a:ea typeface="微软雅黑" panose="020B0503020204020204" pitchFamily="34" charset="-122"/>
              </a:rPr>
              <a:t>(2.26)</a:t>
            </a:r>
            <a:r>
              <a:rPr lang="zh-CN" altLang="en-US" sz="1800" kern="1000" dirty="0">
                <a:effectLst/>
                <a:latin typeface="微软雅黑" panose="020B0503020204020204" pitchFamily="34" charset="-122"/>
                <a:ea typeface="微软雅黑" panose="020B0503020204020204" pitchFamily="34" charset="-122"/>
              </a:rPr>
              <a:t>，可得</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从而，可得复合变换矩阵</a:t>
            </a:r>
          </a:p>
          <a:p>
            <a:pPr indent="450000" algn="just">
              <a:lnSpc>
                <a:spcPct val="150000"/>
              </a:lnSpc>
            </a:pPr>
            <a:endParaRPr lang="zh-CN" altLang="en-US"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6" name="对象 5">
            <a:extLst>
              <a:ext uri="{FF2B5EF4-FFF2-40B4-BE49-F238E27FC236}">
                <a16:creationId xmlns:a16="http://schemas.microsoft.com/office/drawing/2014/main" id="{AC26E805-937A-E2E9-59C3-61D82E390724}"/>
              </a:ext>
            </a:extLst>
          </p:cNvPr>
          <p:cNvGraphicFramePr>
            <a:graphicFrameLocks noChangeAspect="1"/>
          </p:cNvGraphicFramePr>
          <p:nvPr>
            <p:extLst>
              <p:ext uri="{D42A27DB-BD31-4B8C-83A1-F6EECF244321}">
                <p14:modId xmlns:p14="http://schemas.microsoft.com/office/powerpoint/2010/main" val="3004875569"/>
              </p:ext>
            </p:extLst>
          </p:nvPr>
        </p:nvGraphicFramePr>
        <p:xfrm>
          <a:off x="2889707" y="1739032"/>
          <a:ext cx="353845" cy="294871"/>
        </p:xfrm>
        <a:graphic>
          <a:graphicData uri="http://schemas.openxmlformats.org/presentationml/2006/ole">
            <mc:AlternateContent xmlns:mc="http://schemas.openxmlformats.org/markup-compatibility/2006">
              <mc:Choice xmlns:v="urn:schemas-microsoft-com:vml" Requires="v">
                <p:oleObj name="Equation" r:id="rId3" imgW="228600" imgH="190440" progId="Equation.DSMT4">
                  <p:embed/>
                </p:oleObj>
              </mc:Choice>
              <mc:Fallback>
                <p:oleObj name="Equation" r:id="rId3" imgW="228600" imgH="190440" progId="Equation.DSMT4">
                  <p:embed/>
                  <p:pic>
                    <p:nvPicPr>
                      <p:cNvPr id="0" name=""/>
                      <p:cNvPicPr/>
                      <p:nvPr/>
                    </p:nvPicPr>
                    <p:blipFill>
                      <a:blip r:embed="rId4"/>
                      <a:stretch>
                        <a:fillRect/>
                      </a:stretch>
                    </p:blipFill>
                    <p:spPr>
                      <a:xfrm>
                        <a:off x="2889707" y="1739032"/>
                        <a:ext cx="353845" cy="29487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7B051D33-CBBA-6086-33CA-DC2EBF113D5A}"/>
              </a:ext>
            </a:extLst>
          </p:cNvPr>
          <p:cNvGraphicFramePr>
            <a:graphicFrameLocks noChangeAspect="1"/>
          </p:cNvGraphicFramePr>
          <p:nvPr>
            <p:extLst>
              <p:ext uri="{D42A27DB-BD31-4B8C-83A1-F6EECF244321}">
                <p14:modId xmlns:p14="http://schemas.microsoft.com/office/powerpoint/2010/main" val="2400401441"/>
              </p:ext>
            </p:extLst>
          </p:nvPr>
        </p:nvGraphicFramePr>
        <p:xfrm>
          <a:off x="3353807" y="1731961"/>
          <a:ext cx="353845" cy="294871"/>
        </p:xfrm>
        <a:graphic>
          <a:graphicData uri="http://schemas.openxmlformats.org/presentationml/2006/ole">
            <mc:AlternateContent xmlns:mc="http://schemas.openxmlformats.org/markup-compatibility/2006">
              <mc:Choice xmlns:v="urn:schemas-microsoft-com:vml" Requires="v">
                <p:oleObj name="Equation" r:id="rId5" imgW="228600" imgH="190440" progId="Equation.DSMT4">
                  <p:embed/>
                </p:oleObj>
              </mc:Choice>
              <mc:Fallback>
                <p:oleObj name="Equation" r:id="rId5" imgW="228600" imgH="190440" progId="Equation.DSMT4">
                  <p:embed/>
                  <p:pic>
                    <p:nvPicPr>
                      <p:cNvPr id="0" name=""/>
                      <p:cNvPicPr/>
                      <p:nvPr/>
                    </p:nvPicPr>
                    <p:blipFill>
                      <a:blip r:embed="rId6"/>
                      <a:stretch>
                        <a:fillRect/>
                      </a:stretch>
                    </p:blipFill>
                    <p:spPr>
                      <a:xfrm>
                        <a:off x="3353807" y="1731961"/>
                        <a:ext cx="353845" cy="294871"/>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2265AB03-E38D-63E3-5451-0F5E688AE8AE}"/>
              </a:ext>
            </a:extLst>
          </p:cNvPr>
          <p:cNvGraphicFramePr>
            <a:graphicFrameLocks noChangeAspect="1"/>
          </p:cNvGraphicFramePr>
          <p:nvPr>
            <p:extLst>
              <p:ext uri="{D42A27DB-BD31-4B8C-83A1-F6EECF244321}">
                <p14:modId xmlns:p14="http://schemas.microsoft.com/office/powerpoint/2010/main" val="84894325"/>
              </p:ext>
            </p:extLst>
          </p:nvPr>
        </p:nvGraphicFramePr>
        <p:xfrm>
          <a:off x="3817907" y="1731961"/>
          <a:ext cx="364548" cy="287801"/>
        </p:xfrm>
        <a:graphic>
          <a:graphicData uri="http://schemas.openxmlformats.org/presentationml/2006/ole">
            <mc:AlternateContent xmlns:mc="http://schemas.openxmlformats.org/markup-compatibility/2006">
              <mc:Choice xmlns:v="urn:schemas-microsoft-com:vml" Requires="v">
                <p:oleObj name="Equation" r:id="rId7" imgW="241200" imgH="190440" progId="Equation.DSMT4">
                  <p:embed/>
                </p:oleObj>
              </mc:Choice>
              <mc:Fallback>
                <p:oleObj name="Equation" r:id="rId7" imgW="241200" imgH="190440" progId="Equation.DSMT4">
                  <p:embed/>
                  <p:pic>
                    <p:nvPicPr>
                      <p:cNvPr id="0" name=""/>
                      <p:cNvPicPr/>
                      <p:nvPr/>
                    </p:nvPicPr>
                    <p:blipFill>
                      <a:blip r:embed="rId8"/>
                      <a:stretch>
                        <a:fillRect/>
                      </a:stretch>
                    </p:blipFill>
                    <p:spPr>
                      <a:xfrm>
                        <a:off x="3817907" y="1731961"/>
                        <a:ext cx="364548" cy="28780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5B2281F-7B65-5155-C9D8-A3B36881A129}"/>
              </a:ext>
            </a:extLst>
          </p:cNvPr>
          <p:cNvGraphicFramePr>
            <a:graphicFrameLocks noChangeAspect="1"/>
          </p:cNvGraphicFramePr>
          <p:nvPr>
            <p:extLst>
              <p:ext uri="{D42A27DB-BD31-4B8C-83A1-F6EECF244321}">
                <p14:modId xmlns:p14="http://schemas.microsoft.com/office/powerpoint/2010/main" val="1740092249"/>
              </p:ext>
            </p:extLst>
          </p:nvPr>
        </p:nvGraphicFramePr>
        <p:xfrm>
          <a:off x="7381075" y="1659960"/>
          <a:ext cx="353844" cy="375959"/>
        </p:xfrm>
        <a:graphic>
          <a:graphicData uri="http://schemas.openxmlformats.org/presentationml/2006/ole">
            <mc:AlternateContent xmlns:mc="http://schemas.openxmlformats.org/markup-compatibility/2006">
              <mc:Choice xmlns:v="urn:schemas-microsoft-com:vml" Requires="v">
                <p:oleObj name="Equation" r:id="rId9" imgW="203040" imgH="215640" progId="Equation.DSMT4">
                  <p:embed/>
                </p:oleObj>
              </mc:Choice>
              <mc:Fallback>
                <p:oleObj name="Equation" r:id="rId9" imgW="203040" imgH="215640" progId="Equation.DSMT4">
                  <p:embed/>
                  <p:pic>
                    <p:nvPicPr>
                      <p:cNvPr id="0" name=""/>
                      <p:cNvPicPr/>
                      <p:nvPr/>
                    </p:nvPicPr>
                    <p:blipFill>
                      <a:blip r:embed="rId10"/>
                      <a:stretch>
                        <a:fillRect/>
                      </a:stretch>
                    </p:blipFill>
                    <p:spPr>
                      <a:xfrm>
                        <a:off x="7381075" y="1659960"/>
                        <a:ext cx="353844" cy="375959"/>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F17CB90A-6C58-E3C5-000C-48EBB9C76AF9}"/>
              </a:ext>
            </a:extLst>
          </p:cNvPr>
          <p:cNvGraphicFramePr>
            <a:graphicFrameLocks noChangeAspect="1"/>
          </p:cNvGraphicFramePr>
          <p:nvPr>
            <p:extLst>
              <p:ext uri="{D42A27DB-BD31-4B8C-83A1-F6EECF244321}">
                <p14:modId xmlns:p14="http://schemas.microsoft.com/office/powerpoint/2010/main" val="4201631957"/>
              </p:ext>
            </p:extLst>
          </p:nvPr>
        </p:nvGraphicFramePr>
        <p:xfrm>
          <a:off x="10521950" y="1659960"/>
          <a:ext cx="353844" cy="375960"/>
        </p:xfrm>
        <a:graphic>
          <a:graphicData uri="http://schemas.openxmlformats.org/presentationml/2006/ole">
            <mc:AlternateContent xmlns:mc="http://schemas.openxmlformats.org/markup-compatibility/2006">
              <mc:Choice xmlns:v="urn:schemas-microsoft-com:vml" Requires="v">
                <p:oleObj name="Equation" r:id="rId11" imgW="203040" imgH="215640" progId="Equation.DSMT4">
                  <p:embed/>
                </p:oleObj>
              </mc:Choice>
              <mc:Fallback>
                <p:oleObj name="Equation" r:id="rId11" imgW="203040" imgH="215640" progId="Equation.DSMT4">
                  <p:embed/>
                  <p:pic>
                    <p:nvPicPr>
                      <p:cNvPr id="0" name=""/>
                      <p:cNvPicPr/>
                      <p:nvPr/>
                    </p:nvPicPr>
                    <p:blipFill>
                      <a:blip r:embed="rId12"/>
                      <a:stretch>
                        <a:fillRect/>
                      </a:stretch>
                    </p:blipFill>
                    <p:spPr>
                      <a:xfrm>
                        <a:off x="10521950" y="1659960"/>
                        <a:ext cx="353844" cy="37596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708299A4-FAED-DE11-6065-35272A18A8D4}"/>
              </a:ext>
            </a:extLst>
          </p:cNvPr>
          <p:cNvGraphicFramePr>
            <a:graphicFrameLocks noChangeAspect="1"/>
          </p:cNvGraphicFramePr>
          <p:nvPr>
            <p:extLst>
              <p:ext uri="{D42A27DB-BD31-4B8C-83A1-F6EECF244321}">
                <p14:modId xmlns:p14="http://schemas.microsoft.com/office/powerpoint/2010/main" val="273985432"/>
              </p:ext>
            </p:extLst>
          </p:nvPr>
        </p:nvGraphicFramePr>
        <p:xfrm>
          <a:off x="2298307" y="2033903"/>
          <a:ext cx="354013" cy="376237"/>
        </p:xfrm>
        <a:graphic>
          <a:graphicData uri="http://schemas.openxmlformats.org/presentationml/2006/ole">
            <mc:AlternateContent xmlns:mc="http://schemas.openxmlformats.org/markup-compatibility/2006">
              <mc:Choice xmlns:v="urn:schemas-microsoft-com:vml" Requires="v">
                <p:oleObj name="Equation" r:id="rId13" imgW="353546" imgH="376574" progId="Equation.DSMT4">
                  <p:embed/>
                </p:oleObj>
              </mc:Choice>
              <mc:Fallback>
                <p:oleObj name="Equation" r:id="rId13" imgW="353546" imgH="376574" progId="Equation.DSMT4">
                  <p:embed/>
                  <p:pic>
                    <p:nvPicPr>
                      <p:cNvPr id="0" name=""/>
                      <p:cNvPicPr/>
                      <p:nvPr/>
                    </p:nvPicPr>
                    <p:blipFill>
                      <a:blip r:embed="rId14"/>
                      <a:stretch>
                        <a:fillRect/>
                      </a:stretch>
                    </p:blipFill>
                    <p:spPr>
                      <a:xfrm>
                        <a:off x="2298307" y="2033903"/>
                        <a:ext cx="354013" cy="376237"/>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873D4700-6F10-B2AF-3B17-95652D0A46E1}"/>
              </a:ext>
            </a:extLst>
          </p:cNvPr>
          <p:cNvGraphicFramePr>
            <a:graphicFrameLocks noChangeAspect="1"/>
          </p:cNvGraphicFramePr>
          <p:nvPr>
            <p:extLst>
              <p:ext uri="{D42A27DB-BD31-4B8C-83A1-F6EECF244321}">
                <p14:modId xmlns:p14="http://schemas.microsoft.com/office/powerpoint/2010/main" val="2871456032"/>
              </p:ext>
            </p:extLst>
          </p:nvPr>
        </p:nvGraphicFramePr>
        <p:xfrm>
          <a:off x="2889538" y="2087355"/>
          <a:ext cx="265823" cy="322785"/>
        </p:xfrm>
        <a:graphic>
          <a:graphicData uri="http://schemas.openxmlformats.org/presentationml/2006/ole">
            <mc:AlternateContent xmlns:mc="http://schemas.openxmlformats.org/markup-compatibility/2006">
              <mc:Choice xmlns:v="urn:schemas-microsoft-com:vml" Requires="v">
                <p:oleObj name="Equation" r:id="rId15" imgW="177480" imgH="215640" progId="Equation.DSMT4">
                  <p:embed/>
                </p:oleObj>
              </mc:Choice>
              <mc:Fallback>
                <p:oleObj name="Equation" r:id="rId15" imgW="177480" imgH="215640" progId="Equation.DSMT4">
                  <p:embed/>
                  <p:pic>
                    <p:nvPicPr>
                      <p:cNvPr id="0" name=""/>
                      <p:cNvPicPr/>
                      <p:nvPr/>
                    </p:nvPicPr>
                    <p:blipFill>
                      <a:blip r:embed="rId16"/>
                      <a:stretch>
                        <a:fillRect/>
                      </a:stretch>
                    </p:blipFill>
                    <p:spPr>
                      <a:xfrm>
                        <a:off x="2889538" y="2087355"/>
                        <a:ext cx="265823" cy="322785"/>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7421125B-E4DF-A2F0-EB55-78446EB1A1F7}"/>
              </a:ext>
            </a:extLst>
          </p:cNvPr>
          <p:cNvGraphicFramePr>
            <a:graphicFrameLocks noChangeAspect="1"/>
          </p:cNvGraphicFramePr>
          <p:nvPr>
            <p:extLst>
              <p:ext uri="{D42A27DB-BD31-4B8C-83A1-F6EECF244321}">
                <p14:modId xmlns:p14="http://schemas.microsoft.com/office/powerpoint/2010/main" val="3368525209"/>
              </p:ext>
            </p:extLst>
          </p:nvPr>
        </p:nvGraphicFramePr>
        <p:xfrm>
          <a:off x="3911280" y="2118481"/>
          <a:ext cx="275775" cy="334870"/>
        </p:xfrm>
        <a:graphic>
          <a:graphicData uri="http://schemas.openxmlformats.org/presentationml/2006/ole">
            <mc:AlternateContent xmlns:mc="http://schemas.openxmlformats.org/markup-compatibility/2006">
              <mc:Choice xmlns:v="urn:schemas-microsoft-com:vml" Requires="v">
                <p:oleObj name="Equation" r:id="rId17" imgW="177480" imgH="215640" progId="Equation.DSMT4">
                  <p:embed/>
                </p:oleObj>
              </mc:Choice>
              <mc:Fallback>
                <p:oleObj name="Equation" r:id="rId17" imgW="177480" imgH="215640" progId="Equation.DSMT4">
                  <p:embed/>
                  <p:pic>
                    <p:nvPicPr>
                      <p:cNvPr id="0" name=""/>
                      <p:cNvPicPr/>
                      <p:nvPr/>
                    </p:nvPicPr>
                    <p:blipFill>
                      <a:blip r:embed="rId18"/>
                      <a:stretch>
                        <a:fillRect/>
                      </a:stretch>
                    </p:blipFill>
                    <p:spPr>
                      <a:xfrm>
                        <a:off x="3911280" y="2118481"/>
                        <a:ext cx="275775" cy="33487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F2CF47F6-9FA6-C2F0-852D-1BAAD05B6544}"/>
              </a:ext>
            </a:extLst>
          </p:cNvPr>
          <p:cNvGraphicFramePr>
            <a:graphicFrameLocks noChangeAspect="1"/>
          </p:cNvGraphicFramePr>
          <p:nvPr>
            <p:extLst>
              <p:ext uri="{D42A27DB-BD31-4B8C-83A1-F6EECF244321}">
                <p14:modId xmlns:p14="http://schemas.microsoft.com/office/powerpoint/2010/main" val="2070117791"/>
              </p:ext>
            </p:extLst>
          </p:nvPr>
        </p:nvGraphicFramePr>
        <p:xfrm>
          <a:off x="4643057" y="2453351"/>
          <a:ext cx="1096655" cy="380472"/>
        </p:xfrm>
        <a:graphic>
          <a:graphicData uri="http://schemas.openxmlformats.org/presentationml/2006/ole">
            <mc:AlternateContent xmlns:mc="http://schemas.openxmlformats.org/markup-compatibility/2006">
              <mc:Choice xmlns:v="urn:schemas-microsoft-com:vml" Requires="v">
                <p:oleObj name="Equation" r:id="rId19" imgW="622080" imgH="215640" progId="Equation.DSMT4">
                  <p:embed/>
                </p:oleObj>
              </mc:Choice>
              <mc:Fallback>
                <p:oleObj name="Equation" r:id="rId19" imgW="622080" imgH="215640" progId="Equation.DSMT4">
                  <p:embed/>
                  <p:pic>
                    <p:nvPicPr>
                      <p:cNvPr id="0" name=""/>
                      <p:cNvPicPr/>
                      <p:nvPr/>
                    </p:nvPicPr>
                    <p:blipFill>
                      <a:blip r:embed="rId20"/>
                      <a:stretch>
                        <a:fillRect/>
                      </a:stretch>
                    </p:blipFill>
                    <p:spPr>
                      <a:xfrm>
                        <a:off x="4643057" y="2453351"/>
                        <a:ext cx="1096655" cy="380472"/>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436473DE-782F-DD3A-166D-83A67A162B1A}"/>
              </a:ext>
            </a:extLst>
          </p:cNvPr>
          <p:cNvGraphicFramePr>
            <a:graphicFrameLocks noChangeAspect="1"/>
          </p:cNvGraphicFramePr>
          <p:nvPr>
            <p:extLst>
              <p:ext uri="{D42A27DB-BD31-4B8C-83A1-F6EECF244321}">
                <p14:modId xmlns:p14="http://schemas.microsoft.com/office/powerpoint/2010/main" val="1177258945"/>
              </p:ext>
            </p:extLst>
          </p:nvPr>
        </p:nvGraphicFramePr>
        <p:xfrm>
          <a:off x="2272112" y="2912411"/>
          <a:ext cx="354013" cy="376139"/>
        </p:xfrm>
        <a:graphic>
          <a:graphicData uri="http://schemas.openxmlformats.org/presentationml/2006/ole">
            <mc:AlternateContent xmlns:mc="http://schemas.openxmlformats.org/markup-compatibility/2006">
              <mc:Choice xmlns:v="urn:schemas-microsoft-com:vml" Requires="v">
                <p:oleObj name="Equation" r:id="rId21" imgW="203040" imgH="215640" progId="Equation.DSMT4">
                  <p:embed/>
                </p:oleObj>
              </mc:Choice>
              <mc:Fallback>
                <p:oleObj name="Equation" r:id="rId21" imgW="203040" imgH="215640" progId="Equation.DSMT4">
                  <p:embed/>
                  <p:pic>
                    <p:nvPicPr>
                      <p:cNvPr id="0" name=""/>
                      <p:cNvPicPr/>
                      <p:nvPr/>
                    </p:nvPicPr>
                    <p:blipFill>
                      <a:blip r:embed="rId22"/>
                      <a:stretch>
                        <a:fillRect/>
                      </a:stretch>
                    </p:blipFill>
                    <p:spPr>
                      <a:xfrm>
                        <a:off x="2272112" y="2912411"/>
                        <a:ext cx="354013" cy="376139"/>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2B2893F8-15D4-4A92-86C5-8628F85B4D44}"/>
              </a:ext>
            </a:extLst>
          </p:cNvPr>
          <p:cNvGraphicFramePr>
            <a:graphicFrameLocks noChangeAspect="1"/>
          </p:cNvGraphicFramePr>
          <p:nvPr>
            <p:extLst>
              <p:ext uri="{D42A27DB-BD31-4B8C-83A1-F6EECF244321}">
                <p14:modId xmlns:p14="http://schemas.microsoft.com/office/powerpoint/2010/main" val="3845813128"/>
              </p:ext>
            </p:extLst>
          </p:nvPr>
        </p:nvGraphicFramePr>
        <p:xfrm>
          <a:off x="2933548" y="2934560"/>
          <a:ext cx="310003" cy="376432"/>
        </p:xfrm>
        <a:graphic>
          <a:graphicData uri="http://schemas.openxmlformats.org/presentationml/2006/ole">
            <mc:AlternateContent xmlns:mc="http://schemas.openxmlformats.org/markup-compatibility/2006">
              <mc:Choice xmlns:v="urn:schemas-microsoft-com:vml" Requires="v">
                <p:oleObj name="Equation" r:id="rId23" imgW="177480" imgH="215640" progId="Equation.DSMT4">
                  <p:embed/>
                </p:oleObj>
              </mc:Choice>
              <mc:Fallback>
                <p:oleObj name="Equation" r:id="rId23" imgW="177480" imgH="215640" progId="Equation.DSMT4">
                  <p:embed/>
                  <p:pic>
                    <p:nvPicPr>
                      <p:cNvPr id="0" name=""/>
                      <p:cNvPicPr/>
                      <p:nvPr/>
                    </p:nvPicPr>
                    <p:blipFill>
                      <a:blip r:embed="rId24"/>
                      <a:stretch>
                        <a:fillRect/>
                      </a:stretch>
                    </p:blipFill>
                    <p:spPr>
                      <a:xfrm>
                        <a:off x="2933548" y="2934560"/>
                        <a:ext cx="310003" cy="376432"/>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F7BF40F5-B22F-3AFB-5E58-A239F6B07C6C}"/>
              </a:ext>
            </a:extLst>
          </p:cNvPr>
          <p:cNvGraphicFramePr>
            <a:graphicFrameLocks noChangeAspect="1"/>
          </p:cNvGraphicFramePr>
          <p:nvPr>
            <p:extLst>
              <p:ext uri="{D42A27DB-BD31-4B8C-83A1-F6EECF244321}">
                <p14:modId xmlns:p14="http://schemas.microsoft.com/office/powerpoint/2010/main" val="3312203537"/>
              </p:ext>
            </p:extLst>
          </p:nvPr>
        </p:nvGraphicFramePr>
        <p:xfrm>
          <a:off x="3979785" y="2912411"/>
          <a:ext cx="309762" cy="376139"/>
        </p:xfrm>
        <a:graphic>
          <a:graphicData uri="http://schemas.openxmlformats.org/presentationml/2006/ole">
            <mc:AlternateContent xmlns:mc="http://schemas.openxmlformats.org/markup-compatibility/2006">
              <mc:Choice xmlns:v="urn:schemas-microsoft-com:vml" Requires="v">
                <p:oleObj name="Equation" r:id="rId25" imgW="177480" imgH="215640" progId="Equation.DSMT4">
                  <p:embed/>
                </p:oleObj>
              </mc:Choice>
              <mc:Fallback>
                <p:oleObj name="Equation" r:id="rId25" imgW="177480" imgH="215640" progId="Equation.DSMT4">
                  <p:embed/>
                  <p:pic>
                    <p:nvPicPr>
                      <p:cNvPr id="0" name=""/>
                      <p:cNvPicPr/>
                      <p:nvPr/>
                    </p:nvPicPr>
                    <p:blipFill>
                      <a:blip r:embed="rId26"/>
                      <a:stretch>
                        <a:fillRect/>
                      </a:stretch>
                    </p:blipFill>
                    <p:spPr>
                      <a:xfrm>
                        <a:off x="3979785" y="2912411"/>
                        <a:ext cx="309762" cy="376139"/>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A9768EEE-5BD4-60E5-0DE4-DEAE87431962}"/>
              </a:ext>
            </a:extLst>
          </p:cNvPr>
          <p:cNvGraphicFramePr>
            <a:graphicFrameLocks noChangeAspect="1"/>
          </p:cNvGraphicFramePr>
          <p:nvPr>
            <p:extLst>
              <p:ext uri="{D42A27DB-BD31-4B8C-83A1-F6EECF244321}">
                <p14:modId xmlns:p14="http://schemas.microsoft.com/office/powerpoint/2010/main" val="715869829"/>
              </p:ext>
            </p:extLst>
          </p:nvPr>
        </p:nvGraphicFramePr>
        <p:xfrm>
          <a:off x="4764393" y="3322562"/>
          <a:ext cx="1096655" cy="380473"/>
        </p:xfrm>
        <a:graphic>
          <a:graphicData uri="http://schemas.openxmlformats.org/presentationml/2006/ole">
            <mc:AlternateContent xmlns:mc="http://schemas.openxmlformats.org/markup-compatibility/2006">
              <mc:Choice xmlns:v="urn:schemas-microsoft-com:vml" Requires="v">
                <p:oleObj name="Equation" r:id="rId27" imgW="622080" imgH="215640" progId="Equation.DSMT4">
                  <p:embed/>
                </p:oleObj>
              </mc:Choice>
              <mc:Fallback>
                <p:oleObj name="Equation" r:id="rId27" imgW="622080" imgH="215640" progId="Equation.DSMT4">
                  <p:embed/>
                  <p:pic>
                    <p:nvPicPr>
                      <p:cNvPr id="0" name=""/>
                      <p:cNvPicPr/>
                      <p:nvPr/>
                    </p:nvPicPr>
                    <p:blipFill>
                      <a:blip r:embed="rId28"/>
                      <a:stretch>
                        <a:fillRect/>
                      </a:stretch>
                    </p:blipFill>
                    <p:spPr>
                      <a:xfrm>
                        <a:off x="4764393" y="3322562"/>
                        <a:ext cx="1096655" cy="380473"/>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0611C7FE-B409-377A-E5BC-4397A6BFC598}"/>
              </a:ext>
            </a:extLst>
          </p:cNvPr>
          <p:cNvGraphicFramePr>
            <a:graphicFrameLocks noChangeAspect="1"/>
          </p:cNvGraphicFramePr>
          <p:nvPr>
            <p:extLst>
              <p:ext uri="{D42A27DB-BD31-4B8C-83A1-F6EECF244321}">
                <p14:modId xmlns:p14="http://schemas.microsoft.com/office/powerpoint/2010/main" val="1625062811"/>
              </p:ext>
            </p:extLst>
          </p:nvPr>
        </p:nvGraphicFramePr>
        <p:xfrm>
          <a:off x="4643057" y="3981076"/>
          <a:ext cx="1387604" cy="380472"/>
        </p:xfrm>
        <a:graphic>
          <a:graphicData uri="http://schemas.openxmlformats.org/presentationml/2006/ole">
            <mc:AlternateContent xmlns:mc="http://schemas.openxmlformats.org/markup-compatibility/2006">
              <mc:Choice xmlns:v="urn:schemas-microsoft-com:vml" Requires="v">
                <p:oleObj name="Equation" r:id="rId29" imgW="787320" imgH="215640" progId="Equation.DSMT4">
                  <p:embed/>
                </p:oleObj>
              </mc:Choice>
              <mc:Fallback>
                <p:oleObj name="Equation" r:id="rId29" imgW="787320" imgH="215640" progId="Equation.DSMT4">
                  <p:embed/>
                  <p:pic>
                    <p:nvPicPr>
                      <p:cNvPr id="0" name=""/>
                      <p:cNvPicPr/>
                      <p:nvPr/>
                    </p:nvPicPr>
                    <p:blipFill>
                      <a:blip r:embed="rId30"/>
                      <a:stretch>
                        <a:fillRect/>
                      </a:stretch>
                    </p:blipFill>
                    <p:spPr>
                      <a:xfrm>
                        <a:off x="4643057" y="3981076"/>
                        <a:ext cx="1387604" cy="380472"/>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2F9A2726-2ADB-736C-3428-5BE79EFF5ECF}"/>
              </a:ext>
            </a:extLst>
          </p:cNvPr>
          <p:cNvGraphicFramePr>
            <a:graphicFrameLocks noChangeAspect="1"/>
          </p:cNvGraphicFramePr>
          <p:nvPr>
            <p:extLst>
              <p:ext uri="{D42A27DB-BD31-4B8C-83A1-F6EECF244321}">
                <p14:modId xmlns:p14="http://schemas.microsoft.com/office/powerpoint/2010/main" val="2138699593"/>
              </p:ext>
            </p:extLst>
          </p:nvPr>
        </p:nvGraphicFramePr>
        <p:xfrm>
          <a:off x="4643056" y="4851568"/>
          <a:ext cx="1163797" cy="380472"/>
        </p:xfrm>
        <a:graphic>
          <a:graphicData uri="http://schemas.openxmlformats.org/presentationml/2006/ole">
            <mc:AlternateContent xmlns:mc="http://schemas.openxmlformats.org/markup-compatibility/2006">
              <mc:Choice xmlns:v="urn:schemas-microsoft-com:vml" Requires="v">
                <p:oleObj name="Equation" r:id="rId31" imgW="660240" imgH="215640" progId="Equation.DSMT4">
                  <p:embed/>
                </p:oleObj>
              </mc:Choice>
              <mc:Fallback>
                <p:oleObj name="Equation" r:id="rId31" imgW="660240" imgH="215640" progId="Equation.DSMT4">
                  <p:embed/>
                  <p:pic>
                    <p:nvPicPr>
                      <p:cNvPr id="0" name=""/>
                      <p:cNvPicPr/>
                      <p:nvPr/>
                    </p:nvPicPr>
                    <p:blipFill>
                      <a:blip r:embed="rId32"/>
                      <a:stretch>
                        <a:fillRect/>
                      </a:stretch>
                    </p:blipFill>
                    <p:spPr>
                      <a:xfrm>
                        <a:off x="4643056" y="4851568"/>
                        <a:ext cx="1163797" cy="380472"/>
                      </a:xfrm>
                      <a:prstGeom prst="rect">
                        <a:avLst/>
                      </a:prstGeom>
                    </p:spPr>
                  </p:pic>
                </p:oleObj>
              </mc:Fallback>
            </mc:AlternateContent>
          </a:graphicData>
        </a:graphic>
      </p:graphicFrame>
    </p:spTree>
    <p:extLst>
      <p:ext uri="{BB962C8B-B14F-4D97-AF65-F5344CB8AC3E}">
        <p14:creationId xmlns:p14="http://schemas.microsoft.com/office/powerpoint/2010/main" val="2592018940"/>
      </p:ext>
    </p:extLst>
  </p:cSld>
  <p:clrMapOvr>
    <a:masterClrMapping/>
  </p:clrMapOvr>
  <p:transition advTm="18857"/>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C6A09C1-850F-F554-5B9B-EFE59A46CBF2}"/>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2.2.2  </a:t>
            </a:r>
            <a:r>
              <a:rPr lang="zh-CN" altLang="en-US" sz="2800" b="1" dirty="0">
                <a:latin typeface="Times New Roman" pitchFamily="18" charset="0"/>
                <a:ea typeface="华文中宋" pitchFamily="2" charset="-122"/>
              </a:rPr>
              <a:t>齐次变换矩阵的相对性</a:t>
            </a:r>
          </a:p>
        </p:txBody>
      </p:sp>
      <p:sp>
        <p:nvSpPr>
          <p:cNvPr id="4" name="文本框 3">
            <a:extLst>
              <a:ext uri="{FF2B5EF4-FFF2-40B4-BE49-F238E27FC236}">
                <a16:creationId xmlns:a16="http://schemas.microsoft.com/office/drawing/2014/main" id="{5873BF25-3530-CA0F-C083-468041C9A59B}"/>
              </a:ext>
            </a:extLst>
          </p:cNvPr>
          <p:cNvSpPr txBox="1"/>
          <p:nvPr/>
        </p:nvSpPr>
        <p:spPr>
          <a:xfrm>
            <a:off x="650448" y="1074656"/>
            <a:ext cx="10906813" cy="4198393"/>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在刚体的方位描述中，除用旋转矩阵</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外，还可以用航海和天文学中常用的</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角和欧拉角，本节利用上述两种方法描述刚体的方位变换并比较变换的相对性。</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角用于相对于固定坐标系的变换；欧拉角用于相对于运动坐标系的变换。</a:t>
            </a: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在欧拉角方法中，坐标系的描述都是相对于运动坐标系的某轴进行旋转的，相应的</a:t>
            </a:r>
            <a:r>
              <a:rPr lang="en-US" altLang="zh-CN" sz="1800" kern="1000" dirty="0">
                <a:effectLst/>
                <a:latin typeface="微软雅黑" panose="020B0503020204020204" pitchFamily="34" charset="-122"/>
                <a:ea typeface="微软雅黑" panose="020B0503020204020204" pitchFamily="34" charset="-122"/>
              </a:rPr>
              <a:t>3</a:t>
            </a:r>
            <a:r>
              <a:rPr lang="zh-CN" altLang="en-US" sz="1800" kern="1000" dirty="0">
                <a:effectLst/>
                <a:latin typeface="微软雅黑" panose="020B0503020204020204" pitchFamily="34" charset="-122"/>
                <a:ea typeface="微软雅黑" panose="020B0503020204020204" pitchFamily="34" charset="-122"/>
              </a:rPr>
              <a:t>次转动都成为欧拉角，上述绕固定轴          旋转的         角方法可以看成绕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rPr>
              <a:t>  轴、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1800" kern="1000" dirty="0">
                <a:effectLst/>
                <a:latin typeface="微软雅黑" panose="020B0503020204020204" pitchFamily="34" charset="-122"/>
                <a:ea typeface="微软雅黑" panose="020B0503020204020204" pitchFamily="34" charset="-122"/>
              </a:rPr>
              <a:t>  轴、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1800" kern="1000" dirty="0">
                <a:effectLst/>
                <a:latin typeface="微软雅黑" panose="020B0503020204020204" pitchFamily="34" charset="-122"/>
                <a:ea typeface="微软雅黑" panose="020B0503020204020204" pitchFamily="34" charset="-122"/>
              </a:rPr>
              <a:t> 轴的变换。绕动坐标系轴依次进行齐次变换，按“从左向右”依次相乘的原则</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右乘</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，相应的旋转矩阵为</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因为描述坐标系绕固定轴旋转的顺序如果与运动轴旋转的次序相反，旋转角度对应相等，那么根据旋转变换的相对性，所得到的变换矩阵是相同的。</a:t>
            </a: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21F282B3-0E33-B640-B4A6-D8F4583BC0CD}"/>
              </a:ext>
            </a:extLst>
          </p:cNvPr>
          <p:cNvGraphicFramePr>
            <a:graphicFrameLocks noChangeAspect="1"/>
          </p:cNvGraphicFramePr>
          <p:nvPr>
            <p:extLst>
              <p:ext uri="{D42A27DB-BD31-4B8C-83A1-F6EECF244321}">
                <p14:modId xmlns:p14="http://schemas.microsoft.com/office/powerpoint/2010/main" val="3955038519"/>
              </p:ext>
            </p:extLst>
          </p:nvPr>
        </p:nvGraphicFramePr>
        <p:xfrm>
          <a:off x="4926291" y="1239609"/>
          <a:ext cx="267878" cy="267878"/>
        </p:xfrm>
        <a:graphic>
          <a:graphicData uri="http://schemas.openxmlformats.org/presentationml/2006/ole">
            <mc:AlternateContent xmlns:mc="http://schemas.openxmlformats.org/markup-compatibility/2006">
              <mc:Choice xmlns:v="urn:schemas-microsoft-com:vml" Requires="v">
                <p:oleObj name="Equation" r:id="rId3" imgW="152280" imgH="152280" progId="Equation.DSMT4">
                  <p:embed/>
                </p:oleObj>
              </mc:Choice>
              <mc:Fallback>
                <p:oleObj name="Equation" r:id="rId3" imgW="152280" imgH="152280" progId="Equation.DSMT4">
                  <p:embed/>
                  <p:pic>
                    <p:nvPicPr>
                      <p:cNvPr id="0" name=""/>
                      <p:cNvPicPr/>
                      <p:nvPr/>
                    </p:nvPicPr>
                    <p:blipFill>
                      <a:blip r:embed="rId4"/>
                      <a:stretch>
                        <a:fillRect/>
                      </a:stretch>
                    </p:blipFill>
                    <p:spPr>
                      <a:xfrm>
                        <a:off x="4926291" y="1239609"/>
                        <a:ext cx="267878" cy="267878"/>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B287B9E5-DB78-3E65-D8B4-F734D39F8596}"/>
              </a:ext>
            </a:extLst>
          </p:cNvPr>
          <p:cNvGraphicFramePr>
            <a:graphicFrameLocks noChangeAspect="1"/>
          </p:cNvGraphicFramePr>
          <p:nvPr>
            <p:extLst>
              <p:ext uri="{D42A27DB-BD31-4B8C-83A1-F6EECF244321}">
                <p14:modId xmlns:p14="http://schemas.microsoft.com/office/powerpoint/2010/main" val="643258041"/>
              </p:ext>
            </p:extLst>
          </p:nvPr>
        </p:nvGraphicFramePr>
        <p:xfrm>
          <a:off x="8897265" y="1228217"/>
          <a:ext cx="558077" cy="267877"/>
        </p:xfrm>
        <a:graphic>
          <a:graphicData uri="http://schemas.openxmlformats.org/presentationml/2006/ole">
            <mc:AlternateContent xmlns:mc="http://schemas.openxmlformats.org/markup-compatibility/2006">
              <mc:Choice xmlns:v="urn:schemas-microsoft-com:vml" Requires="v">
                <p:oleObj name="Equation" r:id="rId5" imgW="317160" imgH="152280" progId="Equation.DSMT4">
                  <p:embed/>
                </p:oleObj>
              </mc:Choice>
              <mc:Fallback>
                <p:oleObj name="Equation" r:id="rId5" imgW="317160" imgH="152280" progId="Equation.DSMT4">
                  <p:embed/>
                  <p:pic>
                    <p:nvPicPr>
                      <p:cNvPr id="0" name=""/>
                      <p:cNvPicPr/>
                      <p:nvPr/>
                    </p:nvPicPr>
                    <p:blipFill>
                      <a:blip r:embed="rId6"/>
                      <a:stretch>
                        <a:fillRect/>
                      </a:stretch>
                    </p:blipFill>
                    <p:spPr>
                      <a:xfrm>
                        <a:off x="8897265" y="1228217"/>
                        <a:ext cx="558077" cy="26787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9374A4D-8C3F-CEDF-3DBE-3DA22F768841}"/>
              </a:ext>
            </a:extLst>
          </p:cNvPr>
          <p:cNvGraphicFramePr>
            <a:graphicFrameLocks noChangeAspect="1"/>
          </p:cNvGraphicFramePr>
          <p:nvPr>
            <p:extLst>
              <p:ext uri="{D42A27DB-BD31-4B8C-83A1-F6EECF244321}">
                <p14:modId xmlns:p14="http://schemas.microsoft.com/office/powerpoint/2010/main" val="1960144806"/>
              </p:ext>
            </p:extLst>
          </p:nvPr>
        </p:nvGraphicFramePr>
        <p:xfrm>
          <a:off x="6592478" y="1626104"/>
          <a:ext cx="558800" cy="268287"/>
        </p:xfrm>
        <a:graphic>
          <a:graphicData uri="http://schemas.openxmlformats.org/presentationml/2006/ole">
            <mc:AlternateContent xmlns:mc="http://schemas.openxmlformats.org/markup-compatibility/2006">
              <mc:Choice xmlns:v="urn:schemas-microsoft-com:vml" Requires="v">
                <p:oleObj name="Equation" r:id="rId7" imgW="558042" imgH="268210" progId="Equation.DSMT4">
                  <p:embed/>
                </p:oleObj>
              </mc:Choice>
              <mc:Fallback>
                <p:oleObj name="Equation" r:id="rId7" imgW="558042" imgH="268210" progId="Equation.DSMT4">
                  <p:embed/>
                  <p:pic>
                    <p:nvPicPr>
                      <p:cNvPr id="0" name=""/>
                      <p:cNvPicPr/>
                      <p:nvPr/>
                    </p:nvPicPr>
                    <p:blipFill>
                      <a:blip r:embed="rId8"/>
                      <a:stretch>
                        <a:fillRect/>
                      </a:stretch>
                    </p:blipFill>
                    <p:spPr>
                      <a:xfrm>
                        <a:off x="6592478" y="1626104"/>
                        <a:ext cx="558800" cy="26828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5AD8E12-D220-07AD-F582-BA9964748B72}"/>
              </a:ext>
            </a:extLst>
          </p:cNvPr>
          <p:cNvGraphicFramePr>
            <a:graphicFrameLocks noChangeAspect="1"/>
          </p:cNvGraphicFramePr>
          <p:nvPr>
            <p:extLst>
              <p:ext uri="{D42A27DB-BD31-4B8C-83A1-F6EECF244321}">
                <p14:modId xmlns:p14="http://schemas.microsoft.com/office/powerpoint/2010/main" val="979176384"/>
              </p:ext>
            </p:extLst>
          </p:nvPr>
        </p:nvGraphicFramePr>
        <p:xfrm>
          <a:off x="2637869" y="2870445"/>
          <a:ext cx="604952" cy="290377"/>
        </p:xfrm>
        <a:graphic>
          <a:graphicData uri="http://schemas.openxmlformats.org/presentationml/2006/ole">
            <mc:AlternateContent xmlns:mc="http://schemas.openxmlformats.org/markup-compatibility/2006">
              <mc:Choice xmlns:v="urn:schemas-microsoft-com:vml" Requires="v">
                <p:oleObj name="Equation" r:id="rId9" imgW="317160" imgH="152280" progId="Equation.DSMT4">
                  <p:embed/>
                </p:oleObj>
              </mc:Choice>
              <mc:Fallback>
                <p:oleObj name="Equation" r:id="rId9" imgW="317160" imgH="152280" progId="Equation.DSMT4">
                  <p:embed/>
                  <p:pic>
                    <p:nvPicPr>
                      <p:cNvPr id="0" name=""/>
                      <p:cNvPicPr/>
                      <p:nvPr/>
                    </p:nvPicPr>
                    <p:blipFill>
                      <a:blip r:embed="rId10"/>
                      <a:stretch>
                        <a:fillRect/>
                      </a:stretch>
                    </p:blipFill>
                    <p:spPr>
                      <a:xfrm>
                        <a:off x="2637869" y="2870445"/>
                        <a:ext cx="604952" cy="29037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00501C3-CEB7-9BA3-10B3-AC63C0980D2B}"/>
              </a:ext>
            </a:extLst>
          </p:cNvPr>
          <p:cNvGraphicFramePr>
            <a:graphicFrameLocks noChangeAspect="1"/>
          </p:cNvGraphicFramePr>
          <p:nvPr>
            <p:extLst>
              <p:ext uri="{D42A27DB-BD31-4B8C-83A1-F6EECF244321}">
                <p14:modId xmlns:p14="http://schemas.microsoft.com/office/powerpoint/2010/main" val="4003422399"/>
              </p:ext>
            </p:extLst>
          </p:nvPr>
        </p:nvGraphicFramePr>
        <p:xfrm>
          <a:off x="4015957" y="2870444"/>
          <a:ext cx="604952" cy="290377"/>
        </p:xfrm>
        <a:graphic>
          <a:graphicData uri="http://schemas.openxmlformats.org/presentationml/2006/ole">
            <mc:AlternateContent xmlns:mc="http://schemas.openxmlformats.org/markup-compatibility/2006">
              <mc:Choice xmlns:v="urn:schemas-microsoft-com:vml" Requires="v">
                <p:oleObj name="Equation" r:id="rId11" imgW="317160" imgH="152280" progId="Equation.DSMT4">
                  <p:embed/>
                </p:oleObj>
              </mc:Choice>
              <mc:Fallback>
                <p:oleObj name="Equation" r:id="rId11" imgW="317160" imgH="152280" progId="Equation.DSMT4">
                  <p:embed/>
                  <p:pic>
                    <p:nvPicPr>
                      <p:cNvPr id="0" name=""/>
                      <p:cNvPicPr/>
                      <p:nvPr/>
                    </p:nvPicPr>
                    <p:blipFill>
                      <a:blip r:embed="rId12"/>
                      <a:stretch>
                        <a:fillRect/>
                      </a:stretch>
                    </p:blipFill>
                    <p:spPr>
                      <a:xfrm>
                        <a:off x="4015957" y="2870444"/>
                        <a:ext cx="604952" cy="29037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BF13D35-79D7-B6D6-1817-7EFBF9CECD03}"/>
              </a:ext>
            </a:extLst>
          </p:cNvPr>
          <p:cNvGraphicFramePr>
            <a:graphicFrameLocks noChangeAspect="1"/>
          </p:cNvGraphicFramePr>
          <p:nvPr>
            <p:extLst>
              <p:ext uri="{D42A27DB-BD31-4B8C-83A1-F6EECF244321}">
                <p14:modId xmlns:p14="http://schemas.microsoft.com/office/powerpoint/2010/main" val="3143496358"/>
              </p:ext>
            </p:extLst>
          </p:nvPr>
        </p:nvGraphicFramePr>
        <p:xfrm>
          <a:off x="4205676" y="3661504"/>
          <a:ext cx="3763186" cy="406253"/>
        </p:xfrm>
        <a:graphic>
          <a:graphicData uri="http://schemas.openxmlformats.org/presentationml/2006/ole">
            <mc:AlternateContent xmlns:mc="http://schemas.openxmlformats.org/markup-compatibility/2006">
              <mc:Choice xmlns:v="urn:schemas-microsoft-com:vml" Requires="v">
                <p:oleObj name="Equation" r:id="rId13" imgW="2234880" imgH="241200" progId="Equation.DSMT4">
                  <p:embed/>
                </p:oleObj>
              </mc:Choice>
              <mc:Fallback>
                <p:oleObj name="Equation" r:id="rId13" imgW="2234880" imgH="241200" progId="Equation.DSMT4">
                  <p:embed/>
                  <p:pic>
                    <p:nvPicPr>
                      <p:cNvPr id="0" name=""/>
                      <p:cNvPicPr/>
                      <p:nvPr/>
                    </p:nvPicPr>
                    <p:blipFill>
                      <a:blip r:embed="rId14"/>
                      <a:stretch>
                        <a:fillRect/>
                      </a:stretch>
                    </p:blipFill>
                    <p:spPr>
                      <a:xfrm>
                        <a:off x="4205676" y="3661504"/>
                        <a:ext cx="3763186" cy="406253"/>
                      </a:xfrm>
                      <a:prstGeom prst="rect">
                        <a:avLst/>
                      </a:prstGeom>
                    </p:spPr>
                  </p:pic>
                </p:oleObj>
              </mc:Fallback>
            </mc:AlternateContent>
          </a:graphicData>
        </a:graphic>
      </p:graphicFrame>
    </p:spTree>
    <p:extLst>
      <p:ext uri="{BB962C8B-B14F-4D97-AF65-F5344CB8AC3E}">
        <p14:creationId xmlns:p14="http://schemas.microsoft.com/office/powerpoint/2010/main" val="3683121241"/>
      </p:ext>
    </p:extLst>
  </p:cSld>
  <p:clrMapOvr>
    <a:masterClrMapping/>
  </p:clrMapOvr>
  <p:transition advTm="18857"/>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2.2.3  </a:t>
            </a:r>
            <a:r>
              <a:rPr lang="zh-CN" altLang="en-US" sz="2800" b="1" dirty="0">
                <a:latin typeface="Times New Roman" pitchFamily="18" charset="0"/>
                <a:ea typeface="华文中宋" pitchFamily="2" charset="-122"/>
              </a:rPr>
              <a:t>齐次变换矩阵的可逆性</a:t>
            </a:r>
          </a:p>
        </p:txBody>
      </p:sp>
      <p:sp>
        <p:nvSpPr>
          <p:cNvPr id="4" name="文本框 3">
            <a:extLst>
              <a:ext uri="{FF2B5EF4-FFF2-40B4-BE49-F238E27FC236}">
                <a16:creationId xmlns:a16="http://schemas.microsoft.com/office/drawing/2014/main" id="{09E4B6BB-613B-F4DB-017C-C09CCD5CEA2D}"/>
              </a:ext>
            </a:extLst>
          </p:cNvPr>
          <p:cNvSpPr txBox="1"/>
          <p:nvPr/>
        </p:nvSpPr>
        <p:spPr>
          <a:xfrm>
            <a:off x="650449" y="1168924"/>
            <a:ext cx="11038788" cy="4613892"/>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齐次坐标变换过程是可逆的。若有</a:t>
            </a:r>
            <a:r>
              <a:rPr lang="en-US" altLang="zh-CN" kern="1000" dirty="0">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，则有逆变换</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。从而有</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利用对应元素相等可以得到</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kern="1000" dirty="0">
                <a:latin typeface="微软雅黑" panose="020B0503020204020204" pitchFamily="34" charset="-122"/>
                <a:ea typeface="微软雅黑" panose="020B0503020204020204" pitchFamily="34" charset="-122"/>
              </a:rPr>
              <a:t>又由旋转矩阵的正交性，可得矩阵的转置与矩阵的逆相等，上式可进一步表示为</a:t>
            </a: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kern="1000" dirty="0">
                <a:latin typeface="微软雅黑" panose="020B0503020204020204" pitchFamily="34" charset="-122"/>
                <a:ea typeface="微软雅黑" panose="020B0503020204020204" pitchFamily="34" charset="-122"/>
              </a:rPr>
              <a:t>从而可得</a:t>
            </a: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kern="1000" dirty="0">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FE94E783-3E05-A873-D820-48954EA94D61}"/>
              </a:ext>
            </a:extLst>
          </p:cNvPr>
          <p:cNvGraphicFramePr>
            <a:graphicFrameLocks noChangeAspect="1"/>
          </p:cNvGraphicFramePr>
          <p:nvPr>
            <p:extLst>
              <p:ext uri="{D42A27DB-BD31-4B8C-83A1-F6EECF244321}">
                <p14:modId xmlns:p14="http://schemas.microsoft.com/office/powerpoint/2010/main" val="1027337223"/>
              </p:ext>
            </p:extLst>
          </p:nvPr>
        </p:nvGraphicFramePr>
        <p:xfrm>
          <a:off x="4759488" y="1290428"/>
          <a:ext cx="317557" cy="337404"/>
        </p:xfrm>
        <a:graphic>
          <a:graphicData uri="http://schemas.openxmlformats.org/presentationml/2006/ole">
            <mc:AlternateContent xmlns:mc="http://schemas.openxmlformats.org/markup-compatibility/2006">
              <mc:Choice xmlns:v="urn:schemas-microsoft-com:vml" Requires="v">
                <p:oleObj name="Equation" r:id="rId3" imgW="203040" imgH="215640" progId="Equation.DSMT4">
                  <p:embed/>
                </p:oleObj>
              </mc:Choice>
              <mc:Fallback>
                <p:oleObj name="Equation" r:id="rId3" imgW="203040" imgH="215640" progId="Equation.DSMT4">
                  <p:embed/>
                  <p:pic>
                    <p:nvPicPr>
                      <p:cNvPr id="0" name=""/>
                      <p:cNvPicPr/>
                      <p:nvPr/>
                    </p:nvPicPr>
                    <p:blipFill>
                      <a:blip r:embed="rId4"/>
                      <a:stretch>
                        <a:fillRect/>
                      </a:stretch>
                    </p:blipFill>
                    <p:spPr>
                      <a:xfrm>
                        <a:off x="4759488" y="1290428"/>
                        <a:ext cx="317557" cy="337404"/>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B84851D0-B3E1-126F-1421-64D4C0A9C5EA}"/>
              </a:ext>
            </a:extLst>
          </p:cNvPr>
          <p:cNvGraphicFramePr>
            <a:graphicFrameLocks noChangeAspect="1"/>
          </p:cNvGraphicFramePr>
          <p:nvPr>
            <p:extLst>
              <p:ext uri="{D42A27DB-BD31-4B8C-83A1-F6EECF244321}">
                <p14:modId xmlns:p14="http://schemas.microsoft.com/office/powerpoint/2010/main" val="1261819600"/>
              </p:ext>
            </p:extLst>
          </p:nvPr>
        </p:nvGraphicFramePr>
        <p:xfrm>
          <a:off x="6765434" y="1290428"/>
          <a:ext cx="851424" cy="314657"/>
        </p:xfrm>
        <a:graphic>
          <a:graphicData uri="http://schemas.openxmlformats.org/presentationml/2006/ole">
            <mc:AlternateContent xmlns:mc="http://schemas.openxmlformats.org/markup-compatibility/2006">
              <mc:Choice xmlns:v="urn:schemas-microsoft-com:vml" Requires="v">
                <p:oleObj name="Equation" r:id="rId5" imgW="583920" imgH="215640" progId="Equation.DSMT4">
                  <p:embed/>
                </p:oleObj>
              </mc:Choice>
              <mc:Fallback>
                <p:oleObj name="Equation" r:id="rId5" imgW="583920" imgH="215640" progId="Equation.DSMT4">
                  <p:embed/>
                  <p:pic>
                    <p:nvPicPr>
                      <p:cNvPr id="0" name=""/>
                      <p:cNvPicPr/>
                      <p:nvPr/>
                    </p:nvPicPr>
                    <p:blipFill>
                      <a:blip r:embed="rId6"/>
                      <a:stretch>
                        <a:fillRect/>
                      </a:stretch>
                    </p:blipFill>
                    <p:spPr>
                      <a:xfrm>
                        <a:off x="6765434" y="1290428"/>
                        <a:ext cx="851424" cy="31465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AA4B903-5EC9-D348-3523-E639401AA5B3}"/>
              </a:ext>
            </a:extLst>
          </p:cNvPr>
          <p:cNvGraphicFramePr>
            <a:graphicFrameLocks noChangeAspect="1"/>
          </p:cNvGraphicFramePr>
          <p:nvPr>
            <p:extLst>
              <p:ext uri="{D42A27DB-BD31-4B8C-83A1-F6EECF244321}">
                <p14:modId xmlns:p14="http://schemas.microsoft.com/office/powerpoint/2010/main" val="1882238046"/>
              </p:ext>
            </p:extLst>
          </p:nvPr>
        </p:nvGraphicFramePr>
        <p:xfrm>
          <a:off x="7616858" y="1784474"/>
          <a:ext cx="3379348" cy="1278199"/>
        </p:xfrm>
        <a:graphic>
          <a:graphicData uri="http://schemas.openxmlformats.org/presentationml/2006/ole">
            <mc:AlternateContent xmlns:mc="http://schemas.openxmlformats.org/markup-compatibility/2006">
              <mc:Choice xmlns:v="urn:schemas-microsoft-com:vml" Requires="v">
                <p:oleObj name="Equation" r:id="rId7" imgW="2450880" imgH="927000" progId="Equation.DSMT4">
                  <p:embed/>
                </p:oleObj>
              </mc:Choice>
              <mc:Fallback>
                <p:oleObj name="Equation" r:id="rId7" imgW="2450880" imgH="927000" progId="Equation.DSMT4">
                  <p:embed/>
                  <p:pic>
                    <p:nvPicPr>
                      <p:cNvPr id="0" name=""/>
                      <p:cNvPicPr/>
                      <p:nvPr/>
                    </p:nvPicPr>
                    <p:blipFill>
                      <a:blip r:embed="rId8"/>
                      <a:stretch>
                        <a:fillRect/>
                      </a:stretch>
                    </p:blipFill>
                    <p:spPr>
                      <a:xfrm>
                        <a:off x="7616858" y="1784474"/>
                        <a:ext cx="3379348" cy="127819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14CFCC5-5560-B286-7DC8-D4A0A421C5B0}"/>
              </a:ext>
            </a:extLst>
          </p:cNvPr>
          <p:cNvGraphicFramePr>
            <a:graphicFrameLocks noChangeAspect="1"/>
          </p:cNvGraphicFramePr>
          <p:nvPr>
            <p:extLst>
              <p:ext uri="{D42A27DB-BD31-4B8C-83A1-F6EECF244321}">
                <p14:modId xmlns:p14="http://schemas.microsoft.com/office/powerpoint/2010/main" val="2515181079"/>
              </p:ext>
            </p:extLst>
          </p:nvPr>
        </p:nvGraphicFramePr>
        <p:xfrm>
          <a:off x="4283360" y="3077253"/>
          <a:ext cx="2075246" cy="919712"/>
        </p:xfrm>
        <a:graphic>
          <a:graphicData uri="http://schemas.openxmlformats.org/presentationml/2006/ole">
            <mc:AlternateContent xmlns:mc="http://schemas.openxmlformats.org/markup-compatibility/2006">
              <mc:Choice xmlns:v="urn:schemas-microsoft-com:vml" Requires="v">
                <p:oleObj name="Equation" r:id="rId9" imgW="1117440" imgH="495000" progId="Equation.DSMT4">
                  <p:embed/>
                </p:oleObj>
              </mc:Choice>
              <mc:Fallback>
                <p:oleObj name="Equation" r:id="rId9" imgW="1117440" imgH="495000" progId="Equation.DSMT4">
                  <p:embed/>
                  <p:pic>
                    <p:nvPicPr>
                      <p:cNvPr id="0" name=""/>
                      <p:cNvPicPr/>
                      <p:nvPr/>
                    </p:nvPicPr>
                    <p:blipFill>
                      <a:blip r:embed="rId10"/>
                      <a:stretch>
                        <a:fillRect/>
                      </a:stretch>
                    </p:blipFill>
                    <p:spPr>
                      <a:xfrm>
                        <a:off x="4283360" y="3077253"/>
                        <a:ext cx="2075246" cy="91971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6508342C-0B77-B5D0-0994-E8F3DB0F48CA}"/>
              </a:ext>
            </a:extLst>
          </p:cNvPr>
          <p:cNvGraphicFramePr>
            <a:graphicFrameLocks noChangeAspect="1"/>
          </p:cNvGraphicFramePr>
          <p:nvPr>
            <p:extLst>
              <p:ext uri="{D42A27DB-BD31-4B8C-83A1-F6EECF244321}">
                <p14:modId xmlns:p14="http://schemas.microsoft.com/office/powerpoint/2010/main" val="1764728324"/>
              </p:ext>
            </p:extLst>
          </p:nvPr>
        </p:nvGraphicFramePr>
        <p:xfrm>
          <a:off x="9414984" y="4358573"/>
          <a:ext cx="2514737" cy="731901"/>
        </p:xfrm>
        <a:graphic>
          <a:graphicData uri="http://schemas.openxmlformats.org/presentationml/2006/ole">
            <mc:AlternateContent xmlns:mc="http://schemas.openxmlformats.org/markup-compatibility/2006">
              <mc:Choice xmlns:v="urn:schemas-microsoft-com:vml" Requires="v">
                <p:oleObj name="Equation" r:id="rId11" imgW="1701720" imgH="495000" progId="Equation.DSMT4">
                  <p:embed/>
                </p:oleObj>
              </mc:Choice>
              <mc:Fallback>
                <p:oleObj name="Equation" r:id="rId11" imgW="1701720" imgH="495000" progId="Equation.DSMT4">
                  <p:embed/>
                  <p:pic>
                    <p:nvPicPr>
                      <p:cNvPr id="0" name=""/>
                      <p:cNvPicPr/>
                      <p:nvPr/>
                    </p:nvPicPr>
                    <p:blipFill>
                      <a:blip r:embed="rId12"/>
                      <a:stretch>
                        <a:fillRect/>
                      </a:stretch>
                    </p:blipFill>
                    <p:spPr>
                      <a:xfrm>
                        <a:off x="9414984" y="4358573"/>
                        <a:ext cx="2514737" cy="731901"/>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72341D94-C274-0CCB-E64E-BB8B39501EB4}"/>
              </a:ext>
            </a:extLst>
          </p:cNvPr>
          <p:cNvGraphicFramePr>
            <a:graphicFrameLocks noChangeAspect="1"/>
          </p:cNvGraphicFramePr>
          <p:nvPr>
            <p:extLst>
              <p:ext uri="{D42A27DB-BD31-4B8C-83A1-F6EECF244321}">
                <p14:modId xmlns:p14="http://schemas.microsoft.com/office/powerpoint/2010/main" val="680238974"/>
              </p:ext>
            </p:extLst>
          </p:nvPr>
        </p:nvGraphicFramePr>
        <p:xfrm>
          <a:off x="2927462" y="5301102"/>
          <a:ext cx="4299166" cy="775947"/>
        </p:xfrm>
        <a:graphic>
          <a:graphicData uri="http://schemas.openxmlformats.org/presentationml/2006/ole">
            <mc:AlternateContent xmlns:mc="http://schemas.openxmlformats.org/markup-compatibility/2006">
              <mc:Choice xmlns:v="urn:schemas-microsoft-com:vml" Requires="v">
                <p:oleObj name="Equation" r:id="rId13" imgW="2603160" imgH="469800" progId="Equation.DSMT4">
                  <p:embed/>
                </p:oleObj>
              </mc:Choice>
              <mc:Fallback>
                <p:oleObj name="Equation" r:id="rId13" imgW="2603160" imgH="469800" progId="Equation.DSMT4">
                  <p:embed/>
                  <p:pic>
                    <p:nvPicPr>
                      <p:cNvPr id="0" name=""/>
                      <p:cNvPicPr/>
                      <p:nvPr/>
                    </p:nvPicPr>
                    <p:blipFill>
                      <a:blip r:embed="rId14"/>
                      <a:stretch>
                        <a:fillRect/>
                      </a:stretch>
                    </p:blipFill>
                    <p:spPr>
                      <a:xfrm>
                        <a:off x="2927462" y="5301102"/>
                        <a:ext cx="4299166" cy="775947"/>
                      </a:xfrm>
                      <a:prstGeom prst="rect">
                        <a:avLst/>
                      </a:prstGeom>
                    </p:spPr>
                  </p:pic>
                </p:oleObj>
              </mc:Fallback>
            </mc:AlternateContent>
          </a:graphicData>
        </a:graphic>
      </p:graphicFrame>
    </p:spTree>
    <p:extLst>
      <p:ext uri="{BB962C8B-B14F-4D97-AF65-F5344CB8AC3E}">
        <p14:creationId xmlns:p14="http://schemas.microsoft.com/office/powerpoint/2010/main" val="623901989"/>
      </p:ext>
    </p:extLst>
  </p:cSld>
  <p:clrMapOvr>
    <a:masterClrMapping/>
  </p:clrMapOvr>
  <p:transition advTm="1885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2.2.4  </a:t>
            </a:r>
            <a:r>
              <a:rPr lang="zh-CN" altLang="en-US" sz="2800" b="1" dirty="0">
                <a:latin typeface="Times New Roman" pitchFamily="18" charset="0"/>
                <a:ea typeface="华文中宋" pitchFamily="2" charset="-122"/>
              </a:rPr>
              <a:t>齐次变换矩阵的封闭性</a:t>
            </a:r>
          </a:p>
        </p:txBody>
      </p:sp>
      <p:sp>
        <p:nvSpPr>
          <p:cNvPr id="3" name="文本框 2">
            <a:extLst>
              <a:ext uri="{FF2B5EF4-FFF2-40B4-BE49-F238E27FC236}">
                <a16:creationId xmlns:a16="http://schemas.microsoft.com/office/drawing/2014/main" id="{52D34360-D1E1-28D7-4B80-4C99BB3DB1C8}"/>
              </a:ext>
            </a:extLst>
          </p:cNvPr>
          <p:cNvSpPr txBox="1"/>
          <p:nvPr/>
        </p:nvSpPr>
        <p:spPr>
          <a:xfrm>
            <a:off x="405353" y="1121790"/>
            <a:ext cx="11283884" cy="3782895"/>
          </a:xfrm>
          <a:prstGeom prst="rect">
            <a:avLst/>
          </a:prstGeom>
          <a:noFill/>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为了描述机器人的操作，必须建立机器人本身各个连杆和机器人与周围环境之间的运动学关系，设图</a:t>
            </a:r>
            <a:r>
              <a:rPr lang="en-US" altLang="zh-CN" dirty="0">
                <a:latin typeface="微软雅黑" panose="020B0503020204020204" pitchFamily="34" charset="-122"/>
                <a:ea typeface="微软雅黑" panose="020B0503020204020204" pitchFamily="34" charset="-122"/>
              </a:rPr>
              <a:t>2.9</a:t>
            </a:r>
            <a:r>
              <a:rPr lang="zh-CN" altLang="en-US" dirty="0">
                <a:latin typeface="微软雅黑" panose="020B0503020204020204" pitchFamily="34" charset="-122"/>
                <a:ea typeface="微软雅黑" panose="020B0503020204020204" pitchFamily="34" charset="-122"/>
              </a:rPr>
              <a:t>为一个机器人运动空间尺寸链，        描述了工具坐标系</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 相对于基坐标系</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 的位姿</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位置和姿态</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。如图</a:t>
            </a:r>
            <a:r>
              <a:rPr lang="en-US" altLang="zh-CN" dirty="0">
                <a:latin typeface="微软雅黑" panose="020B0503020204020204" pitchFamily="34" charset="-122"/>
                <a:ea typeface="微软雅黑" panose="020B0503020204020204" pitchFamily="34" charset="-122"/>
              </a:rPr>
              <a:t>2.9</a:t>
            </a:r>
            <a:r>
              <a:rPr lang="zh-CN" altLang="en-US" dirty="0">
                <a:latin typeface="微软雅黑" panose="020B0503020204020204" pitchFamily="34" charset="-122"/>
                <a:ea typeface="微软雅黑" panose="020B0503020204020204" pitchFamily="34" charset="-122"/>
              </a:rPr>
              <a:t>所示，由于齐次变换矩阵的封闭性，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 相对于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的描述可用两种变换矩阵的乘积表示：</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由上面两式相等可得变换方程：</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根据齐次变换矩阵的封闭性，上式中的任一变换矩阵都可以用其他的变换矩阵进行表示，例如，</a:t>
            </a:r>
          </a:p>
        </p:txBody>
      </p:sp>
      <p:graphicFrame>
        <p:nvGraphicFramePr>
          <p:cNvPr id="4" name="对象 3">
            <a:extLst>
              <a:ext uri="{FF2B5EF4-FFF2-40B4-BE49-F238E27FC236}">
                <a16:creationId xmlns:a16="http://schemas.microsoft.com/office/drawing/2014/main" id="{CF46077F-2732-AC0F-4000-F7FA5C08EF21}"/>
              </a:ext>
            </a:extLst>
          </p:cNvPr>
          <p:cNvGraphicFramePr>
            <a:graphicFrameLocks noChangeAspect="1"/>
          </p:cNvGraphicFramePr>
          <p:nvPr>
            <p:extLst>
              <p:ext uri="{D42A27DB-BD31-4B8C-83A1-F6EECF244321}">
                <p14:modId xmlns:p14="http://schemas.microsoft.com/office/powerpoint/2010/main" val="1136028755"/>
              </p:ext>
            </p:extLst>
          </p:nvPr>
        </p:nvGraphicFramePr>
        <p:xfrm>
          <a:off x="3515149" y="1602231"/>
          <a:ext cx="396973" cy="421784"/>
        </p:xfrm>
        <a:graphic>
          <a:graphicData uri="http://schemas.openxmlformats.org/presentationml/2006/ole">
            <mc:AlternateContent xmlns:mc="http://schemas.openxmlformats.org/markup-compatibility/2006">
              <mc:Choice xmlns:v="urn:schemas-microsoft-com:vml" Requires="v">
                <p:oleObj name="Equation" r:id="rId3" imgW="203040" imgH="215640" progId="Equation.DSMT4">
                  <p:embed/>
                </p:oleObj>
              </mc:Choice>
              <mc:Fallback>
                <p:oleObj name="Equation" r:id="rId3" imgW="203040" imgH="215640" progId="Equation.DSMT4">
                  <p:embed/>
                  <p:pic>
                    <p:nvPicPr>
                      <p:cNvPr id="0" name=""/>
                      <p:cNvPicPr/>
                      <p:nvPr/>
                    </p:nvPicPr>
                    <p:blipFill>
                      <a:blip r:embed="rId4"/>
                      <a:stretch>
                        <a:fillRect/>
                      </a:stretch>
                    </p:blipFill>
                    <p:spPr>
                      <a:xfrm>
                        <a:off x="3515149" y="1602231"/>
                        <a:ext cx="396973" cy="421784"/>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0856B474-381D-7F1E-3498-80B4647732A7}"/>
              </a:ext>
            </a:extLst>
          </p:cNvPr>
          <p:cNvGraphicFramePr>
            <a:graphicFrameLocks noChangeAspect="1"/>
          </p:cNvGraphicFramePr>
          <p:nvPr>
            <p:extLst>
              <p:ext uri="{D42A27DB-BD31-4B8C-83A1-F6EECF244321}">
                <p14:modId xmlns:p14="http://schemas.microsoft.com/office/powerpoint/2010/main" val="2742450393"/>
              </p:ext>
            </p:extLst>
          </p:nvPr>
        </p:nvGraphicFramePr>
        <p:xfrm>
          <a:off x="5171715" y="2470759"/>
          <a:ext cx="1332780" cy="411950"/>
        </p:xfrm>
        <a:graphic>
          <a:graphicData uri="http://schemas.openxmlformats.org/presentationml/2006/ole">
            <mc:AlternateContent xmlns:mc="http://schemas.openxmlformats.org/markup-compatibility/2006">
              <mc:Choice xmlns:v="urn:schemas-microsoft-com:vml" Requires="v">
                <p:oleObj name="Equation" r:id="rId5" imgW="698400" imgH="215640" progId="Equation.DSMT4">
                  <p:embed/>
                </p:oleObj>
              </mc:Choice>
              <mc:Fallback>
                <p:oleObj name="Equation" r:id="rId5" imgW="698400" imgH="215640" progId="Equation.DSMT4">
                  <p:embed/>
                  <p:pic>
                    <p:nvPicPr>
                      <p:cNvPr id="0" name=""/>
                      <p:cNvPicPr/>
                      <p:nvPr/>
                    </p:nvPicPr>
                    <p:blipFill>
                      <a:blip r:embed="rId6"/>
                      <a:stretch>
                        <a:fillRect/>
                      </a:stretch>
                    </p:blipFill>
                    <p:spPr>
                      <a:xfrm>
                        <a:off x="5171715" y="2470759"/>
                        <a:ext cx="1332780" cy="41195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DE8E47D7-0CEA-2546-5466-C6D91E54EE0F}"/>
              </a:ext>
            </a:extLst>
          </p:cNvPr>
          <p:cNvGraphicFramePr>
            <a:graphicFrameLocks noChangeAspect="1"/>
          </p:cNvGraphicFramePr>
          <p:nvPr>
            <p:extLst>
              <p:ext uri="{D42A27DB-BD31-4B8C-83A1-F6EECF244321}">
                <p14:modId xmlns:p14="http://schemas.microsoft.com/office/powerpoint/2010/main" val="1226023750"/>
              </p:ext>
            </p:extLst>
          </p:nvPr>
        </p:nvGraphicFramePr>
        <p:xfrm>
          <a:off x="5171714" y="3106318"/>
          <a:ext cx="1700079" cy="437899"/>
        </p:xfrm>
        <a:graphic>
          <a:graphicData uri="http://schemas.openxmlformats.org/presentationml/2006/ole">
            <mc:AlternateContent xmlns:mc="http://schemas.openxmlformats.org/markup-compatibility/2006">
              <mc:Choice xmlns:v="urn:schemas-microsoft-com:vml" Requires="v">
                <p:oleObj name="Equation" r:id="rId7" imgW="838080" imgH="215640" progId="Equation.DSMT4">
                  <p:embed/>
                </p:oleObj>
              </mc:Choice>
              <mc:Fallback>
                <p:oleObj name="Equation" r:id="rId7" imgW="838080" imgH="215640" progId="Equation.DSMT4">
                  <p:embed/>
                  <p:pic>
                    <p:nvPicPr>
                      <p:cNvPr id="0" name=""/>
                      <p:cNvPicPr/>
                      <p:nvPr/>
                    </p:nvPicPr>
                    <p:blipFill>
                      <a:blip r:embed="rId8"/>
                      <a:stretch>
                        <a:fillRect/>
                      </a:stretch>
                    </p:blipFill>
                    <p:spPr>
                      <a:xfrm>
                        <a:off x="5171714" y="3106318"/>
                        <a:ext cx="1700079" cy="43789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C63BBA5-55D1-5637-7FB6-01DC3CC509D9}"/>
              </a:ext>
            </a:extLst>
          </p:cNvPr>
          <p:cNvGraphicFramePr>
            <a:graphicFrameLocks noChangeAspect="1"/>
          </p:cNvGraphicFramePr>
          <p:nvPr>
            <p:extLst>
              <p:ext uri="{D42A27DB-BD31-4B8C-83A1-F6EECF244321}">
                <p14:modId xmlns:p14="http://schemas.microsoft.com/office/powerpoint/2010/main" val="2779029792"/>
              </p:ext>
            </p:extLst>
          </p:nvPr>
        </p:nvGraphicFramePr>
        <p:xfrm>
          <a:off x="5068900" y="3853398"/>
          <a:ext cx="2086460" cy="437899"/>
        </p:xfrm>
        <a:graphic>
          <a:graphicData uri="http://schemas.openxmlformats.org/presentationml/2006/ole">
            <mc:AlternateContent xmlns:mc="http://schemas.openxmlformats.org/markup-compatibility/2006">
              <mc:Choice xmlns:v="urn:schemas-microsoft-com:vml" Requires="v">
                <p:oleObj name="Equation" r:id="rId9" imgW="1028520" imgH="215640" progId="Equation.DSMT4">
                  <p:embed/>
                </p:oleObj>
              </mc:Choice>
              <mc:Fallback>
                <p:oleObj name="Equation" r:id="rId9" imgW="1028520" imgH="215640" progId="Equation.DSMT4">
                  <p:embed/>
                  <p:pic>
                    <p:nvPicPr>
                      <p:cNvPr id="0" name=""/>
                      <p:cNvPicPr/>
                      <p:nvPr/>
                    </p:nvPicPr>
                    <p:blipFill>
                      <a:blip r:embed="rId10"/>
                      <a:stretch>
                        <a:fillRect/>
                      </a:stretch>
                    </p:blipFill>
                    <p:spPr>
                      <a:xfrm>
                        <a:off x="5068900" y="3853398"/>
                        <a:ext cx="2086460" cy="43789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9676A59-E4DC-1638-4FD5-B347A2E85A06}"/>
              </a:ext>
            </a:extLst>
          </p:cNvPr>
          <p:cNvGraphicFramePr>
            <a:graphicFrameLocks noChangeAspect="1"/>
          </p:cNvGraphicFramePr>
          <p:nvPr>
            <p:extLst>
              <p:ext uri="{D42A27DB-BD31-4B8C-83A1-F6EECF244321}">
                <p14:modId xmlns:p14="http://schemas.microsoft.com/office/powerpoint/2010/main" val="4080769746"/>
              </p:ext>
            </p:extLst>
          </p:nvPr>
        </p:nvGraphicFramePr>
        <p:xfrm>
          <a:off x="5068900" y="5012282"/>
          <a:ext cx="2086984" cy="403167"/>
        </p:xfrm>
        <a:graphic>
          <a:graphicData uri="http://schemas.openxmlformats.org/presentationml/2006/ole">
            <mc:AlternateContent xmlns:mc="http://schemas.openxmlformats.org/markup-compatibility/2006">
              <mc:Choice xmlns:v="urn:schemas-microsoft-com:vml" Requires="v">
                <p:oleObj name="Equation" r:id="rId11" imgW="1117440" imgH="215640" progId="Equation.DSMT4">
                  <p:embed/>
                </p:oleObj>
              </mc:Choice>
              <mc:Fallback>
                <p:oleObj name="Equation" r:id="rId11" imgW="1117440" imgH="215640" progId="Equation.DSMT4">
                  <p:embed/>
                  <p:pic>
                    <p:nvPicPr>
                      <p:cNvPr id="0" name=""/>
                      <p:cNvPicPr/>
                      <p:nvPr/>
                    </p:nvPicPr>
                    <p:blipFill>
                      <a:blip r:embed="rId12"/>
                      <a:stretch>
                        <a:fillRect/>
                      </a:stretch>
                    </p:blipFill>
                    <p:spPr>
                      <a:xfrm>
                        <a:off x="5068900" y="5012282"/>
                        <a:ext cx="2086984" cy="403167"/>
                      </a:xfrm>
                      <a:prstGeom prst="rect">
                        <a:avLst/>
                      </a:prstGeom>
                    </p:spPr>
                  </p:pic>
                </p:oleObj>
              </mc:Fallback>
            </mc:AlternateContent>
          </a:graphicData>
        </a:graphic>
      </p:graphicFrame>
    </p:spTree>
    <p:extLst>
      <p:ext uri="{BB962C8B-B14F-4D97-AF65-F5344CB8AC3E}">
        <p14:creationId xmlns:p14="http://schemas.microsoft.com/office/powerpoint/2010/main" val="3603680059"/>
      </p:ext>
    </p:extLst>
  </p:cSld>
  <p:clrMapOvr>
    <a:masterClrMapping/>
  </p:clrMapOvr>
  <p:transition advTm="18857"/>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  </a:t>
            </a:r>
            <a:r>
              <a:rPr lang="zh-CN" altLang="en-US" sz="2800" b="1" dirty="0">
                <a:latin typeface="Times New Roman" pitchFamily="18" charset="0"/>
                <a:ea typeface="华文中宋" pitchFamily="2" charset="-122"/>
              </a:rPr>
              <a:t>机器人连杆参数和连杆坐标系</a:t>
            </a:r>
          </a:p>
        </p:txBody>
      </p:sp>
      <p:sp>
        <p:nvSpPr>
          <p:cNvPr id="4" name="文本框 3">
            <a:extLst>
              <a:ext uri="{FF2B5EF4-FFF2-40B4-BE49-F238E27FC236}">
                <a16:creationId xmlns:a16="http://schemas.microsoft.com/office/drawing/2014/main" id="{EEED74E2-8417-0327-A8F3-15159D42E7E1}"/>
              </a:ext>
            </a:extLst>
          </p:cNvPr>
          <p:cNvSpPr txBox="1"/>
          <p:nvPr/>
        </p:nvSpPr>
        <p:spPr>
          <a:xfrm>
            <a:off x="461913" y="789105"/>
            <a:ext cx="11001080" cy="3782895"/>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机器人由运动副和杆件连接而成，这些杆件称为连杆，连接相邻两个连杆的运动副称为关节，多自由度关节可以看成由多个单自由度关节与长度为</a:t>
            </a:r>
            <a:r>
              <a:rPr lang="en-US" altLang="zh-CN" sz="1800" kern="1000" dirty="0">
                <a:effectLst/>
                <a:latin typeface="微软雅黑" panose="020B0503020204020204" pitchFamily="34" charset="-122"/>
                <a:ea typeface="微软雅黑" panose="020B0503020204020204" pitchFamily="34" charset="-122"/>
              </a:rPr>
              <a:t>0</a:t>
            </a:r>
            <a:r>
              <a:rPr lang="zh-CN" altLang="zh-CN" sz="1800" kern="1000" dirty="0">
                <a:effectLst/>
                <a:latin typeface="微软雅黑" panose="020B0503020204020204" pitchFamily="34" charset="-122"/>
                <a:ea typeface="微软雅黑" panose="020B0503020204020204" pitchFamily="34" charset="-122"/>
              </a:rPr>
              <a:t>的连杆构成。</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en-US" altLang="zh-CN" sz="1800" kern="1000" dirty="0">
                <a:effectLst/>
                <a:latin typeface="微软雅黑" panose="020B0503020204020204" pitchFamily="34" charset="-122"/>
                <a:ea typeface="微软雅黑" panose="020B0503020204020204" pitchFamily="34" charset="-122"/>
              </a:rPr>
              <a:t>2.3.1  </a:t>
            </a:r>
            <a:r>
              <a:rPr lang="zh-CN" altLang="en-US" sz="1800" kern="1000" dirty="0">
                <a:effectLst/>
                <a:latin typeface="微软雅黑" panose="020B0503020204020204" pitchFamily="34" charset="-122"/>
                <a:ea typeface="微软雅黑" panose="020B0503020204020204" pitchFamily="34" charset="-122"/>
              </a:rPr>
              <a:t>关节和连杆</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en-US" altLang="zh-CN" sz="1800" kern="1000" dirty="0">
                <a:effectLst/>
                <a:latin typeface="微软雅黑" panose="020B0503020204020204" pitchFamily="34" charset="-122"/>
                <a:ea typeface="微软雅黑" panose="020B0503020204020204" pitchFamily="34" charset="-122"/>
              </a:rPr>
              <a:t>1</a:t>
            </a:r>
            <a:r>
              <a:rPr lang="zh-CN" altLang="en-US" sz="1800" kern="1000" dirty="0">
                <a:effectLst/>
                <a:latin typeface="微软雅黑" panose="020B0503020204020204" pitchFamily="34" charset="-122"/>
                <a:ea typeface="微软雅黑" panose="020B0503020204020204" pitchFamily="34" charset="-122"/>
              </a:rPr>
              <a:t>．关节轴线</a:t>
            </a: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机器人的关节分为平移关节和旋转关节，对于旋转关节，其转动轴的中心线为关节轴线，平移关节的关节轴线为其移动方向的中心线。</a:t>
            </a:r>
          </a:p>
          <a:p>
            <a:pPr indent="450000" algn="just">
              <a:lnSpc>
                <a:spcPct val="150000"/>
              </a:lnSpc>
            </a:pPr>
            <a:r>
              <a:rPr lang="en-US" altLang="zh-CN" sz="1800" kern="1000" dirty="0">
                <a:effectLst/>
                <a:latin typeface="微软雅黑" panose="020B0503020204020204" pitchFamily="34" charset="-122"/>
                <a:ea typeface="微软雅黑" panose="020B0503020204020204" pitchFamily="34" charset="-122"/>
              </a:rPr>
              <a:t>2</a:t>
            </a:r>
            <a:r>
              <a:rPr lang="zh-CN" altLang="en-US" sz="1800" kern="1000" dirty="0">
                <a:effectLst/>
                <a:latin typeface="微软雅黑" panose="020B0503020204020204" pitchFamily="34" charset="-122"/>
                <a:ea typeface="微软雅黑" panose="020B0503020204020204" pitchFamily="34" charset="-122"/>
              </a:rPr>
              <a:t>．连杆参数</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设第</a:t>
            </a:r>
            <a:r>
              <a:rPr lang="en-US" altLang="zh-CN" i="1" kern="1000"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rPr>
              <a:t>个关节的关节轴线为关节</a:t>
            </a:r>
            <a:r>
              <a:rPr lang="en-US" altLang="zh-CN" i="1" kern="1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i="1" kern="1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rPr>
              <a:t>，第 </a:t>
            </a:r>
            <a:r>
              <a:rPr lang="en-US" altLang="zh-CN" i="1" kern="1000"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kern="1000" dirty="0">
                <a:effectLst/>
                <a:latin typeface="微软雅黑" panose="020B0503020204020204" pitchFamily="34" charset="-122"/>
                <a:ea typeface="微软雅黑" panose="020B0503020204020204" pitchFamily="34" charset="-122"/>
              </a:rPr>
              <a:t>个连杆记为连杆</a:t>
            </a:r>
            <a:r>
              <a:rPr lang="en-US" altLang="zh-CN" i="1" kern="1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i="1" kern="1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rPr>
              <a:t>，如图</a:t>
            </a:r>
            <a:r>
              <a:rPr lang="en-US" altLang="zh-CN" sz="1800" kern="1000" dirty="0">
                <a:effectLst/>
                <a:latin typeface="微软雅黑" panose="020B0503020204020204" pitchFamily="34" charset="-122"/>
                <a:ea typeface="微软雅黑" panose="020B0503020204020204" pitchFamily="34" charset="-122"/>
              </a:rPr>
              <a:t>2.10</a:t>
            </a:r>
            <a:r>
              <a:rPr lang="zh-CN" altLang="en-US" sz="1800" kern="1000" dirty="0">
                <a:effectLst/>
                <a:latin typeface="微软雅黑" panose="020B0503020204020204" pitchFamily="34" charset="-122"/>
                <a:ea typeface="微软雅黑" panose="020B0503020204020204" pitchFamily="34" charset="-122"/>
              </a:rPr>
              <a:t>所示。其连杆参数定义如下。</a:t>
            </a: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084FA847-2120-E949-2598-6714D6FEAB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0652" y="4176074"/>
            <a:ext cx="372745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D776A402-EDD5-18E4-C03F-6E3FA0EE6AF7}"/>
              </a:ext>
            </a:extLst>
          </p:cNvPr>
          <p:cNvSpPr txBox="1"/>
          <p:nvPr/>
        </p:nvSpPr>
        <p:spPr>
          <a:xfrm>
            <a:off x="3034646" y="6392224"/>
            <a:ext cx="6122708" cy="338554"/>
          </a:xfrm>
          <a:prstGeom prst="rect">
            <a:avLst/>
          </a:prstGeom>
          <a:noFill/>
        </p:spPr>
        <p:txBody>
          <a:bodyPr wrap="square">
            <a:spAutoFit/>
          </a:bodyPr>
          <a:lstStyle/>
          <a:p>
            <a:pPr algn="ctr">
              <a:spcBef>
                <a:spcPts val="700"/>
              </a:spcBef>
              <a:spcAft>
                <a:spcPts val="800"/>
              </a:spcAft>
            </a:pPr>
            <a:r>
              <a:rPr lang="zh-CN" altLang="zh-CN" sz="1600" kern="1000" dirty="0">
                <a:effectLst/>
                <a:latin typeface="Times New Roman" panose="02020603050405020304" pitchFamily="18" charset="0"/>
                <a:ea typeface="宋体" panose="02010600030101010101" pitchFamily="2" charset="-122"/>
              </a:rPr>
              <a:t>图</a:t>
            </a:r>
            <a:r>
              <a:rPr lang="en-US" altLang="zh-CN" sz="1600" kern="1000" dirty="0">
                <a:effectLst/>
                <a:latin typeface="Times New Roman" panose="02020603050405020304" pitchFamily="18" charset="0"/>
                <a:ea typeface="宋体" panose="02010600030101010101" pitchFamily="2" charset="-122"/>
              </a:rPr>
              <a:t>2.10  D-H</a:t>
            </a:r>
            <a:r>
              <a:rPr lang="zh-CN" altLang="zh-CN" sz="1600" kern="1000" dirty="0">
                <a:effectLst/>
                <a:latin typeface="Times New Roman" panose="02020603050405020304" pitchFamily="18" charset="0"/>
                <a:ea typeface="宋体" panose="02010600030101010101" pitchFamily="2" charset="-122"/>
              </a:rPr>
              <a:t>参数示意图</a:t>
            </a:r>
          </a:p>
        </p:txBody>
      </p:sp>
    </p:spTree>
    <p:extLst>
      <p:ext uri="{BB962C8B-B14F-4D97-AF65-F5344CB8AC3E}">
        <p14:creationId xmlns:p14="http://schemas.microsoft.com/office/powerpoint/2010/main" val="3407266638"/>
      </p:ext>
    </p:extLst>
  </p:cSld>
  <p:clrMapOvr>
    <a:masterClrMapping/>
  </p:clrMapOvr>
  <p:transition advTm="18857"/>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2.3.1  </a:t>
            </a:r>
            <a:r>
              <a:rPr lang="zh-CN" altLang="en-US" sz="2800" b="1" dirty="0">
                <a:latin typeface="Times New Roman" pitchFamily="18" charset="0"/>
                <a:ea typeface="华文中宋" pitchFamily="2" charset="-122"/>
              </a:rPr>
              <a:t>关节和连杆</a:t>
            </a:r>
          </a:p>
        </p:txBody>
      </p:sp>
      <p:sp>
        <p:nvSpPr>
          <p:cNvPr id="4" name="文本框 3">
            <a:extLst>
              <a:ext uri="{FF2B5EF4-FFF2-40B4-BE49-F238E27FC236}">
                <a16:creationId xmlns:a16="http://schemas.microsoft.com/office/drawing/2014/main" id="{F7495584-5BC9-4767-5721-1CECCE7D4DBD}"/>
              </a:ext>
            </a:extLst>
          </p:cNvPr>
          <p:cNvSpPr txBox="1"/>
          <p:nvPr/>
        </p:nvSpPr>
        <p:spPr>
          <a:xfrm>
            <a:off x="509047" y="1102935"/>
            <a:ext cx="11180190" cy="5029390"/>
          </a:xfrm>
          <a:prstGeom prst="rect">
            <a:avLst/>
          </a:prstGeom>
          <a:noFill/>
        </p:spPr>
        <p:txBody>
          <a:bodyPr wrap="square">
            <a:spAutoFit/>
          </a:bodyPr>
          <a:lstStyle/>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rPr>
              <a:t>(1)</a:t>
            </a:r>
            <a:r>
              <a:rPr lang="zh-CN" altLang="zh-CN" sz="1800" kern="1000" dirty="0">
                <a:effectLst/>
                <a:latin typeface="微软雅黑" panose="020B0503020204020204" pitchFamily="34" charset="-122"/>
                <a:ea typeface="微软雅黑" panose="020B0503020204020204" pitchFamily="34" charset="-122"/>
              </a:rPr>
              <a:t>连杆长度：两个关节</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800" kern="1000" dirty="0">
                <a:effectLst/>
                <a:latin typeface="微软雅黑" panose="020B0503020204020204" pitchFamily="34" charset="-122"/>
                <a:ea typeface="微软雅黑" panose="020B0503020204020204" pitchFamily="34" charset="-122"/>
              </a:rPr>
              <a:t>和</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800" kern="1000" dirty="0">
                <a:effectLst/>
                <a:latin typeface="微软雅黑" panose="020B0503020204020204" pitchFamily="34" charset="-122"/>
                <a:ea typeface="微软雅黑" panose="020B0503020204020204" pitchFamily="34" charset="-122"/>
              </a:rPr>
              <a:t>之间的公垂线距离称为连杆长度，记为</a:t>
            </a:r>
            <a:r>
              <a:rPr lang="en-US" altLang="zh-CN" kern="1000" dirty="0">
                <a:latin typeface="微软雅黑" panose="020B0503020204020204" pitchFamily="34" charset="-122"/>
                <a:ea typeface="微软雅黑" panose="020B0503020204020204" pitchFamily="34" charset="-122"/>
              </a:rPr>
              <a:t>     </a:t>
            </a:r>
            <a:r>
              <a:rPr lang="zh-CN" altLang="en-US" sz="1800" kern="1000" dirty="0">
                <a:effectLst/>
                <a:latin typeface="微软雅黑" panose="020B0503020204020204" pitchFamily="34" charset="-122"/>
                <a:ea typeface="微软雅黑" panose="020B0503020204020204" pitchFamily="34" charset="-122"/>
              </a:rPr>
              <a:t>。</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rPr>
              <a:t>(2)</a:t>
            </a:r>
            <a:r>
              <a:rPr lang="zh-CN" altLang="en-US" sz="1800" kern="1000" dirty="0">
                <a:effectLst/>
                <a:latin typeface="微软雅黑" panose="020B0503020204020204" pitchFamily="34" charset="-122"/>
                <a:ea typeface="微软雅黑" panose="020B0503020204020204" pitchFamily="34" charset="-122"/>
              </a:rPr>
              <a:t>连杆扭转角：关节</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与由关节</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kern="1000" dirty="0">
                <a:effectLst/>
                <a:latin typeface="微软雅黑" panose="020B0503020204020204" pitchFamily="34" charset="-122"/>
                <a:ea typeface="微软雅黑" panose="020B0503020204020204" pitchFamily="34" charset="-122"/>
              </a:rPr>
              <a:t>与公垂线组成的平面之间的夹角称为连杆扭转角，记为       。</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rPr>
              <a:t>(3)</a:t>
            </a:r>
            <a:r>
              <a:rPr lang="zh-CN" altLang="en-US" sz="1800" kern="1000" dirty="0">
                <a:effectLst/>
                <a:latin typeface="微软雅黑" panose="020B0503020204020204" pitchFamily="34" charset="-122"/>
                <a:ea typeface="微软雅黑" panose="020B0503020204020204" pitchFamily="34" charset="-122"/>
              </a:rPr>
              <a:t>连杆偏移量：在机器人的机构中，除第一个和最后一个连杆外，中间相邻两个连杆的关节轴线都有一条公垂线，一个关节的相邻两个公垂线      和       之间的距离称为连杆偏移量，记为       。</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rPr>
              <a:t>(4)</a:t>
            </a:r>
            <a:r>
              <a:rPr lang="zh-CN" altLang="en-US" sz="1800" kern="1000" dirty="0">
                <a:effectLst/>
                <a:latin typeface="微软雅黑" panose="020B0503020204020204" pitchFamily="34" charset="-122"/>
                <a:ea typeface="微软雅黑" panose="020B0503020204020204" pitchFamily="34" charset="-122"/>
              </a:rPr>
              <a:t>关节角：关节 的相邻两个公垂线      和       在以关节</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kern="1000" dirty="0">
                <a:effectLst/>
                <a:latin typeface="微软雅黑" panose="020B0503020204020204" pitchFamily="34" charset="-122"/>
                <a:ea typeface="微软雅黑" panose="020B0503020204020204" pitchFamily="34" charset="-122"/>
              </a:rPr>
              <a:t> 为法线的平面上的投影之间夹角称为关节角，记为       。</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上面</a:t>
            </a:r>
            <a:r>
              <a:rPr lang="en-US" altLang="zh-CN" sz="1800" kern="1000" dirty="0">
                <a:effectLst/>
                <a:latin typeface="微软雅黑" panose="020B0503020204020204" pitchFamily="34" charset="-122"/>
                <a:ea typeface="微软雅黑" panose="020B0503020204020204" pitchFamily="34" charset="-122"/>
              </a:rPr>
              <a:t>4</a:t>
            </a:r>
            <a:r>
              <a:rPr lang="zh-CN" altLang="en-US" sz="1800" kern="1000" dirty="0">
                <a:effectLst/>
                <a:latin typeface="微软雅黑" panose="020B0503020204020204" pitchFamily="34" charset="-122"/>
                <a:ea typeface="微软雅黑" panose="020B0503020204020204" pitchFamily="34" charset="-122"/>
              </a:rPr>
              <a:t>个参数称为</a:t>
            </a:r>
            <a:r>
              <a:rPr lang="en-US" altLang="zh-CN" sz="1800" kern="1000" dirty="0" err="1">
                <a:effectLst/>
                <a:latin typeface="微软雅黑" panose="020B0503020204020204" pitchFamily="34" charset="-122"/>
                <a:ea typeface="微软雅黑" panose="020B0503020204020204" pitchFamily="34" charset="-122"/>
              </a:rPr>
              <a:t>Denavit-Hartenberg</a:t>
            </a:r>
            <a:r>
              <a:rPr lang="en-US" altLang="zh-CN" sz="1800" kern="1000" dirty="0">
                <a:effectLst/>
                <a:latin typeface="微软雅黑" panose="020B0503020204020204" pitchFamily="34" charset="-122"/>
                <a:ea typeface="微软雅黑" panose="020B0503020204020204" pitchFamily="34" charset="-122"/>
              </a:rPr>
              <a:t> (D-H)</a:t>
            </a:r>
            <a:r>
              <a:rPr lang="zh-CN" altLang="en-US" sz="1800" kern="1000" dirty="0">
                <a:effectLst/>
                <a:latin typeface="微软雅黑" panose="020B0503020204020204" pitchFamily="34" charset="-122"/>
                <a:ea typeface="微软雅黑" panose="020B0503020204020204" pitchFamily="34" charset="-122"/>
              </a:rPr>
              <a:t>参数，参数的取值与连杆的机械属性和连杆坐标系有关。不同关节的连杆参数取值不同。对于平移关节，除了连杆偏移量是变量，其他</a:t>
            </a:r>
            <a:r>
              <a:rPr lang="en-US" altLang="zh-CN" sz="1800" kern="1000" dirty="0">
                <a:effectLst/>
                <a:latin typeface="微软雅黑" panose="020B0503020204020204" pitchFamily="34" charset="-122"/>
                <a:ea typeface="微软雅黑" panose="020B0503020204020204" pitchFamily="34" charset="-122"/>
              </a:rPr>
              <a:t>3</a:t>
            </a:r>
            <a:r>
              <a:rPr lang="zh-CN" altLang="en-US" sz="1800" kern="1000" dirty="0">
                <a:effectLst/>
                <a:latin typeface="微软雅黑" panose="020B0503020204020204" pitchFamily="34" charset="-122"/>
                <a:ea typeface="微软雅黑" panose="020B0503020204020204" pitchFamily="34" charset="-122"/>
              </a:rPr>
              <a:t>个参数都是常量；对于旋转关节，除了关节角是变量，其他</a:t>
            </a:r>
            <a:r>
              <a:rPr lang="en-US" altLang="zh-CN" sz="1800" kern="1000" dirty="0">
                <a:effectLst/>
                <a:latin typeface="微软雅黑" panose="020B0503020204020204" pitchFamily="34" charset="-122"/>
                <a:ea typeface="微软雅黑" panose="020B0503020204020204" pitchFamily="34" charset="-122"/>
              </a:rPr>
              <a:t>3</a:t>
            </a:r>
            <a:r>
              <a:rPr lang="zh-CN" altLang="en-US" sz="1800" kern="1000" dirty="0">
                <a:effectLst/>
                <a:latin typeface="微软雅黑" panose="020B0503020204020204" pitchFamily="34" charset="-122"/>
                <a:ea typeface="微软雅黑" panose="020B0503020204020204" pitchFamily="34" charset="-122"/>
              </a:rPr>
              <a:t>个参数是常量。</a:t>
            </a:r>
          </a:p>
          <a:p>
            <a:pPr indent="269875" algn="just">
              <a:lnSpc>
                <a:spcPct val="150000"/>
              </a:lnSpc>
            </a:pPr>
            <a:endParaRPr lang="zh-CN" altLang="en-US"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zh-CN" altLang="en-US"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28C4B543-29BF-296D-8DB3-2E60590E566A}"/>
              </a:ext>
            </a:extLst>
          </p:cNvPr>
          <p:cNvGraphicFramePr>
            <a:graphicFrameLocks noChangeAspect="1"/>
          </p:cNvGraphicFramePr>
          <p:nvPr>
            <p:extLst>
              <p:ext uri="{D42A27DB-BD31-4B8C-83A1-F6EECF244321}">
                <p14:modId xmlns:p14="http://schemas.microsoft.com/office/powerpoint/2010/main" val="2662765503"/>
              </p:ext>
            </p:extLst>
          </p:nvPr>
        </p:nvGraphicFramePr>
        <p:xfrm>
          <a:off x="7741828" y="1176502"/>
          <a:ext cx="233248" cy="339270"/>
        </p:xfrm>
        <a:graphic>
          <a:graphicData uri="http://schemas.openxmlformats.org/presentationml/2006/ole">
            <mc:AlternateContent xmlns:mc="http://schemas.openxmlformats.org/markup-compatibility/2006">
              <mc:Choice xmlns:v="urn:schemas-microsoft-com:vml" Requires="v">
                <p:oleObj name="Equation" r:id="rId3" imgW="139680" imgH="203040" progId="Equation.DSMT4">
                  <p:embed/>
                </p:oleObj>
              </mc:Choice>
              <mc:Fallback>
                <p:oleObj name="Equation" r:id="rId3" imgW="139680" imgH="203040" progId="Equation.DSMT4">
                  <p:embed/>
                  <p:pic>
                    <p:nvPicPr>
                      <p:cNvPr id="0" name=""/>
                      <p:cNvPicPr/>
                      <p:nvPr/>
                    </p:nvPicPr>
                    <p:blipFill>
                      <a:blip r:embed="rId4"/>
                      <a:stretch>
                        <a:fillRect/>
                      </a:stretch>
                    </p:blipFill>
                    <p:spPr>
                      <a:xfrm>
                        <a:off x="7741828" y="1176502"/>
                        <a:ext cx="233248" cy="33927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BE7E026D-1EF0-1C17-ADEA-D705C5CF4048}"/>
              </a:ext>
            </a:extLst>
          </p:cNvPr>
          <p:cNvGraphicFramePr>
            <a:graphicFrameLocks noChangeAspect="1"/>
          </p:cNvGraphicFramePr>
          <p:nvPr>
            <p:extLst>
              <p:ext uri="{D42A27DB-BD31-4B8C-83A1-F6EECF244321}">
                <p14:modId xmlns:p14="http://schemas.microsoft.com/office/powerpoint/2010/main" val="668623274"/>
              </p:ext>
            </p:extLst>
          </p:nvPr>
        </p:nvGraphicFramePr>
        <p:xfrm>
          <a:off x="9837656" y="1646287"/>
          <a:ext cx="239598" cy="319464"/>
        </p:xfrm>
        <a:graphic>
          <a:graphicData uri="http://schemas.openxmlformats.org/presentationml/2006/ole">
            <mc:AlternateContent xmlns:mc="http://schemas.openxmlformats.org/markup-compatibility/2006">
              <mc:Choice xmlns:v="urn:schemas-microsoft-com:vml" Requires="v">
                <p:oleObj name="Equation" r:id="rId5" imgW="152280" imgH="203040" progId="Equation.DSMT4">
                  <p:embed/>
                </p:oleObj>
              </mc:Choice>
              <mc:Fallback>
                <p:oleObj name="Equation" r:id="rId5" imgW="152280" imgH="203040" progId="Equation.DSMT4">
                  <p:embed/>
                  <p:pic>
                    <p:nvPicPr>
                      <p:cNvPr id="0" name=""/>
                      <p:cNvPicPr/>
                      <p:nvPr/>
                    </p:nvPicPr>
                    <p:blipFill>
                      <a:blip r:embed="rId6"/>
                      <a:stretch>
                        <a:fillRect/>
                      </a:stretch>
                    </p:blipFill>
                    <p:spPr>
                      <a:xfrm>
                        <a:off x="9837656" y="1646287"/>
                        <a:ext cx="239598" cy="31946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74409B0-79A1-4080-5732-0E8E3C007A20}"/>
              </a:ext>
            </a:extLst>
          </p:cNvPr>
          <p:cNvGraphicFramePr>
            <a:graphicFrameLocks noChangeAspect="1"/>
          </p:cNvGraphicFramePr>
          <p:nvPr>
            <p:extLst>
              <p:ext uri="{D42A27DB-BD31-4B8C-83A1-F6EECF244321}">
                <p14:modId xmlns:p14="http://schemas.microsoft.com/office/powerpoint/2010/main" val="2697816620"/>
              </p:ext>
            </p:extLst>
          </p:nvPr>
        </p:nvGraphicFramePr>
        <p:xfrm>
          <a:off x="4319898" y="2364278"/>
          <a:ext cx="308662" cy="448963"/>
        </p:xfrm>
        <a:graphic>
          <a:graphicData uri="http://schemas.openxmlformats.org/presentationml/2006/ole">
            <mc:AlternateContent xmlns:mc="http://schemas.openxmlformats.org/markup-compatibility/2006">
              <mc:Choice xmlns:v="urn:schemas-microsoft-com:vml" Requires="v">
                <p:oleObj name="Equation" r:id="rId7" imgW="139680" imgH="203040" progId="Equation.DSMT4">
                  <p:embed/>
                </p:oleObj>
              </mc:Choice>
              <mc:Fallback>
                <p:oleObj name="Equation" r:id="rId7" imgW="139680" imgH="203040" progId="Equation.DSMT4">
                  <p:embed/>
                  <p:pic>
                    <p:nvPicPr>
                      <p:cNvPr id="0" name=""/>
                      <p:cNvPicPr/>
                      <p:nvPr/>
                    </p:nvPicPr>
                    <p:blipFill>
                      <a:blip r:embed="rId8"/>
                      <a:stretch>
                        <a:fillRect/>
                      </a:stretch>
                    </p:blipFill>
                    <p:spPr>
                      <a:xfrm>
                        <a:off x="4319898" y="2364278"/>
                        <a:ext cx="308662" cy="44896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68BC21C-16C4-7801-9A11-B7EBFBDF2457}"/>
              </a:ext>
            </a:extLst>
          </p:cNvPr>
          <p:cNvGraphicFramePr>
            <a:graphicFrameLocks noChangeAspect="1"/>
          </p:cNvGraphicFramePr>
          <p:nvPr>
            <p:extLst>
              <p:ext uri="{D42A27DB-BD31-4B8C-83A1-F6EECF244321}">
                <p14:modId xmlns:p14="http://schemas.microsoft.com/office/powerpoint/2010/main" val="3975677088"/>
              </p:ext>
            </p:extLst>
          </p:nvPr>
        </p:nvGraphicFramePr>
        <p:xfrm>
          <a:off x="4989201" y="2391178"/>
          <a:ext cx="375043" cy="352982"/>
        </p:xfrm>
        <a:graphic>
          <a:graphicData uri="http://schemas.openxmlformats.org/presentationml/2006/ole">
            <mc:AlternateContent xmlns:mc="http://schemas.openxmlformats.org/markup-compatibility/2006">
              <mc:Choice xmlns:v="urn:schemas-microsoft-com:vml" Requires="v">
                <p:oleObj name="Equation" r:id="rId9" imgW="215640" imgH="203040" progId="Equation.DSMT4">
                  <p:embed/>
                </p:oleObj>
              </mc:Choice>
              <mc:Fallback>
                <p:oleObj name="Equation" r:id="rId9" imgW="215640" imgH="203040" progId="Equation.DSMT4">
                  <p:embed/>
                  <p:pic>
                    <p:nvPicPr>
                      <p:cNvPr id="0" name=""/>
                      <p:cNvPicPr/>
                      <p:nvPr/>
                    </p:nvPicPr>
                    <p:blipFill>
                      <a:blip r:embed="rId10"/>
                      <a:stretch>
                        <a:fillRect/>
                      </a:stretch>
                    </p:blipFill>
                    <p:spPr>
                      <a:xfrm>
                        <a:off x="4989201" y="2391178"/>
                        <a:ext cx="375043" cy="35298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7B56DCF-B3DD-92F5-E2E1-90F048F424D6}"/>
              </a:ext>
            </a:extLst>
          </p:cNvPr>
          <p:cNvGraphicFramePr>
            <a:graphicFrameLocks noChangeAspect="1"/>
          </p:cNvGraphicFramePr>
          <p:nvPr>
            <p:extLst>
              <p:ext uri="{D42A27DB-BD31-4B8C-83A1-F6EECF244321}">
                <p14:modId xmlns:p14="http://schemas.microsoft.com/office/powerpoint/2010/main" val="3166863736"/>
              </p:ext>
            </p:extLst>
          </p:nvPr>
        </p:nvGraphicFramePr>
        <p:xfrm>
          <a:off x="8838414" y="2402945"/>
          <a:ext cx="308662" cy="411549"/>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0" name=""/>
                      <p:cNvPicPr/>
                      <p:nvPr/>
                    </p:nvPicPr>
                    <p:blipFill>
                      <a:blip r:embed="rId12"/>
                      <a:stretch>
                        <a:fillRect/>
                      </a:stretch>
                    </p:blipFill>
                    <p:spPr>
                      <a:xfrm>
                        <a:off x="8838414" y="2402945"/>
                        <a:ext cx="308662" cy="411549"/>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19BB85B4-8CF1-62AF-1ECB-210D7BC96C6A}"/>
              </a:ext>
            </a:extLst>
          </p:cNvPr>
          <p:cNvGraphicFramePr>
            <a:graphicFrameLocks noChangeAspect="1"/>
          </p:cNvGraphicFramePr>
          <p:nvPr>
            <p:extLst>
              <p:ext uri="{D42A27DB-BD31-4B8C-83A1-F6EECF244321}">
                <p14:modId xmlns:p14="http://schemas.microsoft.com/office/powerpoint/2010/main" val="2120657148"/>
              </p:ext>
            </p:extLst>
          </p:nvPr>
        </p:nvGraphicFramePr>
        <p:xfrm>
          <a:off x="4474229" y="2775828"/>
          <a:ext cx="308661" cy="448961"/>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0" name=""/>
                      <p:cNvPicPr/>
                      <p:nvPr/>
                    </p:nvPicPr>
                    <p:blipFill>
                      <a:blip r:embed="rId14"/>
                      <a:stretch>
                        <a:fillRect/>
                      </a:stretch>
                    </p:blipFill>
                    <p:spPr>
                      <a:xfrm>
                        <a:off x="4474229" y="2775828"/>
                        <a:ext cx="308661" cy="44896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0C329E71-B57C-0899-86DB-2A3F112E567C}"/>
              </a:ext>
            </a:extLst>
          </p:cNvPr>
          <p:cNvGraphicFramePr>
            <a:graphicFrameLocks noChangeAspect="1"/>
          </p:cNvGraphicFramePr>
          <p:nvPr>
            <p:extLst>
              <p:ext uri="{D42A27DB-BD31-4B8C-83A1-F6EECF244321}">
                <p14:modId xmlns:p14="http://schemas.microsoft.com/office/powerpoint/2010/main" val="2572873627"/>
              </p:ext>
            </p:extLst>
          </p:nvPr>
        </p:nvGraphicFramePr>
        <p:xfrm>
          <a:off x="5200127" y="2813241"/>
          <a:ext cx="375042" cy="352981"/>
        </p:xfrm>
        <a:graphic>
          <a:graphicData uri="http://schemas.openxmlformats.org/presentationml/2006/ole">
            <mc:AlternateContent xmlns:mc="http://schemas.openxmlformats.org/markup-compatibility/2006">
              <mc:Choice xmlns:v="urn:schemas-microsoft-com:vml" Requires="v">
                <p:oleObj name="Equation" r:id="rId15" imgW="215640" imgH="203040" progId="Equation.DSMT4">
                  <p:embed/>
                </p:oleObj>
              </mc:Choice>
              <mc:Fallback>
                <p:oleObj name="Equation" r:id="rId15" imgW="215640" imgH="203040" progId="Equation.DSMT4">
                  <p:embed/>
                  <p:pic>
                    <p:nvPicPr>
                      <p:cNvPr id="0" name=""/>
                      <p:cNvPicPr/>
                      <p:nvPr/>
                    </p:nvPicPr>
                    <p:blipFill>
                      <a:blip r:embed="rId16"/>
                      <a:stretch>
                        <a:fillRect/>
                      </a:stretch>
                    </p:blipFill>
                    <p:spPr>
                      <a:xfrm>
                        <a:off x="5200127" y="2813241"/>
                        <a:ext cx="375042" cy="352981"/>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5A61DB50-0DAA-D588-47FF-5CD9A500B651}"/>
              </a:ext>
            </a:extLst>
          </p:cNvPr>
          <p:cNvGraphicFramePr>
            <a:graphicFrameLocks noChangeAspect="1"/>
          </p:cNvGraphicFramePr>
          <p:nvPr>
            <p:extLst>
              <p:ext uri="{D42A27DB-BD31-4B8C-83A1-F6EECF244321}">
                <p14:modId xmlns:p14="http://schemas.microsoft.com/office/powerpoint/2010/main" val="2593783696"/>
              </p:ext>
            </p:extLst>
          </p:nvPr>
        </p:nvGraphicFramePr>
        <p:xfrm>
          <a:off x="1001664" y="3238798"/>
          <a:ext cx="261527" cy="380403"/>
        </p:xfrm>
        <a:graphic>
          <a:graphicData uri="http://schemas.openxmlformats.org/presentationml/2006/ole">
            <mc:AlternateContent xmlns:mc="http://schemas.openxmlformats.org/markup-compatibility/2006">
              <mc:Choice xmlns:v="urn:schemas-microsoft-com:vml" Requires="v">
                <p:oleObj name="Equation" r:id="rId17" imgW="139680" imgH="203040" progId="Equation.DSMT4">
                  <p:embed/>
                </p:oleObj>
              </mc:Choice>
              <mc:Fallback>
                <p:oleObj name="Equation" r:id="rId17" imgW="139680" imgH="203040" progId="Equation.DSMT4">
                  <p:embed/>
                  <p:pic>
                    <p:nvPicPr>
                      <p:cNvPr id="0" name=""/>
                      <p:cNvPicPr/>
                      <p:nvPr/>
                    </p:nvPicPr>
                    <p:blipFill>
                      <a:blip r:embed="rId18"/>
                      <a:stretch>
                        <a:fillRect/>
                      </a:stretch>
                    </p:blipFill>
                    <p:spPr>
                      <a:xfrm>
                        <a:off x="1001664" y="3238798"/>
                        <a:ext cx="261527" cy="380403"/>
                      </a:xfrm>
                      <a:prstGeom prst="rect">
                        <a:avLst/>
                      </a:prstGeom>
                    </p:spPr>
                  </p:pic>
                </p:oleObj>
              </mc:Fallback>
            </mc:AlternateContent>
          </a:graphicData>
        </a:graphic>
      </p:graphicFrame>
    </p:spTree>
    <p:extLst>
      <p:ext uri="{BB962C8B-B14F-4D97-AF65-F5344CB8AC3E}">
        <p14:creationId xmlns:p14="http://schemas.microsoft.com/office/powerpoint/2010/main" val="32352838"/>
      </p:ext>
    </p:extLst>
  </p:cSld>
  <p:clrMapOvr>
    <a:masterClrMapping/>
  </p:clrMapOvr>
  <p:transition advTm="18857"/>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2.3.2  </a:t>
            </a:r>
            <a:r>
              <a:rPr lang="zh-CN" altLang="en-US" sz="2800" b="1" dirty="0">
                <a:latin typeface="Times New Roman" pitchFamily="18" charset="0"/>
                <a:ea typeface="华文中宋" pitchFamily="2" charset="-122"/>
              </a:rPr>
              <a:t>连杆坐标系定义</a:t>
            </a:r>
          </a:p>
        </p:txBody>
      </p:sp>
      <p:sp>
        <p:nvSpPr>
          <p:cNvPr id="4" name="文本框 3">
            <a:extLst>
              <a:ext uri="{FF2B5EF4-FFF2-40B4-BE49-F238E27FC236}">
                <a16:creationId xmlns:a16="http://schemas.microsoft.com/office/drawing/2014/main" id="{E017B16B-7200-20B3-DF37-CE513EF9F108}"/>
              </a:ext>
            </a:extLst>
          </p:cNvPr>
          <p:cNvSpPr txBox="1"/>
          <p:nvPr/>
        </p:nvSpPr>
        <p:spPr>
          <a:xfrm>
            <a:off x="556181" y="1084083"/>
            <a:ext cx="10897386" cy="3782895"/>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四足机器人的机构一般只有转动关节，每个关节有</a:t>
            </a:r>
            <a:r>
              <a:rPr lang="en-US" altLang="zh-CN" sz="1800" kern="1000" dirty="0">
                <a:effectLst/>
                <a:latin typeface="微软雅黑" panose="020B0503020204020204" pitchFamily="34" charset="-122"/>
                <a:ea typeface="微软雅黑" panose="020B0503020204020204" pitchFamily="34" charset="-122"/>
              </a:rPr>
              <a:t>1</a:t>
            </a:r>
            <a:r>
              <a:rPr lang="zh-CN" altLang="zh-CN" sz="1800" kern="1000" dirty="0">
                <a:effectLst/>
                <a:latin typeface="微软雅黑" panose="020B0503020204020204" pitchFamily="34" charset="-122"/>
                <a:ea typeface="微软雅黑" panose="020B0503020204020204" pitchFamily="34" charset="-122"/>
              </a:rPr>
              <a:t>个自由度，因此，单腿</a:t>
            </a:r>
            <a:r>
              <a:rPr lang="en-US" altLang="zh-CN" sz="1800" kern="1000" dirty="0">
                <a:effectLst/>
                <a:latin typeface="微软雅黑" panose="020B0503020204020204" pitchFamily="34" charset="-122"/>
                <a:ea typeface="微软雅黑" panose="020B0503020204020204" pitchFamily="34" charset="-122"/>
              </a:rPr>
              <a:t>3</a:t>
            </a:r>
            <a:r>
              <a:rPr lang="zh-CN" altLang="zh-CN" sz="1800" kern="1000" dirty="0">
                <a:effectLst/>
                <a:latin typeface="微软雅黑" panose="020B0503020204020204" pitchFamily="34" charset="-122"/>
                <a:ea typeface="微软雅黑" panose="020B0503020204020204" pitchFamily="34" charset="-122"/>
              </a:rPr>
              <a:t>自由度的四足机器人由</a:t>
            </a:r>
            <a:r>
              <a:rPr lang="en-US" altLang="zh-CN" sz="1800" kern="1000" dirty="0">
                <a:effectLst/>
                <a:latin typeface="微软雅黑" panose="020B0503020204020204" pitchFamily="34" charset="-122"/>
                <a:ea typeface="微软雅黑" panose="020B0503020204020204" pitchFamily="34" charset="-122"/>
              </a:rPr>
              <a:t>3</a:t>
            </a:r>
            <a:r>
              <a:rPr lang="zh-CN" altLang="zh-CN" sz="1800" kern="1000" dirty="0">
                <a:effectLst/>
                <a:latin typeface="微软雅黑" panose="020B0503020204020204" pitchFamily="34" charset="-122"/>
                <a:ea typeface="微软雅黑" panose="020B0503020204020204" pitchFamily="34" charset="-122"/>
              </a:rPr>
              <a:t>个连杆和</a:t>
            </a:r>
            <a:r>
              <a:rPr lang="en-US" altLang="zh-CN" sz="1800" kern="1000" dirty="0">
                <a:effectLst/>
                <a:latin typeface="微软雅黑" panose="020B0503020204020204" pitchFamily="34" charset="-122"/>
                <a:ea typeface="微软雅黑" panose="020B0503020204020204" pitchFamily="34" charset="-122"/>
              </a:rPr>
              <a:t>3</a:t>
            </a:r>
            <a:r>
              <a:rPr lang="zh-CN" altLang="zh-CN" sz="1800" kern="1000" dirty="0">
                <a:effectLst/>
                <a:latin typeface="微软雅黑" panose="020B0503020204020204" pitchFamily="34" charset="-122"/>
                <a:ea typeface="微软雅黑" panose="020B0503020204020204" pitchFamily="34" charset="-122"/>
              </a:rPr>
              <a:t>个关节组成。如图</a:t>
            </a:r>
            <a:r>
              <a:rPr lang="en-US" altLang="zh-CN" sz="1800" kern="1000" dirty="0">
                <a:effectLst/>
                <a:latin typeface="微软雅黑" panose="020B0503020204020204" pitchFamily="34" charset="-122"/>
                <a:ea typeface="微软雅黑" panose="020B0503020204020204" pitchFamily="34" charset="-122"/>
              </a:rPr>
              <a:t>2.10</a:t>
            </a:r>
            <a:r>
              <a:rPr lang="zh-CN" altLang="zh-CN" sz="1800" kern="1000" dirty="0">
                <a:effectLst/>
                <a:latin typeface="微软雅黑" panose="020B0503020204020204" pitchFamily="34" charset="-122"/>
                <a:ea typeface="微软雅黑" panose="020B0503020204020204" pitchFamily="34" charset="-122"/>
              </a:rPr>
              <a:t>所示，为了确定机器人各个连杆之间的相对运动关系，首先需要建立连杆</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 </a:t>
            </a:r>
            <a:r>
              <a:rPr lang="zh-CN" altLang="zh-CN" sz="1800" kern="1000" dirty="0">
                <a:effectLst/>
                <a:latin typeface="微软雅黑" panose="020B0503020204020204" pitchFamily="34" charset="-122"/>
                <a:ea typeface="微软雅黑" panose="020B0503020204020204" pitchFamily="34" charset="-122"/>
              </a:rPr>
              <a:t>、连杆</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和连杆</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800" kern="1000" dirty="0">
                <a:effectLst/>
                <a:latin typeface="微软雅黑" panose="020B0503020204020204" pitchFamily="34" charset="-122"/>
                <a:ea typeface="微软雅黑" panose="020B0503020204020204" pitchFamily="34" charset="-122"/>
              </a:rPr>
              <a:t>的坐标系，设连杆</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kern="1000" dirty="0">
                <a:effectLst/>
                <a:latin typeface="微软雅黑" panose="020B0503020204020204" pitchFamily="34" charset="-122"/>
                <a:ea typeface="微软雅黑" panose="020B0503020204020204" pitchFamily="34" charset="-122"/>
              </a:rPr>
              <a:t>的坐标系为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在坐标系的建立过程中，首先选定坐标系的原点，然后选择对应的</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1800" kern="1000" dirty="0">
                <a:effectLst/>
                <a:latin typeface="微软雅黑" panose="020B0503020204020204" pitchFamily="34" charset="-122"/>
                <a:ea typeface="微软雅黑" panose="020B0503020204020204" pitchFamily="34" charset="-122"/>
              </a:rPr>
              <a:t>轴和</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1800" kern="1000" dirty="0">
                <a:effectLst/>
                <a:latin typeface="微软雅黑" panose="020B0503020204020204" pitchFamily="34" charset="-122"/>
                <a:ea typeface="微软雅黑" panose="020B0503020204020204" pitchFamily="34" charset="-122"/>
              </a:rPr>
              <a:t> 轴，最后根据右手法则确定</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1800" kern="1000" dirty="0">
                <a:effectLst/>
                <a:latin typeface="微软雅黑" panose="020B0503020204020204" pitchFamily="34" charset="-122"/>
                <a:ea typeface="微软雅黑" panose="020B0503020204020204" pitchFamily="34" charset="-122"/>
              </a:rPr>
              <a:t>  轴。</a:t>
            </a: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对于中间连杆，坐标系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kern="1000" dirty="0">
                <a:effectLst/>
                <a:latin typeface="微软雅黑" panose="020B0503020204020204" pitchFamily="34" charset="-122"/>
                <a:ea typeface="微软雅黑" panose="020B0503020204020204" pitchFamily="34" charset="-122"/>
              </a:rPr>
              <a:t> 的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1800" kern="1000" dirty="0">
                <a:effectLst/>
                <a:latin typeface="微软雅黑" panose="020B0503020204020204" pitchFamily="34" charset="-122"/>
                <a:ea typeface="微软雅黑" panose="020B0503020204020204" pitchFamily="34" charset="-122"/>
              </a:rPr>
              <a:t> 轴     与关节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   的关节轴线重合，方向任意。</a:t>
            </a: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坐标系     的原点     取为关节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kern="1000" dirty="0">
                <a:effectLst/>
                <a:latin typeface="微软雅黑" panose="020B0503020204020204" pitchFamily="34" charset="-122"/>
                <a:ea typeface="微软雅黑" panose="020B0503020204020204" pitchFamily="34" charset="-122"/>
              </a:rPr>
              <a:t>  </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关节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 轴线的公垂线与关节</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 轴线的交点。关节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i="1" kern="1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kern="1000" dirty="0">
                <a:effectLst/>
                <a:latin typeface="微软雅黑" panose="020B0503020204020204" pitchFamily="34" charset="-122"/>
                <a:ea typeface="微软雅黑" panose="020B0503020204020204" pitchFamily="34" charset="-122"/>
              </a:rPr>
              <a:t>和关节</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 的轴线相交时，    点选在交点上</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如图</a:t>
            </a:r>
            <a:r>
              <a:rPr lang="en-US" altLang="zh-CN" sz="1800" kern="1000" dirty="0">
                <a:effectLst/>
                <a:latin typeface="微软雅黑" panose="020B0503020204020204" pitchFamily="34" charset="-122"/>
                <a:ea typeface="微软雅黑" panose="020B0503020204020204" pitchFamily="34" charset="-122"/>
              </a:rPr>
              <a:t>2.11</a:t>
            </a:r>
            <a:r>
              <a:rPr lang="en-US" altLang="zh-CN" sz="1800" kern="1000" dirty="0">
                <a:effectLst/>
                <a:latin typeface="宋体" panose="02010600030101010101" pitchFamily="2" charset="-122"/>
                <a:cs typeface="Times New Roman" panose="02020603050405020304" pitchFamily="18" charset="0"/>
              </a:rPr>
              <a:t> (</a:t>
            </a:r>
            <a:r>
              <a:rPr lang="en-US" altLang="zh-CN" sz="1800" kern="1000" dirty="0">
                <a:effectLst/>
                <a:latin typeface="Times New Roman" panose="02020603050405020304" pitchFamily="18" charset="0"/>
                <a:ea typeface="宋体" panose="02010600030101010101" pitchFamily="2" charset="-122"/>
              </a:rPr>
              <a:t>a</a:t>
            </a:r>
            <a:r>
              <a:rPr lang="en-US" altLang="zh-CN" sz="1800" kern="1000" dirty="0">
                <a:effectLst/>
                <a:latin typeface="宋体" panose="02010600030101010101" pitchFamily="2" charset="-122"/>
                <a:cs typeface="Times New Roman" panose="02020603050405020304" pitchFamily="18" charset="0"/>
              </a:rPr>
              <a:t>)</a:t>
            </a:r>
            <a:r>
              <a:rPr lang="zh-CN" altLang="en-US" sz="1800" kern="1000" dirty="0">
                <a:effectLst/>
                <a:latin typeface="微软雅黑" panose="020B0503020204020204" pitchFamily="34" charset="-122"/>
                <a:ea typeface="微软雅黑" panose="020B0503020204020204" pitchFamily="34" charset="-122"/>
              </a:rPr>
              <a:t>所示</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；关节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kern="1000" dirty="0">
                <a:effectLst/>
                <a:latin typeface="微软雅黑" panose="020B0503020204020204" pitchFamily="34" charset="-122"/>
                <a:ea typeface="微软雅黑" panose="020B0503020204020204" pitchFamily="34" charset="-122"/>
              </a:rPr>
              <a:t> 和关节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 的轴线平行时，    点选在关节</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和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rPr>
              <a:t>的公垂线与关节</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轴线的交点处</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如图</a:t>
            </a:r>
            <a:r>
              <a:rPr lang="en-US" altLang="zh-CN" sz="1800" kern="1000" dirty="0">
                <a:effectLst/>
                <a:latin typeface="微软雅黑" panose="020B0503020204020204" pitchFamily="34" charset="-122"/>
                <a:ea typeface="微软雅黑" panose="020B0503020204020204" pitchFamily="34" charset="-122"/>
              </a:rPr>
              <a:t>2.11(b)</a:t>
            </a:r>
            <a:r>
              <a:rPr lang="zh-CN" altLang="en-US" sz="1800" kern="1000" dirty="0">
                <a:effectLst/>
                <a:latin typeface="微软雅黑" panose="020B0503020204020204" pitchFamily="34" charset="-122"/>
                <a:ea typeface="微软雅黑" panose="020B0503020204020204" pitchFamily="34" charset="-122"/>
              </a:rPr>
              <a:t>所示</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a:t>
            </a: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72BAB5F2-CCDC-3884-FDD9-0987BCC7B8F8}"/>
              </a:ext>
            </a:extLst>
          </p:cNvPr>
          <p:cNvGraphicFramePr>
            <a:graphicFrameLocks noChangeAspect="1"/>
          </p:cNvGraphicFramePr>
          <p:nvPr>
            <p:extLst>
              <p:ext uri="{D42A27DB-BD31-4B8C-83A1-F6EECF244321}">
                <p14:modId xmlns:p14="http://schemas.microsoft.com/office/powerpoint/2010/main" val="1223284052"/>
              </p:ext>
            </p:extLst>
          </p:nvPr>
        </p:nvGraphicFramePr>
        <p:xfrm>
          <a:off x="4536716" y="2760205"/>
          <a:ext cx="289808" cy="421539"/>
        </p:xfrm>
        <a:graphic>
          <a:graphicData uri="http://schemas.openxmlformats.org/presentationml/2006/ole">
            <mc:AlternateContent xmlns:mc="http://schemas.openxmlformats.org/markup-compatibility/2006">
              <mc:Choice xmlns:v="urn:schemas-microsoft-com:vml" Requires="v">
                <p:oleObj name="Equation" r:id="rId3" imgW="139680" imgH="203040" progId="Equation.DSMT4">
                  <p:embed/>
                </p:oleObj>
              </mc:Choice>
              <mc:Fallback>
                <p:oleObj name="Equation" r:id="rId3" imgW="139680" imgH="203040" progId="Equation.DSMT4">
                  <p:embed/>
                  <p:pic>
                    <p:nvPicPr>
                      <p:cNvPr id="0" name=""/>
                      <p:cNvPicPr/>
                      <p:nvPr/>
                    </p:nvPicPr>
                    <p:blipFill>
                      <a:blip r:embed="rId4"/>
                      <a:stretch>
                        <a:fillRect/>
                      </a:stretch>
                    </p:blipFill>
                    <p:spPr>
                      <a:xfrm>
                        <a:off x="4536716" y="2760205"/>
                        <a:ext cx="289808" cy="42153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D4039978-C3CD-6666-EED1-8423C7966046}"/>
              </a:ext>
            </a:extLst>
          </p:cNvPr>
          <p:cNvGraphicFramePr>
            <a:graphicFrameLocks noChangeAspect="1"/>
          </p:cNvGraphicFramePr>
          <p:nvPr>
            <p:extLst>
              <p:ext uri="{D42A27DB-BD31-4B8C-83A1-F6EECF244321}">
                <p14:modId xmlns:p14="http://schemas.microsoft.com/office/powerpoint/2010/main" val="909588968"/>
              </p:ext>
            </p:extLst>
          </p:nvPr>
        </p:nvGraphicFramePr>
        <p:xfrm>
          <a:off x="1777542" y="3252542"/>
          <a:ext cx="352915" cy="352915"/>
        </p:xfrm>
        <a:graphic>
          <a:graphicData uri="http://schemas.openxmlformats.org/presentationml/2006/ole">
            <mc:AlternateContent xmlns:mc="http://schemas.openxmlformats.org/markup-compatibility/2006">
              <mc:Choice xmlns:v="urn:schemas-microsoft-com:vml" Requires="v">
                <p:oleObj name="Equation" r:id="rId5" imgW="190440" imgH="190440" progId="Equation.DSMT4">
                  <p:embed/>
                </p:oleObj>
              </mc:Choice>
              <mc:Fallback>
                <p:oleObj name="Equation" r:id="rId5" imgW="190440" imgH="190440" progId="Equation.DSMT4">
                  <p:embed/>
                  <p:pic>
                    <p:nvPicPr>
                      <p:cNvPr id="0" name=""/>
                      <p:cNvPicPr/>
                      <p:nvPr/>
                    </p:nvPicPr>
                    <p:blipFill>
                      <a:blip r:embed="rId6"/>
                      <a:stretch>
                        <a:fillRect/>
                      </a:stretch>
                    </p:blipFill>
                    <p:spPr>
                      <a:xfrm>
                        <a:off x="1777542" y="3252542"/>
                        <a:ext cx="352915" cy="35291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C423AA6C-1A1B-2EB6-93A3-FB907A49272E}"/>
              </a:ext>
            </a:extLst>
          </p:cNvPr>
          <p:cNvGraphicFramePr>
            <a:graphicFrameLocks noChangeAspect="1"/>
          </p:cNvGraphicFramePr>
          <p:nvPr>
            <p:extLst>
              <p:ext uri="{D42A27DB-BD31-4B8C-83A1-F6EECF244321}">
                <p14:modId xmlns:p14="http://schemas.microsoft.com/office/powerpoint/2010/main" val="4194836035"/>
              </p:ext>
            </p:extLst>
          </p:nvPr>
        </p:nvGraphicFramePr>
        <p:xfrm>
          <a:off x="2874509" y="3247173"/>
          <a:ext cx="286743" cy="352915"/>
        </p:xfrm>
        <a:graphic>
          <a:graphicData uri="http://schemas.openxmlformats.org/presentationml/2006/ole">
            <mc:AlternateContent xmlns:mc="http://schemas.openxmlformats.org/markup-compatibility/2006">
              <mc:Choice xmlns:v="urn:schemas-microsoft-com:vml" Requires="v">
                <p:oleObj name="Equation" r:id="rId7" imgW="164880" imgH="203040" progId="Equation.DSMT4">
                  <p:embed/>
                </p:oleObj>
              </mc:Choice>
              <mc:Fallback>
                <p:oleObj name="Equation" r:id="rId7" imgW="164880" imgH="203040" progId="Equation.DSMT4">
                  <p:embed/>
                  <p:pic>
                    <p:nvPicPr>
                      <p:cNvPr id="0" name=""/>
                      <p:cNvPicPr/>
                      <p:nvPr/>
                    </p:nvPicPr>
                    <p:blipFill>
                      <a:blip r:embed="rId8"/>
                      <a:stretch>
                        <a:fillRect/>
                      </a:stretch>
                    </p:blipFill>
                    <p:spPr>
                      <a:xfrm>
                        <a:off x="2874509" y="3247173"/>
                        <a:ext cx="286743" cy="35291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FF10D8E-0F8F-EED5-0966-1BFB1D4F8C0D}"/>
              </a:ext>
            </a:extLst>
          </p:cNvPr>
          <p:cNvGraphicFramePr>
            <a:graphicFrameLocks noChangeAspect="1"/>
          </p:cNvGraphicFramePr>
          <p:nvPr>
            <p:extLst>
              <p:ext uri="{D42A27DB-BD31-4B8C-83A1-F6EECF244321}">
                <p14:modId xmlns:p14="http://schemas.microsoft.com/office/powerpoint/2010/main" val="852923693"/>
              </p:ext>
            </p:extLst>
          </p:nvPr>
        </p:nvGraphicFramePr>
        <p:xfrm>
          <a:off x="1777542" y="3620641"/>
          <a:ext cx="286743" cy="352915"/>
        </p:xfrm>
        <a:graphic>
          <a:graphicData uri="http://schemas.openxmlformats.org/presentationml/2006/ole">
            <mc:AlternateContent xmlns:mc="http://schemas.openxmlformats.org/markup-compatibility/2006">
              <mc:Choice xmlns:v="urn:schemas-microsoft-com:vml" Requires="v">
                <p:oleObj name="Equation" r:id="rId9" imgW="164880" imgH="203040" progId="Equation.DSMT4">
                  <p:embed/>
                </p:oleObj>
              </mc:Choice>
              <mc:Fallback>
                <p:oleObj name="Equation" r:id="rId9" imgW="164880" imgH="203040" progId="Equation.DSMT4">
                  <p:embed/>
                  <p:pic>
                    <p:nvPicPr>
                      <p:cNvPr id="0" name=""/>
                      <p:cNvPicPr/>
                      <p:nvPr/>
                    </p:nvPicPr>
                    <p:blipFill>
                      <a:blip r:embed="rId10"/>
                      <a:stretch>
                        <a:fillRect/>
                      </a:stretch>
                    </p:blipFill>
                    <p:spPr>
                      <a:xfrm>
                        <a:off x="1777542" y="3620641"/>
                        <a:ext cx="286743" cy="35291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45E7608D-50EC-5B1A-F3D2-FC8B17E47C9D}"/>
              </a:ext>
            </a:extLst>
          </p:cNvPr>
          <p:cNvGraphicFramePr>
            <a:graphicFrameLocks noChangeAspect="1"/>
          </p:cNvGraphicFramePr>
          <p:nvPr>
            <p:extLst>
              <p:ext uri="{D42A27DB-BD31-4B8C-83A1-F6EECF244321}">
                <p14:modId xmlns:p14="http://schemas.microsoft.com/office/powerpoint/2010/main" val="3964858943"/>
              </p:ext>
            </p:extLst>
          </p:nvPr>
        </p:nvGraphicFramePr>
        <p:xfrm>
          <a:off x="9269774" y="3621131"/>
          <a:ext cx="287337" cy="352425"/>
        </p:xfrm>
        <a:graphic>
          <a:graphicData uri="http://schemas.openxmlformats.org/presentationml/2006/ole">
            <mc:AlternateContent xmlns:mc="http://schemas.openxmlformats.org/markup-compatibility/2006">
              <mc:Choice xmlns:v="urn:schemas-microsoft-com:vml" Requires="v">
                <p:oleObj name="Equation" r:id="rId11" imgW="288021" imgH="352093" progId="Equation.DSMT4">
                  <p:embed/>
                </p:oleObj>
              </mc:Choice>
              <mc:Fallback>
                <p:oleObj name="Equation" r:id="rId11" imgW="288021" imgH="352093" progId="Equation.DSMT4">
                  <p:embed/>
                  <p:pic>
                    <p:nvPicPr>
                      <p:cNvPr id="0" name=""/>
                      <p:cNvPicPr/>
                      <p:nvPr/>
                    </p:nvPicPr>
                    <p:blipFill>
                      <a:blip r:embed="rId12"/>
                      <a:stretch>
                        <a:fillRect/>
                      </a:stretch>
                    </p:blipFill>
                    <p:spPr>
                      <a:xfrm>
                        <a:off x="9269774" y="3621131"/>
                        <a:ext cx="287337" cy="352425"/>
                      </a:xfrm>
                      <a:prstGeom prst="rect">
                        <a:avLst/>
                      </a:prstGeom>
                    </p:spPr>
                  </p:pic>
                </p:oleObj>
              </mc:Fallback>
            </mc:AlternateContent>
          </a:graphicData>
        </a:graphic>
      </p:graphicFrame>
      <p:pic>
        <p:nvPicPr>
          <p:cNvPr id="2050" name="Picture 2">
            <a:extLst>
              <a:ext uri="{FF2B5EF4-FFF2-40B4-BE49-F238E27FC236}">
                <a16:creationId xmlns:a16="http://schemas.microsoft.com/office/drawing/2014/main" id="{B4754CE0-CB49-69D2-57C1-1C356406927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343247" y="4473573"/>
            <a:ext cx="3505506" cy="1700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a:extLst>
              <a:ext uri="{FF2B5EF4-FFF2-40B4-BE49-F238E27FC236}">
                <a16:creationId xmlns:a16="http://schemas.microsoft.com/office/drawing/2014/main" id="{ACADFC0A-5C69-122D-BE47-35362FE7286F}"/>
              </a:ext>
            </a:extLst>
          </p:cNvPr>
          <p:cNvSpPr txBox="1"/>
          <p:nvPr/>
        </p:nvSpPr>
        <p:spPr>
          <a:xfrm>
            <a:off x="2943520" y="6417867"/>
            <a:ext cx="6122708" cy="338554"/>
          </a:xfrm>
          <a:prstGeom prst="rect">
            <a:avLst/>
          </a:prstGeom>
          <a:noFill/>
        </p:spPr>
        <p:txBody>
          <a:bodyPr wrap="square">
            <a:spAutoFit/>
          </a:bodyPr>
          <a:lstStyle/>
          <a:p>
            <a:pPr algn="ctr">
              <a:spcBef>
                <a:spcPts val="700"/>
              </a:spcBef>
              <a:spcAft>
                <a:spcPts val="800"/>
              </a:spcAft>
            </a:pPr>
            <a:r>
              <a:rPr lang="zh-CN" altLang="zh-CN" sz="1600" kern="1000" dirty="0">
                <a:effectLst/>
                <a:latin typeface="Times New Roman" panose="02020603050405020304" pitchFamily="18" charset="0"/>
                <a:ea typeface="宋体" panose="02010600030101010101" pitchFamily="2" charset="-122"/>
              </a:rPr>
              <a:t>图</a:t>
            </a:r>
            <a:r>
              <a:rPr lang="en-US" altLang="zh-CN" sz="1600" kern="1000" dirty="0">
                <a:effectLst/>
                <a:latin typeface="Times New Roman" panose="02020603050405020304" pitchFamily="18" charset="0"/>
                <a:ea typeface="宋体" panose="02010600030101010101" pitchFamily="2" charset="-122"/>
              </a:rPr>
              <a:t>2.11  </a:t>
            </a:r>
            <a:r>
              <a:rPr lang="zh-CN" altLang="zh-CN" sz="1600" kern="1000" dirty="0">
                <a:effectLst/>
                <a:latin typeface="Times New Roman" panose="02020603050405020304" pitchFamily="18" charset="0"/>
                <a:ea typeface="宋体" panose="02010600030101010101" pitchFamily="2" charset="-122"/>
              </a:rPr>
              <a:t>中间坐标系原点选择策略</a:t>
            </a:r>
          </a:p>
        </p:txBody>
      </p:sp>
    </p:spTree>
    <p:extLst>
      <p:ext uri="{BB962C8B-B14F-4D97-AF65-F5344CB8AC3E}">
        <p14:creationId xmlns:p14="http://schemas.microsoft.com/office/powerpoint/2010/main" val="3704918871"/>
      </p:ext>
    </p:extLst>
  </p:cSld>
  <p:clrMapOvr>
    <a:masterClrMapping/>
  </p:clrMapOvr>
  <p:transition advTm="18857"/>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2.3.2  </a:t>
            </a:r>
            <a:r>
              <a:rPr lang="zh-CN" altLang="en-US" sz="2800" b="1" dirty="0">
                <a:latin typeface="Times New Roman" pitchFamily="18" charset="0"/>
                <a:ea typeface="华文中宋" pitchFamily="2" charset="-122"/>
              </a:rPr>
              <a:t>连杆坐标系定义</a:t>
            </a:r>
          </a:p>
        </p:txBody>
      </p:sp>
      <p:sp>
        <p:nvSpPr>
          <p:cNvPr id="4" name="文本框 3">
            <a:extLst>
              <a:ext uri="{FF2B5EF4-FFF2-40B4-BE49-F238E27FC236}">
                <a16:creationId xmlns:a16="http://schemas.microsoft.com/office/drawing/2014/main" id="{61D1ED83-D5D8-03EF-5973-99F315D2EDD0}"/>
              </a:ext>
            </a:extLst>
          </p:cNvPr>
          <p:cNvSpPr txBox="1"/>
          <p:nvPr/>
        </p:nvSpPr>
        <p:spPr>
          <a:xfrm>
            <a:off x="622169" y="1084082"/>
            <a:ext cx="11085922" cy="2536400"/>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坐标系</a:t>
            </a:r>
            <a:r>
              <a:rPr lang="en-US" altLang="zh-CN" sz="1800" kern="1000" dirty="0">
                <a:effectLst/>
                <a:latin typeface="微软雅黑" panose="020B0503020204020204" pitchFamily="34" charset="-122"/>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轴</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与关节</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kern="1000" dirty="0">
                <a:effectLst/>
                <a:latin typeface="微软雅黑" panose="020B0503020204020204" pitchFamily="34" charset="-122"/>
                <a:ea typeface="微软雅黑" panose="020B0503020204020204" pitchFamily="34" charset="-122"/>
              </a:rPr>
              <a:t>和</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轴线的公垂线重合，指向为</a:t>
            </a:r>
            <a:r>
              <a:rPr lang="en-US" altLang="zh-CN" kern="1000" dirty="0">
                <a:latin typeface="微软雅黑" panose="020B0503020204020204" pitchFamily="34" charset="-122"/>
                <a:ea typeface="微软雅黑" panose="020B0503020204020204" pitchFamily="34" charset="-122"/>
              </a:rPr>
              <a:t>             </a:t>
            </a:r>
            <a:r>
              <a:rPr lang="zh-CN" altLang="en-US" kern="1000" dirty="0">
                <a:latin typeface="微软雅黑" panose="020B0503020204020204" pitchFamily="34" charset="-122"/>
                <a:ea typeface="微软雅黑" panose="020B0503020204020204" pitchFamily="34" charset="-122"/>
              </a:rPr>
              <a:t>。当关节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kern="1000" dirty="0">
                <a:latin typeface="微软雅黑" panose="020B0503020204020204" pitchFamily="34" charset="-122"/>
                <a:ea typeface="微软雅黑" panose="020B0503020204020204" pitchFamily="34" charset="-122"/>
              </a:rPr>
              <a:t>和</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kern="1000" dirty="0">
                <a:latin typeface="微软雅黑" panose="020B0503020204020204" pitchFamily="34" charset="-122"/>
                <a:ea typeface="微软雅黑" panose="020B0503020204020204" pitchFamily="34" charset="-122"/>
              </a:rPr>
              <a:t>  的轴线相交时，               ；当关节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kern="1000" dirty="0">
                <a:latin typeface="微软雅黑" panose="020B0503020204020204" pitchFamily="34" charset="-122"/>
                <a:ea typeface="微软雅黑" panose="020B0503020204020204" pitchFamily="34" charset="-122"/>
              </a:rPr>
              <a:t> 和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kern="1000" dirty="0">
                <a:latin typeface="微软雅黑" panose="020B0503020204020204" pitchFamily="34" charset="-122"/>
                <a:ea typeface="微软雅黑" panose="020B0503020204020204" pitchFamily="34" charset="-122"/>
              </a:rPr>
              <a:t>  的轴线平行时，坐标系的原点    确定后，    被定义为过点       且与关节</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kern="1000" dirty="0">
                <a:latin typeface="微软雅黑" panose="020B0503020204020204" pitchFamily="34" charset="-122"/>
                <a:ea typeface="微软雅黑" panose="020B0503020204020204" pitchFamily="34" charset="-122"/>
              </a:rPr>
              <a:t>    和</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kern="1000" dirty="0">
                <a:latin typeface="微软雅黑" panose="020B0503020204020204" pitchFamily="34" charset="-122"/>
                <a:ea typeface="微软雅黑" panose="020B0503020204020204" pitchFamily="34" charset="-122"/>
              </a:rPr>
              <a:t> 的公垂线重合的线，指向为             。</a:t>
            </a:r>
            <a:endParaRPr lang="en-US" altLang="zh-CN" kern="1000" dirty="0">
              <a:latin typeface="微软雅黑" panose="020B0503020204020204" pitchFamily="34" charset="-122"/>
              <a:ea typeface="微软雅黑" panose="020B0503020204020204" pitchFamily="34" charset="-122"/>
            </a:endParaRPr>
          </a:p>
          <a:p>
            <a:pPr indent="450000" algn="just">
              <a:lnSpc>
                <a:spcPct val="150000"/>
              </a:lnSpc>
            </a:pPr>
            <a:r>
              <a:rPr lang="zh-CN" altLang="en-US" kern="1000" dirty="0">
                <a:latin typeface="微软雅黑" panose="020B0503020204020204" pitchFamily="34" charset="-122"/>
                <a:ea typeface="微软雅黑" panose="020B0503020204020204" pitchFamily="34" charset="-122"/>
              </a:rPr>
              <a:t>坐标系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kern="1000" dirty="0">
                <a:latin typeface="微软雅黑" panose="020B0503020204020204" pitchFamily="34" charset="-122"/>
                <a:ea typeface="微软雅黑" panose="020B0503020204020204" pitchFamily="34" charset="-122"/>
              </a:rPr>
              <a:t>   的 </a:t>
            </a:r>
            <a:r>
              <a:rPr lang="en-US" altLang="zh-CN" i="1" kern="1000"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i="1" kern="1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kern="1000" dirty="0">
                <a:latin typeface="微软雅黑" panose="020B0503020204020204" pitchFamily="34" charset="-122"/>
                <a:ea typeface="微软雅黑" panose="020B0503020204020204" pitchFamily="34" charset="-122"/>
              </a:rPr>
              <a:t> 轴    确定方法：利用右手法则，</a:t>
            </a:r>
          </a:p>
          <a:p>
            <a:pPr indent="450000" algn="just">
              <a:lnSpc>
                <a:spcPct val="150000"/>
              </a:lnSpc>
            </a:pPr>
            <a:endParaRPr lang="zh-CN" altLang="en-US" kern="1000" dirty="0">
              <a:latin typeface="微软雅黑" panose="020B0503020204020204" pitchFamily="34" charset="-122"/>
              <a:ea typeface="微软雅黑" panose="020B0503020204020204" pitchFamily="34" charset="-122"/>
            </a:endParaRPr>
          </a:p>
          <a:p>
            <a:pPr indent="4500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06EBD5B5-BC83-83BB-B3ED-1FA47BAAD475}"/>
              </a:ext>
            </a:extLst>
          </p:cNvPr>
          <p:cNvGraphicFramePr>
            <a:graphicFrameLocks noChangeAspect="1"/>
          </p:cNvGraphicFramePr>
          <p:nvPr>
            <p:extLst>
              <p:ext uri="{D42A27DB-BD31-4B8C-83A1-F6EECF244321}">
                <p14:modId xmlns:p14="http://schemas.microsoft.com/office/powerpoint/2010/main" val="2158160907"/>
              </p:ext>
            </p:extLst>
          </p:nvPr>
        </p:nvGraphicFramePr>
        <p:xfrm>
          <a:off x="3075559" y="1211936"/>
          <a:ext cx="223821" cy="325558"/>
        </p:xfrm>
        <a:graphic>
          <a:graphicData uri="http://schemas.openxmlformats.org/presentationml/2006/ole">
            <mc:AlternateContent xmlns:mc="http://schemas.openxmlformats.org/markup-compatibility/2006">
              <mc:Choice xmlns:v="urn:schemas-microsoft-com:vml" Requires="v">
                <p:oleObj name="Equation" r:id="rId3" imgW="139680" imgH="203040" progId="Equation.DSMT4">
                  <p:embed/>
                </p:oleObj>
              </mc:Choice>
              <mc:Fallback>
                <p:oleObj name="Equation" r:id="rId3" imgW="139680" imgH="203040" progId="Equation.DSMT4">
                  <p:embed/>
                  <p:pic>
                    <p:nvPicPr>
                      <p:cNvPr id="0" name=""/>
                      <p:cNvPicPr/>
                      <p:nvPr/>
                    </p:nvPicPr>
                    <p:blipFill>
                      <a:blip r:embed="rId4"/>
                      <a:stretch>
                        <a:fillRect/>
                      </a:stretch>
                    </p:blipFill>
                    <p:spPr>
                      <a:xfrm>
                        <a:off x="3075559" y="1211936"/>
                        <a:ext cx="223821" cy="32555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485ED07-923C-EFF8-5F62-D8C194E635B6}"/>
              </a:ext>
            </a:extLst>
          </p:cNvPr>
          <p:cNvGraphicFramePr>
            <a:graphicFrameLocks noChangeAspect="1"/>
          </p:cNvGraphicFramePr>
          <p:nvPr>
            <p:extLst>
              <p:ext uri="{D42A27DB-BD31-4B8C-83A1-F6EECF244321}">
                <p14:modId xmlns:p14="http://schemas.microsoft.com/office/powerpoint/2010/main" val="1503611073"/>
              </p:ext>
            </p:extLst>
          </p:nvPr>
        </p:nvGraphicFramePr>
        <p:xfrm>
          <a:off x="7749487" y="1230986"/>
          <a:ext cx="725209" cy="248098"/>
        </p:xfrm>
        <a:graphic>
          <a:graphicData uri="http://schemas.openxmlformats.org/presentationml/2006/ole">
            <mc:AlternateContent xmlns:mc="http://schemas.openxmlformats.org/markup-compatibility/2006">
              <mc:Choice xmlns:v="urn:schemas-microsoft-com:vml" Requires="v">
                <p:oleObj name="Equation" r:id="rId5" imgW="482400" imgH="164880" progId="Equation.DSMT4">
                  <p:embed/>
                </p:oleObj>
              </mc:Choice>
              <mc:Fallback>
                <p:oleObj name="Equation" r:id="rId5" imgW="482400" imgH="164880" progId="Equation.DSMT4">
                  <p:embed/>
                  <p:pic>
                    <p:nvPicPr>
                      <p:cNvPr id="0" name=""/>
                      <p:cNvPicPr/>
                      <p:nvPr/>
                    </p:nvPicPr>
                    <p:blipFill>
                      <a:blip r:embed="rId6"/>
                      <a:stretch>
                        <a:fillRect/>
                      </a:stretch>
                    </p:blipFill>
                    <p:spPr>
                      <a:xfrm>
                        <a:off x="7749487" y="1230986"/>
                        <a:ext cx="725209" cy="24809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54835116-68E7-60D1-7028-E20785A2A232}"/>
              </a:ext>
            </a:extLst>
          </p:cNvPr>
          <p:cNvGraphicFramePr>
            <a:graphicFrameLocks noChangeAspect="1"/>
          </p:cNvGraphicFramePr>
          <p:nvPr>
            <p:extLst>
              <p:ext uri="{D42A27DB-BD31-4B8C-83A1-F6EECF244321}">
                <p14:modId xmlns:p14="http://schemas.microsoft.com/office/powerpoint/2010/main" val="2241444420"/>
              </p:ext>
            </p:extLst>
          </p:nvPr>
        </p:nvGraphicFramePr>
        <p:xfrm>
          <a:off x="1062042" y="1611225"/>
          <a:ext cx="1220842" cy="325558"/>
        </p:xfrm>
        <a:graphic>
          <a:graphicData uri="http://schemas.openxmlformats.org/presentationml/2006/ole">
            <mc:AlternateContent xmlns:mc="http://schemas.openxmlformats.org/markup-compatibility/2006">
              <mc:Choice xmlns:v="urn:schemas-microsoft-com:vml" Requires="v">
                <p:oleObj name="Equation" r:id="rId7" imgW="761760" imgH="203040" progId="Equation.DSMT4">
                  <p:embed/>
                </p:oleObj>
              </mc:Choice>
              <mc:Fallback>
                <p:oleObj name="Equation" r:id="rId7" imgW="761760" imgH="203040" progId="Equation.DSMT4">
                  <p:embed/>
                  <p:pic>
                    <p:nvPicPr>
                      <p:cNvPr id="0" name=""/>
                      <p:cNvPicPr/>
                      <p:nvPr/>
                    </p:nvPicPr>
                    <p:blipFill>
                      <a:blip r:embed="rId8"/>
                      <a:stretch>
                        <a:fillRect/>
                      </a:stretch>
                    </p:blipFill>
                    <p:spPr>
                      <a:xfrm>
                        <a:off x="1062042" y="1611225"/>
                        <a:ext cx="1220842" cy="32555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8221315-8A75-9E6A-743B-E1A058EBBDE5}"/>
              </a:ext>
            </a:extLst>
          </p:cNvPr>
          <p:cNvGraphicFramePr>
            <a:graphicFrameLocks noChangeAspect="1"/>
          </p:cNvGraphicFramePr>
          <p:nvPr>
            <p:extLst>
              <p:ext uri="{D42A27DB-BD31-4B8C-83A1-F6EECF244321}">
                <p14:modId xmlns:p14="http://schemas.microsoft.com/office/powerpoint/2010/main" val="3076266370"/>
              </p:ext>
            </p:extLst>
          </p:nvPr>
        </p:nvGraphicFramePr>
        <p:xfrm>
          <a:off x="7289340" y="1528953"/>
          <a:ext cx="280383" cy="407830"/>
        </p:xfrm>
        <a:graphic>
          <a:graphicData uri="http://schemas.openxmlformats.org/presentationml/2006/ole">
            <mc:AlternateContent xmlns:mc="http://schemas.openxmlformats.org/markup-compatibility/2006">
              <mc:Choice xmlns:v="urn:schemas-microsoft-com:vml" Requires="v">
                <p:oleObj name="Equation" r:id="rId9" imgW="139680" imgH="203040" progId="Equation.DSMT4">
                  <p:embed/>
                </p:oleObj>
              </mc:Choice>
              <mc:Fallback>
                <p:oleObj name="Equation" r:id="rId9" imgW="139680" imgH="203040" progId="Equation.DSMT4">
                  <p:embed/>
                  <p:pic>
                    <p:nvPicPr>
                      <p:cNvPr id="0" name=""/>
                      <p:cNvPicPr/>
                      <p:nvPr/>
                    </p:nvPicPr>
                    <p:blipFill>
                      <a:blip r:embed="rId10"/>
                      <a:stretch>
                        <a:fillRect/>
                      </a:stretch>
                    </p:blipFill>
                    <p:spPr>
                      <a:xfrm>
                        <a:off x="7289340" y="1528953"/>
                        <a:ext cx="280383" cy="40783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063E52B-C121-1BC9-1B11-44A310A239A0}"/>
              </a:ext>
            </a:extLst>
          </p:cNvPr>
          <p:cNvGraphicFramePr>
            <a:graphicFrameLocks noChangeAspect="1"/>
          </p:cNvGraphicFramePr>
          <p:nvPr>
            <p:extLst>
              <p:ext uri="{D42A27DB-BD31-4B8C-83A1-F6EECF244321}">
                <p14:modId xmlns:p14="http://schemas.microsoft.com/office/powerpoint/2010/main" val="837148278"/>
              </p:ext>
            </p:extLst>
          </p:nvPr>
        </p:nvGraphicFramePr>
        <p:xfrm>
          <a:off x="8474696" y="1570021"/>
          <a:ext cx="280383" cy="407830"/>
        </p:xfrm>
        <a:graphic>
          <a:graphicData uri="http://schemas.openxmlformats.org/presentationml/2006/ole">
            <mc:AlternateContent xmlns:mc="http://schemas.openxmlformats.org/markup-compatibility/2006">
              <mc:Choice xmlns:v="urn:schemas-microsoft-com:vml" Requires="v">
                <p:oleObj name="Equation" r:id="rId11" imgW="139680" imgH="203040" progId="Equation.DSMT4">
                  <p:embed/>
                </p:oleObj>
              </mc:Choice>
              <mc:Fallback>
                <p:oleObj name="Equation" r:id="rId11" imgW="139680" imgH="203040" progId="Equation.DSMT4">
                  <p:embed/>
                  <p:pic>
                    <p:nvPicPr>
                      <p:cNvPr id="0" name=""/>
                      <p:cNvPicPr/>
                      <p:nvPr/>
                    </p:nvPicPr>
                    <p:blipFill>
                      <a:blip r:embed="rId12"/>
                      <a:stretch>
                        <a:fillRect/>
                      </a:stretch>
                    </p:blipFill>
                    <p:spPr>
                      <a:xfrm>
                        <a:off x="8474696" y="1570021"/>
                        <a:ext cx="280383" cy="40783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ECD07D2-8EEB-7CE3-0F01-A3AA5A0B8ADD}"/>
              </a:ext>
            </a:extLst>
          </p:cNvPr>
          <p:cNvGraphicFramePr>
            <a:graphicFrameLocks noChangeAspect="1"/>
          </p:cNvGraphicFramePr>
          <p:nvPr>
            <p:extLst>
              <p:ext uri="{D42A27DB-BD31-4B8C-83A1-F6EECF244321}">
                <p14:modId xmlns:p14="http://schemas.microsoft.com/office/powerpoint/2010/main" val="1002730340"/>
              </p:ext>
            </p:extLst>
          </p:nvPr>
        </p:nvGraphicFramePr>
        <p:xfrm>
          <a:off x="10135411" y="1537494"/>
          <a:ext cx="294651" cy="428584"/>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0" name=""/>
                      <p:cNvPicPr/>
                      <p:nvPr/>
                    </p:nvPicPr>
                    <p:blipFill>
                      <a:blip r:embed="rId14"/>
                      <a:stretch>
                        <a:fillRect/>
                      </a:stretch>
                    </p:blipFill>
                    <p:spPr>
                      <a:xfrm>
                        <a:off x="10135411" y="1537494"/>
                        <a:ext cx="294651" cy="42858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035C2F5-AC2B-91B3-ADA7-D8228E070E88}"/>
              </a:ext>
            </a:extLst>
          </p:cNvPr>
          <p:cNvGraphicFramePr>
            <a:graphicFrameLocks noChangeAspect="1"/>
          </p:cNvGraphicFramePr>
          <p:nvPr>
            <p:extLst>
              <p:ext uri="{D42A27DB-BD31-4B8C-83A1-F6EECF244321}">
                <p14:modId xmlns:p14="http://schemas.microsoft.com/office/powerpoint/2010/main" val="2735838882"/>
              </p:ext>
            </p:extLst>
          </p:nvPr>
        </p:nvGraphicFramePr>
        <p:xfrm>
          <a:off x="4148448" y="2043965"/>
          <a:ext cx="859039" cy="293882"/>
        </p:xfrm>
        <a:graphic>
          <a:graphicData uri="http://schemas.openxmlformats.org/presentationml/2006/ole">
            <mc:AlternateContent xmlns:mc="http://schemas.openxmlformats.org/markup-compatibility/2006">
              <mc:Choice xmlns:v="urn:schemas-microsoft-com:vml" Requires="v">
                <p:oleObj name="Equation" r:id="rId15" imgW="482400" imgH="164880" progId="Equation.DSMT4">
                  <p:embed/>
                </p:oleObj>
              </mc:Choice>
              <mc:Fallback>
                <p:oleObj name="Equation" r:id="rId15" imgW="482400" imgH="164880" progId="Equation.DSMT4">
                  <p:embed/>
                  <p:pic>
                    <p:nvPicPr>
                      <p:cNvPr id="0" name=""/>
                      <p:cNvPicPr/>
                      <p:nvPr/>
                    </p:nvPicPr>
                    <p:blipFill>
                      <a:blip r:embed="rId16"/>
                      <a:stretch>
                        <a:fillRect/>
                      </a:stretch>
                    </p:blipFill>
                    <p:spPr>
                      <a:xfrm>
                        <a:off x="4148448" y="2043965"/>
                        <a:ext cx="859039" cy="29388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BA4AD0F3-5A0B-4E38-E3A3-7FF8FD60982E}"/>
              </a:ext>
            </a:extLst>
          </p:cNvPr>
          <p:cNvGraphicFramePr>
            <a:graphicFrameLocks noChangeAspect="1"/>
          </p:cNvGraphicFramePr>
          <p:nvPr>
            <p:extLst>
              <p:ext uri="{D42A27DB-BD31-4B8C-83A1-F6EECF244321}">
                <p14:modId xmlns:p14="http://schemas.microsoft.com/office/powerpoint/2010/main" val="2077226932"/>
              </p:ext>
            </p:extLst>
          </p:nvPr>
        </p:nvGraphicFramePr>
        <p:xfrm>
          <a:off x="3155143" y="2446336"/>
          <a:ext cx="244168" cy="325557"/>
        </p:xfrm>
        <a:graphic>
          <a:graphicData uri="http://schemas.openxmlformats.org/presentationml/2006/ole">
            <mc:AlternateContent xmlns:mc="http://schemas.openxmlformats.org/markup-compatibility/2006">
              <mc:Choice xmlns:v="urn:schemas-microsoft-com:vml" Requires="v">
                <p:oleObj name="Equation" r:id="rId17" imgW="152280" imgH="203040" progId="Equation.DSMT4">
                  <p:embed/>
                </p:oleObj>
              </mc:Choice>
              <mc:Fallback>
                <p:oleObj name="Equation" r:id="rId17" imgW="152280" imgH="203040" progId="Equation.DSMT4">
                  <p:embed/>
                  <p:pic>
                    <p:nvPicPr>
                      <p:cNvPr id="0" name=""/>
                      <p:cNvPicPr/>
                      <p:nvPr/>
                    </p:nvPicPr>
                    <p:blipFill>
                      <a:blip r:embed="rId18"/>
                      <a:stretch>
                        <a:fillRect/>
                      </a:stretch>
                    </p:blipFill>
                    <p:spPr>
                      <a:xfrm>
                        <a:off x="3155143" y="2446336"/>
                        <a:ext cx="244168" cy="32555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2B1219A8-623F-4AEB-7956-A8ED9849E140}"/>
              </a:ext>
            </a:extLst>
          </p:cNvPr>
          <p:cNvGraphicFramePr>
            <a:graphicFrameLocks noChangeAspect="1"/>
          </p:cNvGraphicFramePr>
          <p:nvPr>
            <p:extLst>
              <p:ext uri="{D42A27DB-BD31-4B8C-83A1-F6EECF244321}">
                <p14:modId xmlns:p14="http://schemas.microsoft.com/office/powerpoint/2010/main" val="2964294012"/>
              </p:ext>
            </p:extLst>
          </p:nvPr>
        </p:nvGraphicFramePr>
        <p:xfrm>
          <a:off x="6250036" y="2446336"/>
          <a:ext cx="956321" cy="325556"/>
        </p:xfrm>
        <a:graphic>
          <a:graphicData uri="http://schemas.openxmlformats.org/presentationml/2006/ole">
            <mc:AlternateContent xmlns:mc="http://schemas.openxmlformats.org/markup-compatibility/2006">
              <mc:Choice xmlns:v="urn:schemas-microsoft-com:vml" Requires="v">
                <p:oleObj name="Equation" r:id="rId19" imgW="596880" imgH="203040" progId="Equation.DSMT4">
                  <p:embed/>
                </p:oleObj>
              </mc:Choice>
              <mc:Fallback>
                <p:oleObj name="Equation" r:id="rId19" imgW="596880" imgH="203040" progId="Equation.DSMT4">
                  <p:embed/>
                  <p:pic>
                    <p:nvPicPr>
                      <p:cNvPr id="0" name=""/>
                      <p:cNvPicPr/>
                      <p:nvPr/>
                    </p:nvPicPr>
                    <p:blipFill>
                      <a:blip r:embed="rId20"/>
                      <a:stretch>
                        <a:fillRect/>
                      </a:stretch>
                    </p:blipFill>
                    <p:spPr>
                      <a:xfrm>
                        <a:off x="6250036" y="2446336"/>
                        <a:ext cx="956321" cy="325556"/>
                      </a:xfrm>
                      <a:prstGeom prst="rect">
                        <a:avLst/>
                      </a:prstGeom>
                    </p:spPr>
                  </p:pic>
                </p:oleObj>
              </mc:Fallback>
            </mc:AlternateContent>
          </a:graphicData>
        </a:graphic>
      </p:graphicFrame>
    </p:spTree>
    <p:extLst>
      <p:ext uri="{BB962C8B-B14F-4D97-AF65-F5344CB8AC3E}">
        <p14:creationId xmlns:p14="http://schemas.microsoft.com/office/powerpoint/2010/main" val="2185491083"/>
      </p:ext>
    </p:extLst>
  </p:cSld>
  <p:clrMapOvr>
    <a:masterClrMapping/>
  </p:clrMapOvr>
  <p:transition advTm="18857"/>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sp>
        <p:nvSpPr>
          <p:cNvPr id="15" name="文本框 14">
            <a:extLst>
              <a:ext uri="{FF2B5EF4-FFF2-40B4-BE49-F238E27FC236}">
                <a16:creationId xmlns:a16="http://schemas.microsoft.com/office/drawing/2014/main" id="{8C41FAE9-F734-BFB7-3F9E-F1CDBE5D1370}"/>
              </a:ext>
            </a:extLst>
          </p:cNvPr>
          <p:cNvSpPr txBox="1"/>
          <p:nvPr/>
        </p:nvSpPr>
        <p:spPr>
          <a:xfrm>
            <a:off x="593888" y="1065229"/>
            <a:ext cx="11076495" cy="6275885"/>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连杆坐标系有多种建立方法，标准</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经典</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方法是将连杆的坐标系固定在该连杆的输出端</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下一关节</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，也即坐标系</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与关节</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对齐；改进</a:t>
            </a:r>
            <a:r>
              <a:rPr lang="en-US" altLang="zh-CN" sz="1800" kern="1000" dirty="0">
                <a:effectLst/>
                <a:latin typeface="微软雅黑" panose="020B0503020204020204" pitchFamily="34" charset="-122"/>
                <a:ea typeface="微软雅黑" panose="020B0503020204020204" pitchFamily="34" charset="-122"/>
              </a:rPr>
              <a:t>D-H(Modified </a:t>
            </a:r>
            <a:r>
              <a:rPr lang="en-US" altLang="zh-CN" sz="1800" kern="1000" dirty="0" err="1">
                <a:effectLst/>
                <a:latin typeface="微软雅黑" panose="020B0503020204020204" pitchFamily="34" charset="-122"/>
                <a:ea typeface="微软雅黑" panose="020B0503020204020204" pitchFamily="34" charset="-122"/>
              </a:rPr>
              <a:t>Denavit-Hartenberg</a:t>
            </a:r>
            <a:r>
              <a:rPr lang="zh-CN" altLang="zh-CN" sz="1800" kern="1000" dirty="0">
                <a:effectLst/>
                <a:latin typeface="微软雅黑" panose="020B0503020204020204" pitchFamily="34" charset="-122"/>
                <a:ea typeface="微软雅黑" panose="020B0503020204020204" pitchFamily="34" charset="-122"/>
              </a:rPr>
              <a:t>，</a:t>
            </a:r>
            <a:r>
              <a:rPr lang="en-US" altLang="zh-CN" sz="1800" kern="1000" dirty="0">
                <a:effectLst/>
                <a:latin typeface="微软雅黑" panose="020B0503020204020204" pitchFamily="34" charset="-122"/>
                <a:ea typeface="微软雅黑" panose="020B0503020204020204" pitchFamily="34" charset="-122"/>
              </a:rPr>
              <a:t>MD-H)</a:t>
            </a:r>
            <a:r>
              <a:rPr lang="zh-CN" altLang="zh-CN" sz="1800" kern="1000" dirty="0">
                <a:effectLst/>
                <a:latin typeface="微软雅黑" panose="020B0503020204020204" pitchFamily="34" charset="-122"/>
                <a:ea typeface="微软雅黑" panose="020B0503020204020204" pitchFamily="34" charset="-122"/>
              </a:rPr>
              <a:t>方法是将连杆的坐标系固定在该连杆的输入端</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同一关节</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，也即坐标系</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与关节</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 dirty="0">
                <a:effectLst/>
                <a:latin typeface="微软雅黑" panose="020B0503020204020204" pitchFamily="34" charset="-122"/>
                <a:ea typeface="微软雅黑" panose="020B0503020204020204" pitchFamily="34" charset="-122"/>
              </a:rPr>
              <a:t>对齐，因此它们对应的变换矩阵不同。下面分别给出这两种不同的坐标系建立方法，并给出对应的坐标变换矩阵。</a:t>
            </a:r>
            <a:endParaRPr lang="en-US" altLang="zh-CN" sz="1800" kern="100" dirty="0">
              <a:effectLst/>
              <a:latin typeface="微软雅黑" panose="020B0503020204020204" pitchFamily="34" charset="-122"/>
              <a:ea typeface="微软雅黑" panose="020B0503020204020204" pitchFamily="34" charset="-122"/>
            </a:endParaRPr>
          </a:p>
          <a:p>
            <a:pPr indent="450000" algn="just">
              <a:lnSpc>
                <a:spcPct val="150000"/>
              </a:lnSpc>
            </a:pPr>
            <a:r>
              <a:rPr lang="en-US" altLang="zh-CN" sz="1800" kern="100" dirty="0">
                <a:effectLst/>
                <a:latin typeface="微软雅黑" panose="020B0503020204020204" pitchFamily="34" charset="-122"/>
                <a:ea typeface="微软雅黑" panose="020B0503020204020204" pitchFamily="34" charset="-122"/>
              </a:rPr>
              <a:t>1</a:t>
            </a:r>
            <a:r>
              <a:rPr lang="zh-CN" altLang="en-US" sz="1800" kern="100" dirty="0">
                <a:effectLst/>
                <a:latin typeface="微软雅黑" panose="020B0503020204020204" pitchFamily="34" charset="-122"/>
                <a:ea typeface="微软雅黑" panose="020B0503020204020204" pitchFamily="34" charset="-122"/>
              </a:rPr>
              <a:t>．基于</a:t>
            </a:r>
            <a:r>
              <a:rPr lang="en-US" altLang="zh-CN" sz="1800" kern="100" dirty="0">
                <a:effectLst/>
                <a:latin typeface="微软雅黑" panose="020B0503020204020204" pitchFamily="34" charset="-122"/>
                <a:ea typeface="微软雅黑" panose="020B0503020204020204" pitchFamily="34" charset="-122"/>
              </a:rPr>
              <a:t>D-H</a:t>
            </a:r>
            <a:r>
              <a:rPr lang="zh-CN" altLang="en-US" sz="1800" kern="100" dirty="0">
                <a:effectLst/>
                <a:latin typeface="微软雅黑" panose="020B0503020204020204" pitchFamily="34" charset="-122"/>
                <a:ea typeface="微软雅黑" panose="020B0503020204020204" pitchFamily="34" charset="-122"/>
              </a:rPr>
              <a:t>方法的连杆变换矩阵</a:t>
            </a:r>
          </a:p>
          <a:p>
            <a:pPr indent="450000" algn="just">
              <a:lnSpc>
                <a:spcPct val="150000"/>
              </a:lnSpc>
            </a:pPr>
            <a:r>
              <a:rPr lang="zh-CN" altLang="en-US" sz="1800" kern="100" dirty="0">
                <a:effectLst/>
                <a:latin typeface="微软雅黑" panose="020B0503020204020204" pitchFamily="34" charset="-122"/>
                <a:ea typeface="微软雅黑" panose="020B0503020204020204" pitchFamily="34" charset="-122"/>
              </a:rPr>
              <a:t>在</a:t>
            </a:r>
            <a:r>
              <a:rPr lang="en-US" altLang="zh-CN" sz="1800" kern="100" dirty="0">
                <a:effectLst/>
                <a:latin typeface="微软雅黑" panose="020B0503020204020204" pitchFamily="34" charset="-122"/>
                <a:ea typeface="微软雅黑" panose="020B0503020204020204" pitchFamily="34" charset="-122"/>
              </a:rPr>
              <a:t>D-H</a:t>
            </a:r>
            <a:r>
              <a:rPr lang="zh-CN" altLang="en-US" sz="1800" kern="100" dirty="0">
                <a:effectLst/>
                <a:latin typeface="微软雅黑" panose="020B0503020204020204" pitchFamily="34" charset="-122"/>
                <a:ea typeface="微软雅黑" panose="020B0503020204020204" pitchFamily="34" charset="-122"/>
              </a:rPr>
              <a:t>方法中，其连杆参数的定义如图</a:t>
            </a:r>
            <a:r>
              <a:rPr lang="en-US" altLang="zh-CN" sz="1800" kern="100" dirty="0">
                <a:effectLst/>
                <a:latin typeface="微软雅黑" panose="020B0503020204020204" pitchFamily="34" charset="-122"/>
                <a:ea typeface="微软雅黑" panose="020B0503020204020204" pitchFamily="34" charset="-122"/>
              </a:rPr>
              <a:t>2.12</a:t>
            </a:r>
            <a:r>
              <a:rPr lang="zh-CN" altLang="en-US" sz="1800" kern="100" dirty="0">
                <a:effectLst/>
                <a:latin typeface="微软雅黑" panose="020B0503020204020204" pitchFamily="34" charset="-122"/>
                <a:ea typeface="微软雅黑" panose="020B0503020204020204" pitchFamily="34" charset="-122"/>
              </a:rPr>
              <a:t>所示。</a:t>
            </a:r>
            <a:endParaRPr lang="en-US" altLang="zh-CN" sz="1800" kern="100" dirty="0">
              <a:effectLst/>
              <a:latin typeface="微软雅黑" panose="020B0503020204020204" pitchFamily="34" charset="-122"/>
              <a:ea typeface="微软雅黑" panose="020B0503020204020204" pitchFamily="34" charset="-122"/>
            </a:endParaRPr>
          </a:p>
          <a:p>
            <a:pPr indent="450000" algn="just">
              <a:lnSpc>
                <a:spcPct val="150000"/>
              </a:lnSpc>
            </a:pPr>
            <a:r>
              <a:rPr lang="en-US" altLang="zh-CN" sz="1800" kern="100" dirty="0">
                <a:effectLst/>
                <a:latin typeface="微软雅黑" panose="020B0503020204020204" pitchFamily="34" charset="-122"/>
                <a:ea typeface="微软雅黑" panose="020B0503020204020204" pitchFamily="34" charset="-122"/>
              </a:rPr>
              <a:t>(1)</a:t>
            </a:r>
            <a:r>
              <a:rPr lang="zh-CN" altLang="en-US" sz="1800" kern="100" dirty="0">
                <a:effectLst/>
                <a:latin typeface="微软雅黑" panose="020B0503020204020204" pitchFamily="34" charset="-122"/>
                <a:ea typeface="微软雅黑" panose="020B0503020204020204" pitchFamily="34" charset="-122"/>
              </a:rPr>
              <a:t>杆件长度     ：     和     两轴线的公垂线长度，它是从        到     沿       测量的距离。</a:t>
            </a:r>
          </a:p>
          <a:p>
            <a:pPr indent="450000" algn="just">
              <a:lnSpc>
                <a:spcPct val="150000"/>
              </a:lnSpc>
            </a:pPr>
            <a:r>
              <a:rPr lang="en-US" altLang="zh-CN" sz="1800" kern="100" dirty="0">
                <a:effectLst/>
                <a:latin typeface="微软雅黑" panose="020B0503020204020204" pitchFamily="34" charset="-122"/>
                <a:ea typeface="微软雅黑" panose="020B0503020204020204" pitchFamily="34" charset="-122"/>
              </a:rPr>
              <a:t>(2)</a:t>
            </a:r>
            <a:r>
              <a:rPr lang="zh-CN" altLang="en-US" sz="1800" kern="100" dirty="0">
                <a:effectLst/>
                <a:latin typeface="微软雅黑" panose="020B0503020204020204" pitchFamily="34" charset="-122"/>
                <a:ea typeface="微软雅黑" panose="020B0503020204020204" pitchFamily="34" charset="-122"/>
              </a:rPr>
              <a:t>关节距离     ：两公垂线      和      之间的距离，它是从      到      沿      测量的距离。</a:t>
            </a:r>
            <a:endParaRPr lang="en-US" altLang="zh-CN" sz="1800" kern="100" dirty="0">
              <a:effectLst/>
              <a:latin typeface="微软雅黑" panose="020B0503020204020204" pitchFamily="34" charset="-122"/>
              <a:ea typeface="微软雅黑" panose="020B0503020204020204" pitchFamily="34" charset="-122"/>
            </a:endParaRPr>
          </a:p>
          <a:p>
            <a:pPr indent="450000" algn="just">
              <a:lnSpc>
                <a:spcPct val="150000"/>
              </a:lnSpc>
            </a:pPr>
            <a:r>
              <a:rPr lang="en-US" altLang="zh-CN" sz="1800" kern="100" dirty="0">
                <a:effectLst/>
                <a:latin typeface="微软雅黑" panose="020B0503020204020204" pitchFamily="34" charset="-122"/>
                <a:ea typeface="微软雅黑" panose="020B0503020204020204" pitchFamily="34" charset="-122"/>
              </a:rPr>
              <a:t>(3)</a:t>
            </a:r>
            <a:r>
              <a:rPr lang="zh-CN" altLang="en-US" sz="1800" kern="100" dirty="0">
                <a:effectLst/>
                <a:latin typeface="微软雅黑" panose="020B0503020204020204" pitchFamily="34" charset="-122"/>
                <a:ea typeface="微软雅黑" panose="020B0503020204020204" pitchFamily="34" charset="-122"/>
              </a:rPr>
              <a:t>关节转角     ：     轴与     轴之间的夹角，它是从        到     绕         旋转的角度，右旋为正。</a:t>
            </a:r>
          </a:p>
          <a:p>
            <a:pPr indent="450000" algn="just">
              <a:lnSpc>
                <a:spcPct val="150000"/>
              </a:lnSpc>
            </a:pPr>
            <a:r>
              <a:rPr lang="en-US" altLang="zh-CN" sz="1800" kern="100" dirty="0">
                <a:effectLst/>
                <a:latin typeface="微软雅黑" panose="020B0503020204020204" pitchFamily="34" charset="-122"/>
                <a:ea typeface="微软雅黑" panose="020B0503020204020204" pitchFamily="34" charset="-122"/>
              </a:rPr>
              <a:t>(4)</a:t>
            </a:r>
            <a:r>
              <a:rPr lang="zh-CN" altLang="en-US" sz="1800" kern="100" dirty="0">
                <a:effectLst/>
                <a:latin typeface="微软雅黑" panose="020B0503020204020204" pitchFamily="34" charset="-122"/>
                <a:ea typeface="微软雅黑" panose="020B0503020204020204" pitchFamily="34" charset="-122"/>
              </a:rPr>
              <a:t>杆件扭角     ：     轴与     轴之间的夹角，它是从        到     绕         旋转的角度，右旋为正。</a:t>
            </a:r>
          </a:p>
          <a:p>
            <a:pPr indent="450000" algn="just">
              <a:lnSpc>
                <a:spcPct val="150000"/>
              </a:lnSpc>
            </a:pPr>
            <a:r>
              <a:rPr lang="zh-CN" altLang="en-US" sz="1800" kern="100" dirty="0">
                <a:effectLst/>
                <a:latin typeface="微软雅黑" panose="020B0503020204020204" pitchFamily="34" charset="-122"/>
                <a:ea typeface="微软雅黑" panose="020B0503020204020204" pitchFamily="34" charset="-122"/>
              </a:rPr>
              <a:t>在连杆参数的定义中，杆件长度测量的距离，因此规定大于或等于</a:t>
            </a:r>
            <a:r>
              <a:rPr lang="en-US" altLang="zh-CN" sz="1800" kern="100" dirty="0">
                <a:effectLst/>
                <a:latin typeface="微软雅黑" panose="020B0503020204020204" pitchFamily="34" charset="-122"/>
                <a:ea typeface="微软雅黑" panose="020B0503020204020204" pitchFamily="34" charset="-122"/>
              </a:rPr>
              <a:t>0</a:t>
            </a:r>
            <a:r>
              <a:rPr lang="zh-CN" altLang="en-US" sz="1800" kern="100" dirty="0">
                <a:effectLst/>
                <a:latin typeface="微软雅黑" panose="020B0503020204020204" pitchFamily="34" charset="-122"/>
                <a:ea typeface="微软雅黑" panose="020B0503020204020204" pitchFamily="34" charset="-122"/>
              </a:rPr>
              <a:t>；杆件扭角以逆时针为正；关节距离规定与     轴正方向一致时为正；关节转角也以逆时针为正。最终的</a:t>
            </a:r>
            <a:r>
              <a:rPr lang="en-US" altLang="zh-CN" sz="1800" kern="100" dirty="0">
                <a:effectLst/>
                <a:latin typeface="微软雅黑" panose="020B0503020204020204" pitchFamily="34" charset="-122"/>
                <a:ea typeface="微软雅黑" panose="020B0503020204020204" pitchFamily="34" charset="-122"/>
              </a:rPr>
              <a:t>D-H</a:t>
            </a:r>
            <a:r>
              <a:rPr lang="zh-CN" altLang="en-US" sz="1800" kern="100" dirty="0">
                <a:effectLst/>
                <a:latin typeface="微软雅黑" panose="020B0503020204020204" pitchFamily="34" charset="-122"/>
                <a:ea typeface="微软雅黑" panose="020B0503020204020204" pitchFamily="34" charset="-122"/>
              </a:rPr>
              <a:t>坐标系和连杆</a:t>
            </a:r>
            <a:r>
              <a:rPr lang="en-US" altLang="zh-CN" sz="1800" kern="100" dirty="0">
                <a:effectLst/>
                <a:latin typeface="微软雅黑" panose="020B0503020204020204" pitchFamily="34" charset="-122"/>
                <a:ea typeface="微软雅黑" panose="020B0503020204020204" pitchFamily="34" charset="-122"/>
              </a:rPr>
              <a:t>4</a:t>
            </a:r>
            <a:r>
              <a:rPr lang="zh-CN" altLang="en-US" sz="1800" kern="100" dirty="0">
                <a:effectLst/>
                <a:latin typeface="微软雅黑" panose="020B0503020204020204" pitchFamily="34" charset="-122"/>
                <a:ea typeface="微软雅黑" panose="020B0503020204020204" pitchFamily="34" charset="-122"/>
              </a:rPr>
              <a:t>参数的定义如图</a:t>
            </a:r>
            <a:r>
              <a:rPr lang="en-US" altLang="zh-CN" sz="1800" kern="100" dirty="0">
                <a:effectLst/>
                <a:latin typeface="微软雅黑" panose="020B0503020204020204" pitchFamily="34" charset="-122"/>
                <a:ea typeface="微软雅黑" panose="020B0503020204020204" pitchFamily="34" charset="-122"/>
              </a:rPr>
              <a:t>2.13</a:t>
            </a:r>
            <a:r>
              <a:rPr lang="zh-CN" altLang="en-US" sz="1800" kern="100" dirty="0">
                <a:effectLst/>
                <a:latin typeface="微软雅黑" panose="020B0503020204020204" pitchFamily="34" charset="-122"/>
                <a:ea typeface="微软雅黑" panose="020B0503020204020204" pitchFamily="34" charset="-122"/>
              </a:rPr>
              <a:t>所示。</a:t>
            </a:r>
          </a:p>
          <a:p>
            <a:pPr indent="450000" algn="just">
              <a:lnSpc>
                <a:spcPct val="150000"/>
              </a:lnSpc>
            </a:pPr>
            <a:endParaRPr lang="zh-CN" altLang="en-US" sz="1800" kern="100" dirty="0">
              <a:effectLst/>
              <a:latin typeface="微软雅黑" panose="020B0503020204020204" pitchFamily="34" charset="-122"/>
              <a:ea typeface="微软雅黑" panose="020B0503020204020204" pitchFamily="34" charset="-122"/>
            </a:endParaRPr>
          </a:p>
          <a:p>
            <a:pPr indent="450000" algn="just">
              <a:lnSpc>
                <a:spcPct val="150000"/>
              </a:lnSpc>
            </a:pPr>
            <a:endParaRPr lang="zh-CN" altLang="en-US" sz="1800" kern="100" dirty="0">
              <a:effectLst/>
              <a:latin typeface="微软雅黑" panose="020B0503020204020204" pitchFamily="34" charset="-122"/>
              <a:ea typeface="微软雅黑" panose="020B0503020204020204" pitchFamily="34" charset="-122"/>
            </a:endParaRPr>
          </a:p>
        </p:txBody>
      </p:sp>
      <p:graphicFrame>
        <p:nvGraphicFramePr>
          <p:cNvPr id="16" name="对象 15">
            <a:extLst>
              <a:ext uri="{FF2B5EF4-FFF2-40B4-BE49-F238E27FC236}">
                <a16:creationId xmlns:a16="http://schemas.microsoft.com/office/drawing/2014/main" id="{6847C2BA-153F-3F73-98BE-655E9D67F7D1}"/>
              </a:ext>
            </a:extLst>
          </p:cNvPr>
          <p:cNvGraphicFramePr>
            <a:graphicFrameLocks noChangeAspect="1"/>
          </p:cNvGraphicFramePr>
          <p:nvPr>
            <p:extLst>
              <p:ext uri="{D42A27DB-BD31-4B8C-83A1-F6EECF244321}">
                <p14:modId xmlns:p14="http://schemas.microsoft.com/office/powerpoint/2010/main" val="1611818225"/>
              </p:ext>
            </p:extLst>
          </p:nvPr>
        </p:nvGraphicFramePr>
        <p:xfrm>
          <a:off x="1924900" y="1600904"/>
          <a:ext cx="441227" cy="286798"/>
        </p:xfrm>
        <a:graphic>
          <a:graphicData uri="http://schemas.openxmlformats.org/presentationml/2006/ole">
            <mc:AlternateContent xmlns:mc="http://schemas.openxmlformats.org/markup-compatibility/2006">
              <mc:Choice xmlns:v="urn:schemas-microsoft-com:vml" Requires="v">
                <p:oleObj name="Equation" r:id="rId3" imgW="253800" imgH="164880" progId="Equation.DSMT4">
                  <p:embed/>
                </p:oleObj>
              </mc:Choice>
              <mc:Fallback>
                <p:oleObj name="Equation" r:id="rId3" imgW="253800" imgH="164880" progId="Equation.DSMT4">
                  <p:embed/>
                  <p:pic>
                    <p:nvPicPr>
                      <p:cNvPr id="0" name=""/>
                      <p:cNvPicPr/>
                      <p:nvPr/>
                    </p:nvPicPr>
                    <p:blipFill>
                      <a:blip r:embed="rId4"/>
                      <a:stretch>
                        <a:fillRect/>
                      </a:stretch>
                    </p:blipFill>
                    <p:spPr>
                      <a:xfrm>
                        <a:off x="1924900" y="1600904"/>
                        <a:ext cx="441227" cy="286798"/>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17B3EF51-123E-F8E9-87EB-5D0E51D57258}"/>
              </a:ext>
            </a:extLst>
          </p:cNvPr>
          <p:cNvGraphicFramePr>
            <a:graphicFrameLocks noChangeAspect="1"/>
          </p:cNvGraphicFramePr>
          <p:nvPr>
            <p:extLst>
              <p:ext uri="{D42A27DB-BD31-4B8C-83A1-F6EECF244321}">
                <p14:modId xmlns:p14="http://schemas.microsoft.com/office/powerpoint/2010/main" val="1517336173"/>
              </p:ext>
            </p:extLst>
          </p:nvPr>
        </p:nvGraphicFramePr>
        <p:xfrm>
          <a:off x="5422851" y="2030773"/>
          <a:ext cx="441325" cy="287337"/>
        </p:xfrm>
        <a:graphic>
          <a:graphicData uri="http://schemas.openxmlformats.org/presentationml/2006/ole">
            <mc:AlternateContent xmlns:mc="http://schemas.openxmlformats.org/markup-compatibility/2006">
              <mc:Choice xmlns:v="urn:schemas-microsoft-com:vml" Requires="v">
                <p:oleObj name="Equation" r:id="rId5" imgW="442113" imgH="288010" progId="Equation.DSMT4">
                  <p:embed/>
                </p:oleObj>
              </mc:Choice>
              <mc:Fallback>
                <p:oleObj name="Equation" r:id="rId5" imgW="442113" imgH="288010" progId="Equation.DSMT4">
                  <p:embed/>
                  <p:pic>
                    <p:nvPicPr>
                      <p:cNvPr id="0" name=""/>
                      <p:cNvPicPr/>
                      <p:nvPr/>
                    </p:nvPicPr>
                    <p:blipFill>
                      <a:blip r:embed="rId6"/>
                      <a:stretch>
                        <a:fillRect/>
                      </a:stretch>
                    </p:blipFill>
                    <p:spPr>
                      <a:xfrm>
                        <a:off x="5422851" y="2030773"/>
                        <a:ext cx="441325" cy="287337"/>
                      </a:xfrm>
                      <a:prstGeom prst="rect">
                        <a:avLst/>
                      </a:prstGeom>
                    </p:spPr>
                  </p:pic>
                </p:oleObj>
              </mc:Fallback>
            </mc:AlternateContent>
          </a:graphicData>
        </a:graphic>
      </p:graphicFrame>
      <p:graphicFrame>
        <p:nvGraphicFramePr>
          <p:cNvPr id="2" name="对象 1">
            <a:extLst>
              <a:ext uri="{FF2B5EF4-FFF2-40B4-BE49-F238E27FC236}">
                <a16:creationId xmlns:a16="http://schemas.microsoft.com/office/drawing/2014/main" id="{702B0A9A-B928-907A-59C5-E1EBB60C55B8}"/>
              </a:ext>
            </a:extLst>
          </p:cNvPr>
          <p:cNvGraphicFramePr>
            <a:graphicFrameLocks noChangeAspect="1"/>
          </p:cNvGraphicFramePr>
          <p:nvPr>
            <p:extLst>
              <p:ext uri="{D42A27DB-BD31-4B8C-83A1-F6EECF244321}">
                <p14:modId xmlns:p14="http://schemas.microsoft.com/office/powerpoint/2010/main" val="1395194971"/>
              </p:ext>
            </p:extLst>
          </p:nvPr>
        </p:nvGraphicFramePr>
        <p:xfrm>
          <a:off x="2366127" y="3570909"/>
          <a:ext cx="299236" cy="435253"/>
        </p:xfrm>
        <a:graphic>
          <a:graphicData uri="http://schemas.openxmlformats.org/presentationml/2006/ole">
            <mc:AlternateContent xmlns:mc="http://schemas.openxmlformats.org/markup-compatibility/2006">
              <mc:Choice xmlns:v="urn:schemas-microsoft-com:vml" Requires="v">
                <p:oleObj name="Equation" r:id="rId7" imgW="139680" imgH="203040" progId="Equation.DSMT4">
                  <p:embed/>
                </p:oleObj>
              </mc:Choice>
              <mc:Fallback>
                <p:oleObj name="Equation" r:id="rId7" imgW="139680" imgH="203040" progId="Equation.DSMT4">
                  <p:embed/>
                  <p:pic>
                    <p:nvPicPr>
                      <p:cNvPr id="0" name=""/>
                      <p:cNvPicPr/>
                      <p:nvPr/>
                    </p:nvPicPr>
                    <p:blipFill>
                      <a:blip r:embed="rId8"/>
                      <a:stretch>
                        <a:fillRect/>
                      </a:stretch>
                    </p:blipFill>
                    <p:spPr>
                      <a:xfrm>
                        <a:off x="2366127" y="3570909"/>
                        <a:ext cx="299236" cy="435253"/>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4487BDAC-176F-9E50-A9F3-66106C79EA18}"/>
              </a:ext>
            </a:extLst>
          </p:cNvPr>
          <p:cNvGraphicFramePr>
            <a:graphicFrameLocks noChangeAspect="1"/>
          </p:cNvGraphicFramePr>
          <p:nvPr>
            <p:extLst>
              <p:ext uri="{D42A27DB-BD31-4B8C-83A1-F6EECF244321}">
                <p14:modId xmlns:p14="http://schemas.microsoft.com/office/powerpoint/2010/main" val="4152481330"/>
              </p:ext>
            </p:extLst>
          </p:nvPr>
        </p:nvGraphicFramePr>
        <p:xfrm>
          <a:off x="2820858" y="3570908"/>
          <a:ext cx="462457" cy="435253"/>
        </p:xfrm>
        <a:graphic>
          <a:graphicData uri="http://schemas.openxmlformats.org/presentationml/2006/ole">
            <mc:AlternateContent xmlns:mc="http://schemas.openxmlformats.org/markup-compatibility/2006">
              <mc:Choice xmlns:v="urn:schemas-microsoft-com:vml" Requires="v">
                <p:oleObj name="Equation" r:id="rId9" imgW="215640" imgH="203040" progId="Equation.DSMT4">
                  <p:embed/>
                </p:oleObj>
              </mc:Choice>
              <mc:Fallback>
                <p:oleObj name="Equation" r:id="rId9" imgW="215640" imgH="203040" progId="Equation.DSMT4">
                  <p:embed/>
                  <p:pic>
                    <p:nvPicPr>
                      <p:cNvPr id="0" name=""/>
                      <p:cNvPicPr/>
                      <p:nvPr/>
                    </p:nvPicPr>
                    <p:blipFill>
                      <a:blip r:embed="rId10"/>
                      <a:stretch>
                        <a:fillRect/>
                      </a:stretch>
                    </p:blipFill>
                    <p:spPr>
                      <a:xfrm>
                        <a:off x="2820858" y="3570908"/>
                        <a:ext cx="462457" cy="435253"/>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AE424ACC-16FA-5743-C93D-BAB7A7E282A1}"/>
              </a:ext>
            </a:extLst>
          </p:cNvPr>
          <p:cNvGraphicFramePr>
            <a:graphicFrameLocks noChangeAspect="1"/>
          </p:cNvGraphicFramePr>
          <p:nvPr>
            <p:extLst>
              <p:ext uri="{D42A27DB-BD31-4B8C-83A1-F6EECF244321}">
                <p14:modId xmlns:p14="http://schemas.microsoft.com/office/powerpoint/2010/main" val="3658859576"/>
              </p:ext>
            </p:extLst>
          </p:nvPr>
        </p:nvGraphicFramePr>
        <p:xfrm>
          <a:off x="3490338" y="3604661"/>
          <a:ext cx="299235" cy="435250"/>
        </p:xfrm>
        <a:graphic>
          <a:graphicData uri="http://schemas.openxmlformats.org/presentationml/2006/ole">
            <mc:AlternateContent xmlns:mc="http://schemas.openxmlformats.org/markup-compatibility/2006">
              <mc:Choice xmlns:v="urn:schemas-microsoft-com:vml" Requires="v">
                <p:oleObj name="Equation" r:id="rId11" imgW="139680" imgH="203040" progId="Equation.DSMT4">
                  <p:embed/>
                </p:oleObj>
              </mc:Choice>
              <mc:Fallback>
                <p:oleObj name="Equation" r:id="rId11" imgW="139680" imgH="203040" progId="Equation.DSMT4">
                  <p:embed/>
                  <p:pic>
                    <p:nvPicPr>
                      <p:cNvPr id="0" name=""/>
                      <p:cNvPicPr/>
                      <p:nvPr/>
                    </p:nvPicPr>
                    <p:blipFill>
                      <a:blip r:embed="rId12"/>
                      <a:stretch>
                        <a:fillRect/>
                      </a:stretch>
                    </p:blipFill>
                    <p:spPr>
                      <a:xfrm>
                        <a:off x="3490338" y="3604661"/>
                        <a:ext cx="299235" cy="43525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CC67526F-0380-F741-39BB-289C11E729E9}"/>
              </a:ext>
            </a:extLst>
          </p:cNvPr>
          <p:cNvGraphicFramePr>
            <a:graphicFrameLocks noChangeAspect="1"/>
          </p:cNvGraphicFramePr>
          <p:nvPr>
            <p:extLst>
              <p:ext uri="{D42A27DB-BD31-4B8C-83A1-F6EECF244321}">
                <p14:modId xmlns:p14="http://schemas.microsoft.com/office/powerpoint/2010/main" val="3126139998"/>
              </p:ext>
            </p:extLst>
          </p:nvPr>
        </p:nvGraphicFramePr>
        <p:xfrm>
          <a:off x="6797175" y="3604661"/>
          <a:ext cx="367196" cy="345596"/>
        </p:xfrm>
        <a:graphic>
          <a:graphicData uri="http://schemas.openxmlformats.org/presentationml/2006/ole">
            <mc:AlternateContent xmlns:mc="http://schemas.openxmlformats.org/markup-compatibility/2006">
              <mc:Choice xmlns:v="urn:schemas-microsoft-com:vml" Requires="v">
                <p:oleObj name="Equation" r:id="rId13" imgW="215640" imgH="203040" progId="Equation.DSMT4">
                  <p:embed/>
                </p:oleObj>
              </mc:Choice>
              <mc:Fallback>
                <p:oleObj name="Equation" r:id="rId13" imgW="215640" imgH="203040" progId="Equation.DSMT4">
                  <p:embed/>
                  <p:pic>
                    <p:nvPicPr>
                      <p:cNvPr id="0" name=""/>
                      <p:cNvPicPr/>
                      <p:nvPr/>
                    </p:nvPicPr>
                    <p:blipFill>
                      <a:blip r:embed="rId14"/>
                      <a:stretch>
                        <a:fillRect/>
                      </a:stretch>
                    </p:blipFill>
                    <p:spPr>
                      <a:xfrm>
                        <a:off x="6797175" y="3604661"/>
                        <a:ext cx="367196" cy="34559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5E3928BA-2C4A-C751-A4D9-C0BBC3F9B2B8}"/>
              </a:ext>
            </a:extLst>
          </p:cNvPr>
          <p:cNvGraphicFramePr>
            <a:graphicFrameLocks noChangeAspect="1"/>
          </p:cNvGraphicFramePr>
          <p:nvPr>
            <p:extLst>
              <p:ext uri="{D42A27DB-BD31-4B8C-83A1-F6EECF244321}">
                <p14:modId xmlns:p14="http://schemas.microsoft.com/office/powerpoint/2010/main" val="1086944889"/>
              </p:ext>
            </p:extLst>
          </p:nvPr>
        </p:nvGraphicFramePr>
        <p:xfrm>
          <a:off x="7590277" y="3586417"/>
          <a:ext cx="299235" cy="435251"/>
        </p:xfrm>
        <a:graphic>
          <a:graphicData uri="http://schemas.openxmlformats.org/presentationml/2006/ole">
            <mc:AlternateContent xmlns:mc="http://schemas.openxmlformats.org/markup-compatibility/2006">
              <mc:Choice xmlns:v="urn:schemas-microsoft-com:vml" Requires="v">
                <p:oleObj name="Equation" r:id="rId15" imgW="139680" imgH="203040" progId="Equation.DSMT4">
                  <p:embed/>
                </p:oleObj>
              </mc:Choice>
              <mc:Fallback>
                <p:oleObj name="Equation" r:id="rId15" imgW="139680" imgH="203040" progId="Equation.DSMT4">
                  <p:embed/>
                  <p:pic>
                    <p:nvPicPr>
                      <p:cNvPr id="0" name=""/>
                      <p:cNvPicPr/>
                      <p:nvPr/>
                    </p:nvPicPr>
                    <p:blipFill>
                      <a:blip r:embed="rId16"/>
                      <a:stretch>
                        <a:fillRect/>
                      </a:stretch>
                    </p:blipFill>
                    <p:spPr>
                      <a:xfrm>
                        <a:off x="7590277" y="3586417"/>
                        <a:ext cx="299235" cy="435251"/>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CC7F095-8865-33D3-BEA3-A2F594CC3E0C}"/>
              </a:ext>
            </a:extLst>
          </p:cNvPr>
          <p:cNvGraphicFramePr>
            <a:graphicFrameLocks noChangeAspect="1"/>
          </p:cNvGraphicFramePr>
          <p:nvPr>
            <p:extLst>
              <p:ext uri="{D42A27DB-BD31-4B8C-83A1-F6EECF244321}">
                <p14:modId xmlns:p14="http://schemas.microsoft.com/office/powerpoint/2010/main" val="3980910446"/>
              </p:ext>
            </p:extLst>
          </p:nvPr>
        </p:nvGraphicFramePr>
        <p:xfrm>
          <a:off x="8252811" y="3586417"/>
          <a:ext cx="299235" cy="435251"/>
        </p:xfrm>
        <a:graphic>
          <a:graphicData uri="http://schemas.openxmlformats.org/presentationml/2006/ole">
            <mc:AlternateContent xmlns:mc="http://schemas.openxmlformats.org/markup-compatibility/2006">
              <mc:Choice xmlns:v="urn:schemas-microsoft-com:vml" Requires="v">
                <p:oleObj name="Equation" r:id="rId17" imgW="139680" imgH="203040" progId="Equation.DSMT4">
                  <p:embed/>
                </p:oleObj>
              </mc:Choice>
              <mc:Fallback>
                <p:oleObj name="Equation" r:id="rId17" imgW="139680" imgH="203040" progId="Equation.DSMT4">
                  <p:embed/>
                  <p:pic>
                    <p:nvPicPr>
                      <p:cNvPr id="0" name=""/>
                      <p:cNvPicPr/>
                      <p:nvPr/>
                    </p:nvPicPr>
                    <p:blipFill>
                      <a:blip r:embed="rId18"/>
                      <a:stretch>
                        <a:fillRect/>
                      </a:stretch>
                    </p:blipFill>
                    <p:spPr>
                      <a:xfrm>
                        <a:off x="8252811" y="3586417"/>
                        <a:ext cx="299235" cy="435251"/>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C2992BAE-C1AD-3BB8-F78E-5F71369F4CA0}"/>
              </a:ext>
            </a:extLst>
          </p:cNvPr>
          <p:cNvGraphicFramePr>
            <a:graphicFrameLocks noChangeAspect="1"/>
          </p:cNvGraphicFramePr>
          <p:nvPr>
            <p:extLst>
              <p:ext uri="{D42A27DB-BD31-4B8C-83A1-F6EECF244321}">
                <p14:modId xmlns:p14="http://schemas.microsoft.com/office/powerpoint/2010/main" val="1442502151"/>
              </p:ext>
            </p:extLst>
          </p:nvPr>
        </p:nvGraphicFramePr>
        <p:xfrm>
          <a:off x="2366127" y="4021668"/>
          <a:ext cx="299235" cy="398980"/>
        </p:xfrm>
        <a:graphic>
          <a:graphicData uri="http://schemas.openxmlformats.org/presentationml/2006/ole">
            <mc:AlternateContent xmlns:mc="http://schemas.openxmlformats.org/markup-compatibility/2006">
              <mc:Choice xmlns:v="urn:schemas-microsoft-com:vml" Requires="v">
                <p:oleObj name="Equation" r:id="rId19" imgW="152280" imgH="203040" progId="Equation.DSMT4">
                  <p:embed/>
                </p:oleObj>
              </mc:Choice>
              <mc:Fallback>
                <p:oleObj name="Equation" r:id="rId19" imgW="152280" imgH="203040" progId="Equation.DSMT4">
                  <p:embed/>
                  <p:pic>
                    <p:nvPicPr>
                      <p:cNvPr id="0" name=""/>
                      <p:cNvPicPr/>
                      <p:nvPr/>
                    </p:nvPicPr>
                    <p:blipFill>
                      <a:blip r:embed="rId20"/>
                      <a:stretch>
                        <a:fillRect/>
                      </a:stretch>
                    </p:blipFill>
                    <p:spPr>
                      <a:xfrm>
                        <a:off x="2366127" y="4021668"/>
                        <a:ext cx="299235" cy="39898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81BE6A1-F3EA-D5B4-B7B8-DDB3191DB77D}"/>
              </a:ext>
            </a:extLst>
          </p:cNvPr>
          <p:cNvGraphicFramePr>
            <a:graphicFrameLocks noChangeAspect="1"/>
          </p:cNvGraphicFramePr>
          <p:nvPr>
            <p:extLst>
              <p:ext uri="{D42A27DB-BD31-4B8C-83A1-F6EECF244321}">
                <p14:modId xmlns:p14="http://schemas.microsoft.com/office/powerpoint/2010/main" val="944905336"/>
              </p:ext>
            </p:extLst>
          </p:nvPr>
        </p:nvGraphicFramePr>
        <p:xfrm>
          <a:off x="3789573" y="4006161"/>
          <a:ext cx="404533" cy="380737"/>
        </p:xfrm>
        <a:graphic>
          <a:graphicData uri="http://schemas.openxmlformats.org/presentationml/2006/ole">
            <mc:AlternateContent xmlns:mc="http://schemas.openxmlformats.org/markup-compatibility/2006">
              <mc:Choice xmlns:v="urn:schemas-microsoft-com:vml" Requires="v">
                <p:oleObj name="Equation" r:id="rId21" imgW="215640" imgH="203040" progId="Equation.DSMT4">
                  <p:embed/>
                </p:oleObj>
              </mc:Choice>
              <mc:Fallback>
                <p:oleObj name="Equation" r:id="rId21" imgW="215640" imgH="203040" progId="Equation.DSMT4">
                  <p:embed/>
                  <p:pic>
                    <p:nvPicPr>
                      <p:cNvPr id="0" name=""/>
                      <p:cNvPicPr/>
                      <p:nvPr/>
                    </p:nvPicPr>
                    <p:blipFill>
                      <a:blip r:embed="rId22"/>
                      <a:stretch>
                        <a:fillRect/>
                      </a:stretch>
                    </p:blipFill>
                    <p:spPr>
                      <a:xfrm>
                        <a:off x="3789573" y="4006161"/>
                        <a:ext cx="404533" cy="38073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3498D94F-D7D3-9796-E7A2-B3537E8B0FC7}"/>
              </a:ext>
            </a:extLst>
          </p:cNvPr>
          <p:cNvGraphicFramePr>
            <a:graphicFrameLocks noChangeAspect="1"/>
          </p:cNvGraphicFramePr>
          <p:nvPr>
            <p:extLst>
              <p:ext uri="{D42A27DB-BD31-4B8C-83A1-F6EECF244321}">
                <p14:modId xmlns:p14="http://schemas.microsoft.com/office/powerpoint/2010/main" val="2689606094"/>
              </p:ext>
            </p:extLst>
          </p:nvPr>
        </p:nvGraphicFramePr>
        <p:xfrm>
          <a:off x="4519607" y="4006161"/>
          <a:ext cx="299235" cy="435251"/>
        </p:xfrm>
        <a:graphic>
          <a:graphicData uri="http://schemas.openxmlformats.org/presentationml/2006/ole">
            <mc:AlternateContent xmlns:mc="http://schemas.openxmlformats.org/markup-compatibility/2006">
              <mc:Choice xmlns:v="urn:schemas-microsoft-com:vml" Requires="v">
                <p:oleObj name="Equation" r:id="rId23" imgW="139680" imgH="203040" progId="Equation.DSMT4">
                  <p:embed/>
                </p:oleObj>
              </mc:Choice>
              <mc:Fallback>
                <p:oleObj name="Equation" r:id="rId23" imgW="139680" imgH="203040" progId="Equation.DSMT4">
                  <p:embed/>
                  <p:pic>
                    <p:nvPicPr>
                      <p:cNvPr id="0" name=""/>
                      <p:cNvPicPr/>
                      <p:nvPr/>
                    </p:nvPicPr>
                    <p:blipFill>
                      <a:blip r:embed="rId24"/>
                      <a:stretch>
                        <a:fillRect/>
                      </a:stretch>
                    </p:blipFill>
                    <p:spPr>
                      <a:xfrm>
                        <a:off x="4519607" y="4006161"/>
                        <a:ext cx="299235" cy="43525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0424744-69B9-E30E-BD06-2B10E34E5A3F}"/>
              </a:ext>
            </a:extLst>
          </p:cNvPr>
          <p:cNvGraphicFramePr>
            <a:graphicFrameLocks noChangeAspect="1"/>
          </p:cNvGraphicFramePr>
          <p:nvPr>
            <p:extLst>
              <p:ext uri="{D42A27DB-BD31-4B8C-83A1-F6EECF244321}">
                <p14:modId xmlns:p14="http://schemas.microsoft.com/office/powerpoint/2010/main" val="1629418706"/>
              </p:ext>
            </p:extLst>
          </p:nvPr>
        </p:nvGraphicFramePr>
        <p:xfrm>
          <a:off x="6907900" y="4039911"/>
          <a:ext cx="367196" cy="345596"/>
        </p:xfrm>
        <a:graphic>
          <a:graphicData uri="http://schemas.openxmlformats.org/presentationml/2006/ole">
            <mc:AlternateContent xmlns:mc="http://schemas.openxmlformats.org/markup-compatibility/2006">
              <mc:Choice xmlns:v="urn:schemas-microsoft-com:vml" Requires="v">
                <p:oleObj name="Equation" r:id="rId25" imgW="215640" imgH="203040" progId="Equation.DSMT4">
                  <p:embed/>
                </p:oleObj>
              </mc:Choice>
              <mc:Fallback>
                <p:oleObj name="Equation" r:id="rId25" imgW="215640" imgH="203040" progId="Equation.DSMT4">
                  <p:embed/>
                  <p:pic>
                    <p:nvPicPr>
                      <p:cNvPr id="0" name=""/>
                      <p:cNvPicPr/>
                      <p:nvPr/>
                    </p:nvPicPr>
                    <p:blipFill>
                      <a:blip r:embed="rId26"/>
                      <a:stretch>
                        <a:fillRect/>
                      </a:stretch>
                    </p:blipFill>
                    <p:spPr>
                      <a:xfrm>
                        <a:off x="6907900" y="4039911"/>
                        <a:ext cx="367196" cy="345596"/>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E058829C-0F00-A124-82BF-ACAF4F678667}"/>
              </a:ext>
            </a:extLst>
          </p:cNvPr>
          <p:cNvGraphicFramePr>
            <a:graphicFrameLocks noChangeAspect="1"/>
          </p:cNvGraphicFramePr>
          <p:nvPr>
            <p:extLst>
              <p:ext uri="{D42A27DB-BD31-4B8C-83A1-F6EECF244321}">
                <p14:modId xmlns:p14="http://schemas.microsoft.com/office/powerpoint/2010/main" val="908932364"/>
              </p:ext>
            </p:extLst>
          </p:nvPr>
        </p:nvGraphicFramePr>
        <p:xfrm>
          <a:off x="7615905" y="4036710"/>
          <a:ext cx="273607" cy="397974"/>
        </p:xfrm>
        <a:graphic>
          <a:graphicData uri="http://schemas.openxmlformats.org/presentationml/2006/ole">
            <mc:AlternateContent xmlns:mc="http://schemas.openxmlformats.org/markup-compatibility/2006">
              <mc:Choice xmlns:v="urn:schemas-microsoft-com:vml" Requires="v">
                <p:oleObj name="Equation" r:id="rId27" imgW="139680" imgH="203040" progId="Equation.DSMT4">
                  <p:embed/>
                </p:oleObj>
              </mc:Choice>
              <mc:Fallback>
                <p:oleObj name="Equation" r:id="rId27" imgW="139680" imgH="203040" progId="Equation.DSMT4">
                  <p:embed/>
                  <p:pic>
                    <p:nvPicPr>
                      <p:cNvPr id="0" name=""/>
                      <p:cNvPicPr/>
                      <p:nvPr/>
                    </p:nvPicPr>
                    <p:blipFill>
                      <a:blip r:embed="rId28"/>
                      <a:stretch>
                        <a:fillRect/>
                      </a:stretch>
                    </p:blipFill>
                    <p:spPr>
                      <a:xfrm>
                        <a:off x="7615905" y="4036710"/>
                        <a:ext cx="273607" cy="397974"/>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6E47326-D3C5-C4D1-14F9-A2C7DA712196}"/>
              </a:ext>
            </a:extLst>
          </p:cNvPr>
          <p:cNvGraphicFramePr>
            <a:graphicFrameLocks noChangeAspect="1"/>
          </p:cNvGraphicFramePr>
          <p:nvPr>
            <p:extLst>
              <p:ext uri="{D42A27DB-BD31-4B8C-83A1-F6EECF244321}">
                <p14:modId xmlns:p14="http://schemas.microsoft.com/office/powerpoint/2010/main" val="2861958820"/>
              </p:ext>
            </p:extLst>
          </p:nvPr>
        </p:nvGraphicFramePr>
        <p:xfrm>
          <a:off x="8252811" y="4022997"/>
          <a:ext cx="368755" cy="347064"/>
        </p:xfrm>
        <a:graphic>
          <a:graphicData uri="http://schemas.openxmlformats.org/presentationml/2006/ole">
            <mc:AlternateContent xmlns:mc="http://schemas.openxmlformats.org/markup-compatibility/2006">
              <mc:Choice xmlns:v="urn:schemas-microsoft-com:vml" Requires="v">
                <p:oleObj name="Equation" r:id="rId29" imgW="215640" imgH="203040" progId="Equation.DSMT4">
                  <p:embed/>
                </p:oleObj>
              </mc:Choice>
              <mc:Fallback>
                <p:oleObj name="Equation" r:id="rId29" imgW="215640" imgH="203040" progId="Equation.DSMT4">
                  <p:embed/>
                  <p:pic>
                    <p:nvPicPr>
                      <p:cNvPr id="0" name=""/>
                      <p:cNvPicPr/>
                      <p:nvPr/>
                    </p:nvPicPr>
                    <p:blipFill>
                      <a:blip r:embed="rId30"/>
                      <a:stretch>
                        <a:fillRect/>
                      </a:stretch>
                    </p:blipFill>
                    <p:spPr>
                      <a:xfrm>
                        <a:off x="8252811" y="4022997"/>
                        <a:ext cx="368755" cy="347064"/>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7633CEC1-BC00-1B8B-6114-D2AA34A1CC6B}"/>
              </a:ext>
            </a:extLst>
          </p:cNvPr>
          <p:cNvGraphicFramePr>
            <a:graphicFrameLocks noChangeAspect="1"/>
          </p:cNvGraphicFramePr>
          <p:nvPr>
            <p:extLst>
              <p:ext uri="{D42A27DB-BD31-4B8C-83A1-F6EECF244321}">
                <p14:modId xmlns:p14="http://schemas.microsoft.com/office/powerpoint/2010/main" val="2028273218"/>
              </p:ext>
            </p:extLst>
          </p:nvPr>
        </p:nvGraphicFramePr>
        <p:xfrm>
          <a:off x="2366127" y="4418645"/>
          <a:ext cx="289318" cy="420826"/>
        </p:xfrm>
        <a:graphic>
          <a:graphicData uri="http://schemas.openxmlformats.org/presentationml/2006/ole">
            <mc:AlternateContent xmlns:mc="http://schemas.openxmlformats.org/markup-compatibility/2006">
              <mc:Choice xmlns:v="urn:schemas-microsoft-com:vml" Requires="v">
                <p:oleObj name="Equation" r:id="rId31" imgW="139680" imgH="203040" progId="Equation.DSMT4">
                  <p:embed/>
                </p:oleObj>
              </mc:Choice>
              <mc:Fallback>
                <p:oleObj name="Equation" r:id="rId31" imgW="139680" imgH="203040" progId="Equation.DSMT4">
                  <p:embed/>
                  <p:pic>
                    <p:nvPicPr>
                      <p:cNvPr id="0" name=""/>
                      <p:cNvPicPr/>
                      <p:nvPr/>
                    </p:nvPicPr>
                    <p:blipFill>
                      <a:blip r:embed="rId32"/>
                      <a:stretch>
                        <a:fillRect/>
                      </a:stretch>
                    </p:blipFill>
                    <p:spPr>
                      <a:xfrm>
                        <a:off x="2366127" y="4418645"/>
                        <a:ext cx="289318" cy="420826"/>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8EB02410-F586-9074-8DAF-7CC9CEE64CD5}"/>
              </a:ext>
            </a:extLst>
          </p:cNvPr>
          <p:cNvGraphicFramePr>
            <a:graphicFrameLocks noChangeAspect="1"/>
          </p:cNvGraphicFramePr>
          <p:nvPr>
            <p:extLst>
              <p:ext uri="{D42A27DB-BD31-4B8C-83A1-F6EECF244321}">
                <p14:modId xmlns:p14="http://schemas.microsoft.com/office/powerpoint/2010/main" val="2151391687"/>
              </p:ext>
            </p:extLst>
          </p:nvPr>
        </p:nvGraphicFramePr>
        <p:xfrm>
          <a:off x="2820857" y="4370061"/>
          <a:ext cx="462457" cy="435254"/>
        </p:xfrm>
        <a:graphic>
          <a:graphicData uri="http://schemas.openxmlformats.org/presentationml/2006/ole">
            <mc:AlternateContent xmlns:mc="http://schemas.openxmlformats.org/markup-compatibility/2006">
              <mc:Choice xmlns:v="urn:schemas-microsoft-com:vml" Requires="v">
                <p:oleObj name="Equation" r:id="rId33" imgW="215640" imgH="203040" progId="Equation.DSMT4">
                  <p:embed/>
                </p:oleObj>
              </mc:Choice>
              <mc:Fallback>
                <p:oleObj name="Equation" r:id="rId33" imgW="215640" imgH="203040" progId="Equation.DSMT4">
                  <p:embed/>
                  <p:pic>
                    <p:nvPicPr>
                      <p:cNvPr id="0" name=""/>
                      <p:cNvPicPr/>
                      <p:nvPr/>
                    </p:nvPicPr>
                    <p:blipFill>
                      <a:blip r:embed="rId34"/>
                      <a:stretch>
                        <a:fillRect/>
                      </a:stretch>
                    </p:blipFill>
                    <p:spPr>
                      <a:xfrm>
                        <a:off x="2820857" y="4370061"/>
                        <a:ext cx="462457" cy="435254"/>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3E50D76F-A24E-1ECD-B72F-0B1755D2DF09}"/>
              </a:ext>
            </a:extLst>
          </p:cNvPr>
          <p:cNvGraphicFramePr>
            <a:graphicFrameLocks noChangeAspect="1"/>
          </p:cNvGraphicFramePr>
          <p:nvPr>
            <p:extLst>
              <p:ext uri="{D42A27DB-BD31-4B8C-83A1-F6EECF244321}">
                <p14:modId xmlns:p14="http://schemas.microsoft.com/office/powerpoint/2010/main" val="354522754"/>
              </p:ext>
            </p:extLst>
          </p:nvPr>
        </p:nvGraphicFramePr>
        <p:xfrm>
          <a:off x="3702521" y="4418645"/>
          <a:ext cx="289318" cy="420826"/>
        </p:xfrm>
        <a:graphic>
          <a:graphicData uri="http://schemas.openxmlformats.org/presentationml/2006/ole">
            <mc:AlternateContent xmlns:mc="http://schemas.openxmlformats.org/markup-compatibility/2006">
              <mc:Choice xmlns:v="urn:schemas-microsoft-com:vml" Requires="v">
                <p:oleObj name="Equation" r:id="rId35" imgW="139680" imgH="203040" progId="Equation.DSMT4">
                  <p:embed/>
                </p:oleObj>
              </mc:Choice>
              <mc:Fallback>
                <p:oleObj name="Equation" r:id="rId35" imgW="139680" imgH="203040" progId="Equation.DSMT4">
                  <p:embed/>
                  <p:pic>
                    <p:nvPicPr>
                      <p:cNvPr id="0" name=""/>
                      <p:cNvPicPr/>
                      <p:nvPr/>
                    </p:nvPicPr>
                    <p:blipFill>
                      <a:blip r:embed="rId36"/>
                      <a:stretch>
                        <a:fillRect/>
                      </a:stretch>
                    </p:blipFill>
                    <p:spPr>
                      <a:xfrm>
                        <a:off x="3702521" y="4418645"/>
                        <a:ext cx="289318" cy="420826"/>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51C78EDB-A277-08F2-D45D-22A6A3315FAE}"/>
              </a:ext>
            </a:extLst>
          </p:cNvPr>
          <p:cNvGraphicFramePr>
            <a:graphicFrameLocks noChangeAspect="1"/>
          </p:cNvGraphicFramePr>
          <p:nvPr>
            <p:extLst>
              <p:ext uri="{D42A27DB-BD31-4B8C-83A1-F6EECF244321}">
                <p14:modId xmlns:p14="http://schemas.microsoft.com/office/powerpoint/2010/main" val="134970254"/>
              </p:ext>
            </p:extLst>
          </p:nvPr>
        </p:nvGraphicFramePr>
        <p:xfrm>
          <a:off x="6343555" y="4419049"/>
          <a:ext cx="410408" cy="386266"/>
        </p:xfrm>
        <a:graphic>
          <a:graphicData uri="http://schemas.openxmlformats.org/presentationml/2006/ole">
            <mc:AlternateContent xmlns:mc="http://schemas.openxmlformats.org/markup-compatibility/2006">
              <mc:Choice xmlns:v="urn:schemas-microsoft-com:vml" Requires="v">
                <p:oleObj name="Equation" r:id="rId37" imgW="215640" imgH="203040" progId="Equation.DSMT4">
                  <p:embed/>
                </p:oleObj>
              </mc:Choice>
              <mc:Fallback>
                <p:oleObj name="Equation" r:id="rId37" imgW="215640" imgH="203040" progId="Equation.DSMT4">
                  <p:embed/>
                  <p:pic>
                    <p:nvPicPr>
                      <p:cNvPr id="0" name=""/>
                      <p:cNvPicPr/>
                      <p:nvPr/>
                    </p:nvPicPr>
                    <p:blipFill>
                      <a:blip r:embed="rId38"/>
                      <a:stretch>
                        <a:fillRect/>
                      </a:stretch>
                    </p:blipFill>
                    <p:spPr>
                      <a:xfrm>
                        <a:off x="6343555" y="4419049"/>
                        <a:ext cx="410408" cy="386266"/>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202281F6-BEE5-22A5-33C9-A6470121E9DB}"/>
              </a:ext>
            </a:extLst>
          </p:cNvPr>
          <p:cNvGraphicFramePr>
            <a:graphicFrameLocks noChangeAspect="1"/>
          </p:cNvGraphicFramePr>
          <p:nvPr>
            <p:extLst>
              <p:ext uri="{D42A27DB-BD31-4B8C-83A1-F6EECF244321}">
                <p14:modId xmlns:p14="http://schemas.microsoft.com/office/powerpoint/2010/main" val="33919400"/>
              </p:ext>
            </p:extLst>
          </p:nvPr>
        </p:nvGraphicFramePr>
        <p:xfrm>
          <a:off x="7164371" y="4434684"/>
          <a:ext cx="289317" cy="420825"/>
        </p:xfrm>
        <a:graphic>
          <a:graphicData uri="http://schemas.openxmlformats.org/presentationml/2006/ole">
            <mc:AlternateContent xmlns:mc="http://schemas.openxmlformats.org/markup-compatibility/2006">
              <mc:Choice xmlns:v="urn:schemas-microsoft-com:vml" Requires="v">
                <p:oleObj name="Equation" r:id="rId39" imgW="139680" imgH="203040" progId="Equation.DSMT4">
                  <p:embed/>
                </p:oleObj>
              </mc:Choice>
              <mc:Fallback>
                <p:oleObj name="Equation" r:id="rId39" imgW="139680" imgH="203040" progId="Equation.DSMT4">
                  <p:embed/>
                  <p:pic>
                    <p:nvPicPr>
                      <p:cNvPr id="0" name=""/>
                      <p:cNvPicPr/>
                      <p:nvPr/>
                    </p:nvPicPr>
                    <p:blipFill>
                      <a:blip r:embed="rId40"/>
                      <a:stretch>
                        <a:fillRect/>
                      </a:stretch>
                    </p:blipFill>
                    <p:spPr>
                      <a:xfrm>
                        <a:off x="7164371" y="4434684"/>
                        <a:ext cx="289317" cy="420825"/>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EF410E73-E646-19BF-E2B5-DC2D9D80CB89}"/>
              </a:ext>
            </a:extLst>
          </p:cNvPr>
          <p:cNvGraphicFramePr>
            <a:graphicFrameLocks noChangeAspect="1"/>
          </p:cNvGraphicFramePr>
          <p:nvPr>
            <p:extLst>
              <p:ext uri="{D42A27DB-BD31-4B8C-83A1-F6EECF244321}">
                <p14:modId xmlns:p14="http://schemas.microsoft.com/office/powerpoint/2010/main" val="2788466468"/>
              </p:ext>
            </p:extLst>
          </p:nvPr>
        </p:nvGraphicFramePr>
        <p:xfrm>
          <a:off x="7752708" y="4413195"/>
          <a:ext cx="422847" cy="397974"/>
        </p:xfrm>
        <a:graphic>
          <a:graphicData uri="http://schemas.openxmlformats.org/presentationml/2006/ole">
            <mc:AlternateContent xmlns:mc="http://schemas.openxmlformats.org/markup-compatibility/2006">
              <mc:Choice xmlns:v="urn:schemas-microsoft-com:vml" Requires="v">
                <p:oleObj name="Equation" r:id="rId41" imgW="215640" imgH="203040" progId="Equation.DSMT4">
                  <p:embed/>
                </p:oleObj>
              </mc:Choice>
              <mc:Fallback>
                <p:oleObj name="Equation" r:id="rId41" imgW="215640" imgH="203040" progId="Equation.DSMT4">
                  <p:embed/>
                  <p:pic>
                    <p:nvPicPr>
                      <p:cNvPr id="0" name=""/>
                      <p:cNvPicPr/>
                      <p:nvPr/>
                    </p:nvPicPr>
                    <p:blipFill>
                      <a:blip r:embed="rId42"/>
                      <a:stretch>
                        <a:fillRect/>
                      </a:stretch>
                    </p:blipFill>
                    <p:spPr>
                      <a:xfrm>
                        <a:off x="7752708" y="4413195"/>
                        <a:ext cx="422847" cy="397974"/>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D07CC7AC-D56D-71CB-BCBE-EBF5B481E988}"/>
              </a:ext>
            </a:extLst>
          </p:cNvPr>
          <p:cNvGraphicFramePr>
            <a:graphicFrameLocks noChangeAspect="1"/>
          </p:cNvGraphicFramePr>
          <p:nvPr>
            <p:extLst>
              <p:ext uri="{D42A27DB-BD31-4B8C-83A1-F6EECF244321}">
                <p14:modId xmlns:p14="http://schemas.microsoft.com/office/powerpoint/2010/main" val="4281500068"/>
              </p:ext>
            </p:extLst>
          </p:nvPr>
        </p:nvGraphicFramePr>
        <p:xfrm>
          <a:off x="2366127" y="4855509"/>
          <a:ext cx="289317" cy="349940"/>
        </p:xfrm>
        <a:graphic>
          <a:graphicData uri="http://schemas.openxmlformats.org/presentationml/2006/ole">
            <mc:AlternateContent xmlns:mc="http://schemas.openxmlformats.org/markup-compatibility/2006">
              <mc:Choice xmlns:v="urn:schemas-microsoft-com:vml" Requires="v">
                <p:oleObj name="Equation" r:id="rId43" imgW="152280" imgH="203040" progId="Equation.DSMT4">
                  <p:embed/>
                </p:oleObj>
              </mc:Choice>
              <mc:Fallback>
                <p:oleObj name="Equation" r:id="rId43" imgW="152280" imgH="203040" progId="Equation.DSMT4">
                  <p:embed/>
                  <p:pic>
                    <p:nvPicPr>
                      <p:cNvPr id="0" name=""/>
                      <p:cNvPicPr/>
                      <p:nvPr/>
                    </p:nvPicPr>
                    <p:blipFill>
                      <a:blip r:embed="rId44"/>
                      <a:stretch>
                        <a:fillRect/>
                      </a:stretch>
                    </p:blipFill>
                    <p:spPr>
                      <a:xfrm>
                        <a:off x="2366127" y="4855509"/>
                        <a:ext cx="289317" cy="349940"/>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F8621555-4081-9ADF-8D14-4A7D2459BEC6}"/>
              </a:ext>
            </a:extLst>
          </p:cNvPr>
          <p:cNvGraphicFramePr>
            <a:graphicFrameLocks noChangeAspect="1"/>
          </p:cNvGraphicFramePr>
          <p:nvPr>
            <p:extLst>
              <p:ext uri="{D42A27DB-BD31-4B8C-83A1-F6EECF244321}">
                <p14:modId xmlns:p14="http://schemas.microsoft.com/office/powerpoint/2010/main" val="4039651492"/>
              </p:ext>
            </p:extLst>
          </p:nvPr>
        </p:nvGraphicFramePr>
        <p:xfrm>
          <a:off x="2820857" y="4802181"/>
          <a:ext cx="443588" cy="417494"/>
        </p:xfrm>
        <a:graphic>
          <a:graphicData uri="http://schemas.openxmlformats.org/presentationml/2006/ole">
            <mc:AlternateContent xmlns:mc="http://schemas.openxmlformats.org/markup-compatibility/2006">
              <mc:Choice xmlns:v="urn:schemas-microsoft-com:vml" Requires="v">
                <p:oleObj name="Equation" r:id="rId45" imgW="215640" imgH="203040" progId="Equation.DSMT4">
                  <p:embed/>
                </p:oleObj>
              </mc:Choice>
              <mc:Fallback>
                <p:oleObj name="Equation" r:id="rId45" imgW="215640" imgH="203040" progId="Equation.DSMT4">
                  <p:embed/>
                  <p:pic>
                    <p:nvPicPr>
                      <p:cNvPr id="0" name=""/>
                      <p:cNvPicPr/>
                      <p:nvPr/>
                    </p:nvPicPr>
                    <p:blipFill>
                      <a:blip r:embed="rId46"/>
                      <a:stretch>
                        <a:fillRect/>
                      </a:stretch>
                    </p:blipFill>
                    <p:spPr>
                      <a:xfrm>
                        <a:off x="2820857" y="4802181"/>
                        <a:ext cx="443588" cy="417494"/>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F3900C0C-3C23-FDBE-76CE-A8708DAE5AD6}"/>
              </a:ext>
            </a:extLst>
          </p:cNvPr>
          <p:cNvGraphicFramePr>
            <a:graphicFrameLocks noChangeAspect="1"/>
          </p:cNvGraphicFramePr>
          <p:nvPr>
            <p:extLst>
              <p:ext uri="{D42A27DB-BD31-4B8C-83A1-F6EECF244321}">
                <p14:modId xmlns:p14="http://schemas.microsoft.com/office/powerpoint/2010/main" val="19755233"/>
              </p:ext>
            </p:extLst>
          </p:nvPr>
        </p:nvGraphicFramePr>
        <p:xfrm>
          <a:off x="3702520" y="4850729"/>
          <a:ext cx="275179" cy="400260"/>
        </p:xfrm>
        <a:graphic>
          <a:graphicData uri="http://schemas.openxmlformats.org/presentationml/2006/ole">
            <mc:AlternateContent xmlns:mc="http://schemas.openxmlformats.org/markup-compatibility/2006">
              <mc:Choice xmlns:v="urn:schemas-microsoft-com:vml" Requires="v">
                <p:oleObj name="Equation" r:id="rId47" imgW="139680" imgH="203040" progId="Equation.DSMT4">
                  <p:embed/>
                </p:oleObj>
              </mc:Choice>
              <mc:Fallback>
                <p:oleObj name="Equation" r:id="rId47" imgW="139680" imgH="203040" progId="Equation.DSMT4">
                  <p:embed/>
                  <p:pic>
                    <p:nvPicPr>
                      <p:cNvPr id="0" name=""/>
                      <p:cNvPicPr/>
                      <p:nvPr/>
                    </p:nvPicPr>
                    <p:blipFill>
                      <a:blip r:embed="rId48"/>
                      <a:stretch>
                        <a:fillRect/>
                      </a:stretch>
                    </p:blipFill>
                    <p:spPr>
                      <a:xfrm>
                        <a:off x="3702520" y="4850729"/>
                        <a:ext cx="275179" cy="400260"/>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499ACEA7-4F5E-204C-A343-AEF3EFBFE71E}"/>
              </a:ext>
            </a:extLst>
          </p:cNvPr>
          <p:cNvGraphicFramePr>
            <a:graphicFrameLocks noChangeAspect="1"/>
          </p:cNvGraphicFramePr>
          <p:nvPr>
            <p:extLst>
              <p:ext uri="{D42A27DB-BD31-4B8C-83A1-F6EECF244321}">
                <p14:modId xmlns:p14="http://schemas.microsoft.com/office/powerpoint/2010/main" val="1959727152"/>
              </p:ext>
            </p:extLst>
          </p:nvPr>
        </p:nvGraphicFramePr>
        <p:xfrm>
          <a:off x="6397597" y="4850729"/>
          <a:ext cx="356366" cy="335403"/>
        </p:xfrm>
        <a:graphic>
          <a:graphicData uri="http://schemas.openxmlformats.org/presentationml/2006/ole">
            <mc:AlternateContent xmlns:mc="http://schemas.openxmlformats.org/markup-compatibility/2006">
              <mc:Choice xmlns:v="urn:schemas-microsoft-com:vml" Requires="v">
                <p:oleObj name="Equation" r:id="rId49" imgW="215640" imgH="203040" progId="Equation.DSMT4">
                  <p:embed/>
                </p:oleObj>
              </mc:Choice>
              <mc:Fallback>
                <p:oleObj name="Equation" r:id="rId49" imgW="215640" imgH="203040" progId="Equation.DSMT4">
                  <p:embed/>
                  <p:pic>
                    <p:nvPicPr>
                      <p:cNvPr id="0" name=""/>
                      <p:cNvPicPr/>
                      <p:nvPr/>
                    </p:nvPicPr>
                    <p:blipFill>
                      <a:blip r:embed="rId50"/>
                      <a:stretch>
                        <a:fillRect/>
                      </a:stretch>
                    </p:blipFill>
                    <p:spPr>
                      <a:xfrm>
                        <a:off x="6397597" y="4850729"/>
                        <a:ext cx="356366" cy="335403"/>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A98A24BD-22FB-01CA-1D56-E1BEA939FA14}"/>
              </a:ext>
            </a:extLst>
          </p:cNvPr>
          <p:cNvGraphicFramePr>
            <a:graphicFrameLocks noChangeAspect="1"/>
          </p:cNvGraphicFramePr>
          <p:nvPr>
            <p:extLst>
              <p:ext uri="{D42A27DB-BD31-4B8C-83A1-F6EECF244321}">
                <p14:modId xmlns:p14="http://schemas.microsoft.com/office/powerpoint/2010/main" val="3935853231"/>
              </p:ext>
            </p:extLst>
          </p:nvPr>
        </p:nvGraphicFramePr>
        <p:xfrm>
          <a:off x="7164371" y="4842273"/>
          <a:ext cx="286805" cy="417171"/>
        </p:xfrm>
        <a:graphic>
          <a:graphicData uri="http://schemas.openxmlformats.org/presentationml/2006/ole">
            <mc:AlternateContent xmlns:mc="http://schemas.openxmlformats.org/markup-compatibility/2006">
              <mc:Choice xmlns:v="urn:schemas-microsoft-com:vml" Requires="v">
                <p:oleObj name="Equation" r:id="rId51" imgW="139680" imgH="203040" progId="Equation.DSMT4">
                  <p:embed/>
                </p:oleObj>
              </mc:Choice>
              <mc:Fallback>
                <p:oleObj name="Equation" r:id="rId51" imgW="139680" imgH="203040" progId="Equation.DSMT4">
                  <p:embed/>
                  <p:pic>
                    <p:nvPicPr>
                      <p:cNvPr id="0" name=""/>
                      <p:cNvPicPr/>
                      <p:nvPr/>
                    </p:nvPicPr>
                    <p:blipFill>
                      <a:blip r:embed="rId52"/>
                      <a:stretch>
                        <a:fillRect/>
                      </a:stretch>
                    </p:blipFill>
                    <p:spPr>
                      <a:xfrm>
                        <a:off x="7164371" y="4842273"/>
                        <a:ext cx="286805" cy="417171"/>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D2BA4D2A-9363-84E3-2652-CC8E3CF340B2}"/>
              </a:ext>
            </a:extLst>
          </p:cNvPr>
          <p:cNvGraphicFramePr>
            <a:graphicFrameLocks noChangeAspect="1"/>
          </p:cNvGraphicFramePr>
          <p:nvPr>
            <p:extLst>
              <p:ext uri="{D42A27DB-BD31-4B8C-83A1-F6EECF244321}">
                <p14:modId xmlns:p14="http://schemas.microsoft.com/office/powerpoint/2010/main" val="1103000911"/>
              </p:ext>
            </p:extLst>
          </p:nvPr>
        </p:nvGraphicFramePr>
        <p:xfrm>
          <a:off x="7861584" y="4850729"/>
          <a:ext cx="281274" cy="409126"/>
        </p:xfrm>
        <a:graphic>
          <a:graphicData uri="http://schemas.openxmlformats.org/presentationml/2006/ole">
            <mc:AlternateContent xmlns:mc="http://schemas.openxmlformats.org/markup-compatibility/2006">
              <mc:Choice xmlns:v="urn:schemas-microsoft-com:vml" Requires="v">
                <p:oleObj name="Equation" r:id="rId53" imgW="139680" imgH="203040" progId="Equation.DSMT4">
                  <p:embed/>
                </p:oleObj>
              </mc:Choice>
              <mc:Fallback>
                <p:oleObj name="Equation" r:id="rId53" imgW="139680" imgH="203040" progId="Equation.DSMT4">
                  <p:embed/>
                  <p:pic>
                    <p:nvPicPr>
                      <p:cNvPr id="0" name=""/>
                      <p:cNvPicPr/>
                      <p:nvPr/>
                    </p:nvPicPr>
                    <p:blipFill>
                      <a:blip r:embed="rId54"/>
                      <a:stretch>
                        <a:fillRect/>
                      </a:stretch>
                    </p:blipFill>
                    <p:spPr>
                      <a:xfrm>
                        <a:off x="7861584" y="4850729"/>
                        <a:ext cx="281274" cy="409126"/>
                      </a:xfrm>
                      <a:prstGeom prst="rect">
                        <a:avLst/>
                      </a:prstGeom>
                    </p:spPr>
                  </p:pic>
                </p:oleObj>
              </mc:Fallback>
            </mc:AlternateContent>
          </a:graphicData>
        </a:graphic>
      </p:graphicFrame>
      <p:graphicFrame>
        <p:nvGraphicFramePr>
          <p:cNvPr id="31" name="对象 30">
            <a:extLst>
              <a:ext uri="{FF2B5EF4-FFF2-40B4-BE49-F238E27FC236}">
                <a16:creationId xmlns:a16="http://schemas.microsoft.com/office/drawing/2014/main" id="{3A52DE2A-785C-9113-3C6F-3A64801C787C}"/>
              </a:ext>
            </a:extLst>
          </p:cNvPr>
          <p:cNvGraphicFramePr>
            <a:graphicFrameLocks noChangeAspect="1"/>
          </p:cNvGraphicFramePr>
          <p:nvPr>
            <p:extLst>
              <p:ext uri="{D42A27DB-BD31-4B8C-83A1-F6EECF244321}">
                <p14:modId xmlns:p14="http://schemas.microsoft.com/office/powerpoint/2010/main" val="224117132"/>
              </p:ext>
            </p:extLst>
          </p:nvPr>
        </p:nvGraphicFramePr>
        <p:xfrm>
          <a:off x="1493837" y="5735620"/>
          <a:ext cx="278401" cy="278401"/>
        </p:xfrm>
        <a:graphic>
          <a:graphicData uri="http://schemas.openxmlformats.org/presentationml/2006/ole">
            <mc:AlternateContent xmlns:mc="http://schemas.openxmlformats.org/markup-compatibility/2006">
              <mc:Choice xmlns:v="urn:schemas-microsoft-com:vml" Requires="v">
                <p:oleObj name="Equation" r:id="rId55" imgW="114120" imgH="114120" progId="Equation.DSMT4">
                  <p:embed/>
                </p:oleObj>
              </mc:Choice>
              <mc:Fallback>
                <p:oleObj name="Equation" r:id="rId55" imgW="114120" imgH="114120" progId="Equation.DSMT4">
                  <p:embed/>
                  <p:pic>
                    <p:nvPicPr>
                      <p:cNvPr id="0" name=""/>
                      <p:cNvPicPr/>
                      <p:nvPr/>
                    </p:nvPicPr>
                    <p:blipFill>
                      <a:blip r:embed="rId56"/>
                      <a:stretch>
                        <a:fillRect/>
                      </a:stretch>
                    </p:blipFill>
                    <p:spPr>
                      <a:xfrm>
                        <a:off x="1493837" y="5735620"/>
                        <a:ext cx="278401" cy="278401"/>
                      </a:xfrm>
                      <a:prstGeom prst="rect">
                        <a:avLst/>
                      </a:prstGeom>
                    </p:spPr>
                  </p:pic>
                </p:oleObj>
              </mc:Fallback>
            </mc:AlternateContent>
          </a:graphicData>
        </a:graphic>
      </p:graphicFrame>
    </p:spTree>
    <p:extLst>
      <p:ext uri="{BB962C8B-B14F-4D97-AF65-F5344CB8AC3E}">
        <p14:creationId xmlns:p14="http://schemas.microsoft.com/office/powerpoint/2010/main" val="3540511262"/>
      </p:ext>
    </p:extLst>
  </p:cSld>
  <p:clrMapOvr>
    <a:masterClrMapping/>
  </p:clrMapOvr>
  <p:transition advTm="18857"/>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pic>
        <p:nvPicPr>
          <p:cNvPr id="3074" name="Picture 2">
            <a:extLst>
              <a:ext uri="{FF2B5EF4-FFF2-40B4-BE49-F238E27FC236}">
                <a16:creationId xmlns:a16="http://schemas.microsoft.com/office/drawing/2014/main" id="{2712BE68-3AD8-39B6-8541-06809C6E2B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63808" y="1643438"/>
            <a:ext cx="3396727" cy="2140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3">
            <a:extLst>
              <a:ext uri="{FF2B5EF4-FFF2-40B4-BE49-F238E27FC236}">
                <a16:creationId xmlns:a16="http://schemas.microsoft.com/office/drawing/2014/main" id="{899E6DAC-31D3-A8B7-B765-F8FC722A0F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12952" y="1695201"/>
            <a:ext cx="3209778" cy="224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1504C30F-6DC7-0E70-FEDA-0054D75032C0}"/>
              </a:ext>
            </a:extLst>
          </p:cNvPr>
          <p:cNvSpPr txBox="1"/>
          <p:nvPr/>
        </p:nvSpPr>
        <p:spPr>
          <a:xfrm>
            <a:off x="1449372" y="4179944"/>
            <a:ext cx="6122708" cy="338554"/>
          </a:xfrm>
          <a:prstGeom prst="rect">
            <a:avLst/>
          </a:prstGeom>
          <a:noFill/>
        </p:spPr>
        <p:txBody>
          <a:bodyPr wrap="square">
            <a:spAutoFit/>
          </a:bodyPr>
          <a:lstStyle/>
          <a:p>
            <a:r>
              <a:rPr lang="zh-CN" altLang="zh-CN" sz="16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kern="1000" dirty="0">
                <a:effectLst/>
                <a:latin typeface="Times New Roman" panose="02020603050405020304" pitchFamily="18" charset="0"/>
                <a:ea typeface="宋体" panose="02010600030101010101" pitchFamily="2" charset="-122"/>
              </a:rPr>
              <a:t>2.12  </a:t>
            </a:r>
            <a:r>
              <a:rPr lang="zh-CN" altLang="zh-CN" sz="1600" kern="1000" dirty="0">
                <a:effectLst/>
                <a:latin typeface="Times New Roman" panose="02020603050405020304" pitchFamily="18" charset="0"/>
                <a:ea typeface="宋体" panose="02010600030101010101" pitchFamily="2" charset="-122"/>
                <a:cs typeface="Times New Roman" panose="02020603050405020304" pitchFamily="18" charset="0"/>
              </a:rPr>
              <a:t>连杆参数定义示意图</a:t>
            </a:r>
            <a:r>
              <a:rPr lang="en-US" altLang="zh-CN" sz="1600" kern="1000" dirty="0">
                <a:effectLst/>
                <a:latin typeface="宋体" panose="02010600030101010101" pitchFamily="2" charset="-122"/>
                <a:cs typeface="Times New Roman" panose="02020603050405020304" pitchFamily="18" charset="0"/>
              </a:rPr>
              <a:t>(</a:t>
            </a:r>
            <a:r>
              <a:rPr lang="en-US" altLang="zh-CN" sz="1600" kern="1000" dirty="0">
                <a:effectLst/>
                <a:latin typeface="Times New Roman" panose="02020603050405020304" pitchFamily="18" charset="0"/>
                <a:ea typeface="宋体" panose="02010600030101010101" pitchFamily="2" charset="-122"/>
              </a:rPr>
              <a:t>1</a:t>
            </a:r>
            <a:r>
              <a:rPr lang="en-US" altLang="zh-CN" sz="1600" kern="1000" dirty="0">
                <a:effectLst/>
                <a:latin typeface="宋体" panose="02010600030101010101" pitchFamily="2" charset="-122"/>
                <a:cs typeface="Times New Roman" panose="02020603050405020304" pitchFamily="18" charset="0"/>
              </a:rPr>
              <a:t>)</a:t>
            </a:r>
            <a:endParaRPr lang="zh-CN" altLang="en-US" sz="1600" dirty="0"/>
          </a:p>
        </p:txBody>
      </p:sp>
      <p:sp>
        <p:nvSpPr>
          <p:cNvPr id="10" name="文本框 9">
            <a:extLst>
              <a:ext uri="{FF2B5EF4-FFF2-40B4-BE49-F238E27FC236}">
                <a16:creationId xmlns:a16="http://schemas.microsoft.com/office/drawing/2014/main" id="{2064D97E-C5B8-F90A-76D2-006F26AFB8F1}"/>
              </a:ext>
            </a:extLst>
          </p:cNvPr>
          <p:cNvSpPr txBox="1"/>
          <p:nvPr/>
        </p:nvSpPr>
        <p:spPr>
          <a:xfrm>
            <a:off x="6453761" y="4179944"/>
            <a:ext cx="4169789" cy="338554"/>
          </a:xfrm>
          <a:prstGeom prst="rect">
            <a:avLst/>
          </a:prstGeom>
          <a:noFill/>
        </p:spPr>
        <p:txBody>
          <a:bodyPr wrap="square">
            <a:spAutoFit/>
          </a:bodyPr>
          <a:lstStyle/>
          <a:p>
            <a:r>
              <a:rPr lang="zh-CN" altLang="zh-CN" sz="16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kern="1000" dirty="0">
                <a:effectLst/>
                <a:latin typeface="Times New Roman" panose="02020603050405020304" pitchFamily="18" charset="0"/>
                <a:ea typeface="宋体" panose="02010600030101010101" pitchFamily="2" charset="-122"/>
              </a:rPr>
              <a:t>2.13  D-H</a:t>
            </a:r>
            <a:r>
              <a:rPr lang="zh-CN" altLang="zh-CN" sz="1600" kern="1000" dirty="0">
                <a:effectLst/>
                <a:latin typeface="Times New Roman" panose="02020603050405020304" pitchFamily="18" charset="0"/>
                <a:ea typeface="宋体" panose="02010600030101010101" pitchFamily="2" charset="-122"/>
                <a:cs typeface="Times New Roman" panose="02020603050405020304" pitchFamily="18" charset="0"/>
              </a:rPr>
              <a:t>坐标系和连杆</a:t>
            </a:r>
            <a:r>
              <a:rPr lang="en-US" altLang="zh-CN" sz="1600" kern="1000" dirty="0">
                <a:effectLst/>
                <a:latin typeface="Times New Roman" panose="02020603050405020304" pitchFamily="18" charset="0"/>
                <a:ea typeface="宋体" panose="02010600030101010101" pitchFamily="2" charset="-122"/>
              </a:rPr>
              <a:t>4</a:t>
            </a:r>
            <a:r>
              <a:rPr lang="zh-CN" altLang="zh-CN" sz="1600" kern="1000" dirty="0">
                <a:effectLst/>
                <a:latin typeface="Times New Roman" panose="02020603050405020304" pitchFamily="18" charset="0"/>
                <a:ea typeface="宋体" panose="02010600030101010101" pitchFamily="2" charset="-122"/>
                <a:cs typeface="Times New Roman" panose="02020603050405020304" pitchFamily="18" charset="0"/>
              </a:rPr>
              <a:t>参数示意图</a:t>
            </a:r>
            <a:endParaRPr lang="zh-CN" altLang="en-US" sz="1600" dirty="0"/>
          </a:p>
        </p:txBody>
      </p:sp>
    </p:spTree>
    <p:extLst>
      <p:ext uri="{BB962C8B-B14F-4D97-AF65-F5344CB8AC3E}">
        <p14:creationId xmlns:p14="http://schemas.microsoft.com/office/powerpoint/2010/main" val="2609169323"/>
      </p:ext>
    </p:extLst>
  </p:cSld>
  <p:clrMapOvr>
    <a:masterClrMapping/>
  </p:clrMapOvr>
  <p:transition advTm="18857"/>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sp>
        <p:nvSpPr>
          <p:cNvPr id="4" name="文本框 3">
            <a:extLst>
              <a:ext uri="{FF2B5EF4-FFF2-40B4-BE49-F238E27FC236}">
                <a16:creationId xmlns:a16="http://schemas.microsoft.com/office/drawing/2014/main" id="{C2024E6D-CB8C-9072-C507-9A84C5856F17}"/>
              </a:ext>
            </a:extLst>
          </p:cNvPr>
          <p:cNvSpPr txBox="1"/>
          <p:nvPr/>
        </p:nvSpPr>
        <p:spPr>
          <a:xfrm>
            <a:off x="650448" y="999242"/>
            <a:ext cx="11001081" cy="4613892"/>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通过利用</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方法建立的连杆坐标系，可以得到相邻连杆之间的连杆变换矩阵。在坐标系变换中，连杆</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800" kern="1000" dirty="0">
                <a:effectLst/>
                <a:latin typeface="微软雅黑" panose="020B0503020204020204" pitchFamily="34" charset="-122"/>
                <a:ea typeface="微软雅黑" panose="020B0503020204020204" pitchFamily="34" charset="-122"/>
              </a:rPr>
              <a:t>的坐标系经过两次旋转和两次平移可以变换到连杆</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的坐标系。这</a:t>
            </a:r>
            <a:r>
              <a:rPr lang="en-US" altLang="zh-CN" sz="1800" kern="1000" dirty="0">
                <a:effectLst/>
                <a:latin typeface="微软雅黑" panose="020B0503020204020204" pitchFamily="34" charset="-122"/>
                <a:ea typeface="微软雅黑" panose="020B0503020204020204" pitchFamily="34" charset="-122"/>
              </a:rPr>
              <a:t>4</a:t>
            </a:r>
            <a:r>
              <a:rPr lang="zh-CN" altLang="zh-CN" sz="1800" kern="1000" dirty="0">
                <a:effectLst/>
                <a:latin typeface="微软雅黑" panose="020B0503020204020204" pitchFamily="34" charset="-122"/>
                <a:ea typeface="微软雅黑" panose="020B0503020204020204" pitchFamily="34" charset="-122"/>
              </a:rPr>
              <a:t>次变换分别如下。</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第</a:t>
            </a:r>
            <a:r>
              <a:rPr lang="en-US" altLang="zh-CN" sz="1800" kern="1000" dirty="0">
                <a:effectLst/>
                <a:latin typeface="微软雅黑" panose="020B0503020204020204" pitchFamily="34" charset="-122"/>
                <a:ea typeface="微软雅黑" panose="020B0503020204020204" pitchFamily="34" charset="-122"/>
              </a:rPr>
              <a:t>1</a:t>
            </a:r>
            <a:r>
              <a:rPr lang="zh-CN" altLang="en-US" sz="1800" kern="1000" dirty="0">
                <a:effectLst/>
                <a:latin typeface="微软雅黑" panose="020B0503020204020204" pitchFamily="34" charset="-122"/>
                <a:ea typeface="微软雅黑" panose="020B0503020204020204" pitchFamily="34" charset="-122"/>
              </a:rPr>
              <a:t>次：以     轴为转轴，旋转     角度，使新的       轴      与       轴同向。变换后的连杆      的坐标系如图</a:t>
            </a:r>
            <a:r>
              <a:rPr lang="en-US" altLang="zh-CN" sz="1800" kern="1000" dirty="0">
                <a:effectLst/>
                <a:latin typeface="微软雅黑" panose="020B0503020204020204" pitchFamily="34" charset="-122"/>
                <a:ea typeface="微软雅黑" panose="020B0503020204020204" pitchFamily="34" charset="-122"/>
              </a:rPr>
              <a:t>2.14(a)</a:t>
            </a:r>
            <a:r>
              <a:rPr lang="zh-CN" altLang="en-US" sz="1800" kern="1000" dirty="0">
                <a:effectLst/>
                <a:latin typeface="微软雅黑" panose="020B0503020204020204" pitchFamily="34" charset="-122"/>
                <a:ea typeface="微软雅黑" panose="020B0503020204020204" pitchFamily="34" charset="-122"/>
              </a:rPr>
              <a:t>所示。</a:t>
            </a: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第</a:t>
            </a:r>
            <a:r>
              <a:rPr lang="en-US" altLang="zh-CN" sz="1800" kern="1000" dirty="0">
                <a:effectLst/>
                <a:latin typeface="微软雅黑" panose="020B0503020204020204" pitchFamily="34" charset="-122"/>
                <a:ea typeface="微软雅黑" panose="020B0503020204020204" pitchFamily="34" charset="-122"/>
              </a:rPr>
              <a:t>2</a:t>
            </a:r>
            <a:r>
              <a:rPr lang="zh-CN" altLang="en-US" sz="1800" kern="1000" dirty="0">
                <a:effectLst/>
                <a:latin typeface="微软雅黑" panose="020B0503020204020204" pitchFamily="34" charset="-122"/>
                <a:ea typeface="微软雅黑" panose="020B0503020204020204" pitchFamily="34" charset="-122"/>
              </a:rPr>
              <a:t>次：沿     轴平移     ，使新的              移动到关节轴线     与      的公垂线与关节       的交点。变换后的连杆          的坐标系如图</a:t>
            </a:r>
            <a:r>
              <a:rPr lang="en-US" altLang="zh-CN" sz="1800" kern="1000" dirty="0">
                <a:effectLst/>
                <a:latin typeface="微软雅黑" panose="020B0503020204020204" pitchFamily="34" charset="-122"/>
                <a:ea typeface="微软雅黑" panose="020B0503020204020204" pitchFamily="34" charset="-122"/>
              </a:rPr>
              <a:t>2.14(b)</a:t>
            </a:r>
            <a:r>
              <a:rPr lang="zh-CN" altLang="en-US" sz="1800" kern="1000" dirty="0">
                <a:effectLst/>
                <a:latin typeface="微软雅黑" panose="020B0503020204020204" pitchFamily="34" charset="-122"/>
                <a:ea typeface="微软雅黑" panose="020B0503020204020204" pitchFamily="34" charset="-122"/>
              </a:rPr>
              <a:t>所示。</a:t>
            </a: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第</a:t>
            </a:r>
            <a:r>
              <a:rPr lang="en-US" altLang="zh-CN" sz="1800" kern="1000" dirty="0">
                <a:effectLst/>
                <a:latin typeface="微软雅黑" panose="020B0503020204020204" pitchFamily="34" charset="-122"/>
                <a:ea typeface="微软雅黑" panose="020B0503020204020204" pitchFamily="34" charset="-122"/>
              </a:rPr>
              <a:t>3</a:t>
            </a:r>
            <a:r>
              <a:rPr lang="zh-CN" altLang="en-US" sz="1800" kern="1000" dirty="0">
                <a:effectLst/>
                <a:latin typeface="微软雅黑" panose="020B0503020204020204" pitchFamily="34" charset="-122"/>
                <a:ea typeface="微软雅黑" panose="020B0503020204020204" pitchFamily="34" charset="-122"/>
              </a:rPr>
              <a:t>次：沿      轴</a:t>
            </a:r>
            <a:r>
              <a:rPr lang="en-US" altLang="zh-CN" sz="1800" kern="1000" dirty="0">
                <a:effectLst/>
                <a:latin typeface="微软雅黑" panose="020B0503020204020204" pitchFamily="34" charset="-122"/>
                <a:ea typeface="微软雅黑" panose="020B0503020204020204" pitchFamily="34" charset="-122"/>
              </a:rPr>
              <a:t>(      </a:t>
            </a:r>
            <a:r>
              <a:rPr lang="zh-CN" altLang="en-US" sz="1800" kern="1000" dirty="0">
                <a:effectLst/>
                <a:latin typeface="微软雅黑" panose="020B0503020204020204" pitchFamily="34" charset="-122"/>
                <a:ea typeface="微软雅黑" panose="020B0503020204020204" pitchFamily="34" charset="-122"/>
              </a:rPr>
              <a:t>轴</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平移      ，使新的           移动到       。变换后的连杆        的坐标系如图</a:t>
            </a:r>
            <a:r>
              <a:rPr lang="en-US" altLang="zh-CN" sz="1800" kern="1000" dirty="0">
                <a:effectLst/>
                <a:latin typeface="微软雅黑" panose="020B0503020204020204" pitchFamily="34" charset="-122"/>
                <a:ea typeface="微软雅黑" panose="020B0503020204020204" pitchFamily="34" charset="-122"/>
              </a:rPr>
              <a:t>2.14(c)</a:t>
            </a:r>
            <a:r>
              <a:rPr lang="zh-CN" altLang="en-US" sz="1800" kern="1000" dirty="0">
                <a:effectLst/>
                <a:latin typeface="微软雅黑" panose="020B0503020204020204" pitchFamily="34" charset="-122"/>
                <a:ea typeface="微软雅黑" panose="020B0503020204020204" pitchFamily="34" charset="-122"/>
              </a:rPr>
              <a:t>所示。</a:t>
            </a:r>
          </a:p>
          <a:p>
            <a:pPr indent="450000" algn="just">
              <a:lnSpc>
                <a:spcPct val="150000"/>
              </a:lnSpc>
            </a:pPr>
            <a:r>
              <a:rPr lang="zh-CN" altLang="en-US" sz="1800" kern="1000" dirty="0">
                <a:effectLst/>
                <a:latin typeface="微软雅黑" panose="020B0503020204020204" pitchFamily="34" charset="-122"/>
                <a:ea typeface="微软雅黑" panose="020B0503020204020204" pitchFamily="34" charset="-122"/>
              </a:rPr>
              <a:t>第</a:t>
            </a:r>
            <a:r>
              <a:rPr lang="en-US" altLang="zh-CN" sz="1800" kern="1000" dirty="0">
                <a:effectLst/>
                <a:latin typeface="微软雅黑" panose="020B0503020204020204" pitchFamily="34" charset="-122"/>
                <a:ea typeface="微软雅黑" panose="020B0503020204020204" pitchFamily="34" charset="-122"/>
              </a:rPr>
              <a:t>4</a:t>
            </a:r>
            <a:r>
              <a:rPr lang="zh-CN" altLang="en-US" sz="1800" kern="1000" dirty="0">
                <a:effectLst/>
                <a:latin typeface="微软雅黑" panose="020B0503020204020204" pitchFamily="34" charset="-122"/>
                <a:ea typeface="微软雅黑" panose="020B0503020204020204" pitchFamily="34" charset="-122"/>
              </a:rPr>
              <a:t>次：以    轴为转轴，旋转     角度，使新的       轴        与      轴同向。变换后的连杆      的坐标系如图</a:t>
            </a:r>
            <a:r>
              <a:rPr lang="en-US" altLang="zh-CN" sz="1800" kern="1000" dirty="0">
                <a:effectLst/>
                <a:latin typeface="微软雅黑" panose="020B0503020204020204" pitchFamily="34" charset="-122"/>
                <a:ea typeface="微软雅黑" panose="020B0503020204020204" pitchFamily="34" charset="-122"/>
              </a:rPr>
              <a:t>2.14(d)</a:t>
            </a:r>
            <a:r>
              <a:rPr lang="zh-CN" altLang="en-US" sz="1800" kern="1000" dirty="0">
                <a:effectLst/>
                <a:latin typeface="微软雅黑" panose="020B0503020204020204" pitchFamily="34" charset="-122"/>
                <a:ea typeface="微软雅黑" panose="020B0503020204020204" pitchFamily="34" charset="-122"/>
              </a:rPr>
              <a:t>所示。</a:t>
            </a: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pic>
        <p:nvPicPr>
          <p:cNvPr id="4098" name="Picture 2">
            <a:extLst>
              <a:ext uri="{FF2B5EF4-FFF2-40B4-BE49-F238E27FC236}">
                <a16:creationId xmlns:a16="http://schemas.microsoft.com/office/drawing/2014/main" id="{08CD8032-D91A-D96A-7C6A-AE6BF2F3CE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47630"/>
          <a:stretch>
            <a:fillRect/>
          </a:stretch>
        </p:blipFill>
        <p:spPr bwMode="auto">
          <a:xfrm>
            <a:off x="2293840" y="5035214"/>
            <a:ext cx="3926131" cy="1680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3">
            <a:extLst>
              <a:ext uri="{FF2B5EF4-FFF2-40B4-BE49-F238E27FC236}">
                <a16:creationId xmlns:a16="http://schemas.microsoft.com/office/drawing/2014/main" id="{7FF23C66-E2D5-DD68-66B7-DEC69C59B2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54132"/>
          <a:stretch>
            <a:fillRect/>
          </a:stretch>
        </p:blipFill>
        <p:spPr bwMode="auto">
          <a:xfrm>
            <a:off x="6852437" y="5035216"/>
            <a:ext cx="4477734" cy="1680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a:extLst>
              <a:ext uri="{FF2B5EF4-FFF2-40B4-BE49-F238E27FC236}">
                <a16:creationId xmlns:a16="http://schemas.microsoft.com/office/drawing/2014/main" id="{C453F6B7-7587-4722-D18F-BCE8368D5B13}"/>
              </a:ext>
            </a:extLst>
          </p:cNvPr>
          <p:cNvGraphicFramePr>
            <a:graphicFrameLocks noChangeAspect="1"/>
          </p:cNvGraphicFramePr>
          <p:nvPr>
            <p:extLst>
              <p:ext uri="{D42A27DB-BD31-4B8C-83A1-F6EECF244321}">
                <p14:modId xmlns:p14="http://schemas.microsoft.com/office/powerpoint/2010/main" val="2538619732"/>
              </p:ext>
            </p:extLst>
          </p:nvPr>
        </p:nvGraphicFramePr>
        <p:xfrm>
          <a:off x="10050804" y="1968414"/>
          <a:ext cx="393635" cy="255863"/>
        </p:xfrm>
        <a:graphic>
          <a:graphicData uri="http://schemas.openxmlformats.org/presentationml/2006/ole">
            <mc:AlternateContent xmlns:mc="http://schemas.openxmlformats.org/markup-compatibility/2006">
              <mc:Choice xmlns:v="urn:schemas-microsoft-com:vml" Requires="v">
                <p:oleObj name="Equation" r:id="rId4" imgW="253800" imgH="164880" progId="Equation.DSMT4">
                  <p:embed/>
                </p:oleObj>
              </mc:Choice>
              <mc:Fallback>
                <p:oleObj name="Equation" r:id="rId4" imgW="253800" imgH="164880" progId="Equation.DSMT4">
                  <p:embed/>
                  <p:pic>
                    <p:nvPicPr>
                      <p:cNvPr id="0" name=""/>
                      <p:cNvPicPr/>
                      <p:nvPr/>
                    </p:nvPicPr>
                    <p:blipFill>
                      <a:blip r:embed="rId5"/>
                      <a:stretch>
                        <a:fillRect/>
                      </a:stretch>
                    </p:blipFill>
                    <p:spPr>
                      <a:xfrm>
                        <a:off x="10050804" y="1968414"/>
                        <a:ext cx="393635" cy="255863"/>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92CDEF5B-41BF-F98B-66BB-5EBDAB559E5E}"/>
              </a:ext>
            </a:extLst>
          </p:cNvPr>
          <p:cNvGraphicFramePr>
            <a:graphicFrameLocks noChangeAspect="1"/>
          </p:cNvGraphicFramePr>
          <p:nvPr>
            <p:extLst>
              <p:ext uri="{D42A27DB-BD31-4B8C-83A1-F6EECF244321}">
                <p14:modId xmlns:p14="http://schemas.microsoft.com/office/powerpoint/2010/main" val="1841909312"/>
              </p:ext>
            </p:extLst>
          </p:nvPr>
        </p:nvGraphicFramePr>
        <p:xfrm>
          <a:off x="2217327" y="1911226"/>
          <a:ext cx="393635" cy="370480"/>
        </p:xfrm>
        <a:graphic>
          <a:graphicData uri="http://schemas.openxmlformats.org/presentationml/2006/ole">
            <mc:AlternateContent xmlns:mc="http://schemas.openxmlformats.org/markup-compatibility/2006">
              <mc:Choice xmlns:v="urn:schemas-microsoft-com:vml" Requires="v">
                <p:oleObj name="Equation" r:id="rId6" imgW="215640" imgH="203040" progId="Equation.DSMT4">
                  <p:embed/>
                </p:oleObj>
              </mc:Choice>
              <mc:Fallback>
                <p:oleObj name="Equation" r:id="rId6" imgW="215640" imgH="203040" progId="Equation.DSMT4">
                  <p:embed/>
                  <p:pic>
                    <p:nvPicPr>
                      <p:cNvPr id="0" name=""/>
                      <p:cNvPicPr/>
                      <p:nvPr/>
                    </p:nvPicPr>
                    <p:blipFill>
                      <a:blip r:embed="rId7"/>
                      <a:stretch>
                        <a:fillRect/>
                      </a:stretch>
                    </p:blipFill>
                    <p:spPr>
                      <a:xfrm>
                        <a:off x="2217327" y="1911226"/>
                        <a:ext cx="393635" cy="37048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B7401D9D-6CF1-E60D-3F5B-48592C092D92}"/>
              </a:ext>
            </a:extLst>
          </p:cNvPr>
          <p:cNvGraphicFramePr>
            <a:graphicFrameLocks noChangeAspect="1"/>
          </p:cNvGraphicFramePr>
          <p:nvPr>
            <p:extLst>
              <p:ext uri="{D42A27DB-BD31-4B8C-83A1-F6EECF244321}">
                <p14:modId xmlns:p14="http://schemas.microsoft.com/office/powerpoint/2010/main" val="3585870541"/>
              </p:ext>
            </p:extLst>
          </p:nvPr>
        </p:nvGraphicFramePr>
        <p:xfrm>
          <a:off x="4244484" y="1899288"/>
          <a:ext cx="270955" cy="394116"/>
        </p:xfrm>
        <a:graphic>
          <a:graphicData uri="http://schemas.openxmlformats.org/presentationml/2006/ole">
            <mc:AlternateContent xmlns:mc="http://schemas.openxmlformats.org/markup-compatibility/2006">
              <mc:Choice xmlns:v="urn:schemas-microsoft-com:vml" Requires="v">
                <p:oleObj name="Equation" r:id="rId8" imgW="139680" imgH="203040" progId="Equation.DSMT4">
                  <p:embed/>
                </p:oleObj>
              </mc:Choice>
              <mc:Fallback>
                <p:oleObj name="Equation" r:id="rId8" imgW="139680" imgH="203040" progId="Equation.DSMT4">
                  <p:embed/>
                  <p:pic>
                    <p:nvPicPr>
                      <p:cNvPr id="0" name=""/>
                      <p:cNvPicPr/>
                      <p:nvPr/>
                    </p:nvPicPr>
                    <p:blipFill>
                      <a:blip r:embed="rId9"/>
                      <a:stretch>
                        <a:fillRect/>
                      </a:stretch>
                    </p:blipFill>
                    <p:spPr>
                      <a:xfrm>
                        <a:off x="4244484" y="1899288"/>
                        <a:ext cx="270955" cy="39411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37D6C12-4514-D404-EB24-62C2E592252F}"/>
              </a:ext>
            </a:extLst>
          </p:cNvPr>
          <p:cNvGraphicFramePr>
            <a:graphicFrameLocks noChangeAspect="1"/>
          </p:cNvGraphicFramePr>
          <p:nvPr>
            <p:extLst>
              <p:ext uri="{D42A27DB-BD31-4B8C-83A1-F6EECF244321}">
                <p14:modId xmlns:p14="http://schemas.microsoft.com/office/powerpoint/2010/main" val="3360114820"/>
              </p:ext>
            </p:extLst>
          </p:nvPr>
        </p:nvGraphicFramePr>
        <p:xfrm>
          <a:off x="5899182" y="1874453"/>
          <a:ext cx="393635" cy="370480"/>
        </p:xfrm>
        <a:graphic>
          <a:graphicData uri="http://schemas.openxmlformats.org/presentationml/2006/ole">
            <mc:AlternateContent xmlns:mc="http://schemas.openxmlformats.org/markup-compatibility/2006">
              <mc:Choice xmlns:v="urn:schemas-microsoft-com:vml" Requires="v">
                <p:oleObj name="Equation" r:id="rId10" imgW="215640" imgH="203040" progId="Equation.DSMT4">
                  <p:embed/>
                </p:oleObj>
              </mc:Choice>
              <mc:Fallback>
                <p:oleObj name="Equation" r:id="rId10" imgW="215640" imgH="203040" progId="Equation.DSMT4">
                  <p:embed/>
                  <p:pic>
                    <p:nvPicPr>
                      <p:cNvPr id="0" name=""/>
                      <p:cNvPicPr/>
                      <p:nvPr/>
                    </p:nvPicPr>
                    <p:blipFill>
                      <a:blip r:embed="rId11"/>
                      <a:stretch>
                        <a:fillRect/>
                      </a:stretch>
                    </p:blipFill>
                    <p:spPr>
                      <a:xfrm>
                        <a:off x="5899182" y="1874453"/>
                        <a:ext cx="393635" cy="37048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FCBFC1E-D22E-66D0-7DA1-9A3643D5FA08}"/>
              </a:ext>
            </a:extLst>
          </p:cNvPr>
          <p:cNvGraphicFramePr>
            <a:graphicFrameLocks noChangeAspect="1"/>
          </p:cNvGraphicFramePr>
          <p:nvPr>
            <p:extLst>
              <p:ext uri="{D42A27DB-BD31-4B8C-83A1-F6EECF244321}">
                <p14:modId xmlns:p14="http://schemas.microsoft.com/office/powerpoint/2010/main" val="4003546877"/>
              </p:ext>
            </p:extLst>
          </p:nvPr>
        </p:nvGraphicFramePr>
        <p:xfrm>
          <a:off x="6589184" y="1977142"/>
          <a:ext cx="435245" cy="284583"/>
        </p:xfrm>
        <a:graphic>
          <a:graphicData uri="http://schemas.openxmlformats.org/presentationml/2006/ole">
            <mc:AlternateContent xmlns:mc="http://schemas.openxmlformats.org/markup-compatibility/2006">
              <mc:Choice xmlns:v="urn:schemas-microsoft-com:vml" Requires="v">
                <p:oleObj name="Equation" r:id="rId12" imgW="330120" imgH="215640" progId="Equation.DSMT4">
                  <p:embed/>
                </p:oleObj>
              </mc:Choice>
              <mc:Fallback>
                <p:oleObj name="Equation" r:id="rId12" imgW="330120" imgH="215640" progId="Equation.DSMT4">
                  <p:embed/>
                  <p:pic>
                    <p:nvPicPr>
                      <p:cNvPr id="0" name=""/>
                      <p:cNvPicPr/>
                      <p:nvPr/>
                    </p:nvPicPr>
                    <p:blipFill>
                      <a:blip r:embed="rId13"/>
                      <a:stretch>
                        <a:fillRect/>
                      </a:stretch>
                    </p:blipFill>
                    <p:spPr>
                      <a:xfrm>
                        <a:off x="6589184" y="1977142"/>
                        <a:ext cx="435245" cy="284583"/>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A0CA286-4359-0396-FF9B-415B3497E612}"/>
              </a:ext>
            </a:extLst>
          </p:cNvPr>
          <p:cNvGraphicFramePr>
            <a:graphicFrameLocks noChangeAspect="1"/>
          </p:cNvGraphicFramePr>
          <p:nvPr>
            <p:extLst>
              <p:ext uri="{D42A27DB-BD31-4B8C-83A1-F6EECF244321}">
                <p14:modId xmlns:p14="http://schemas.microsoft.com/office/powerpoint/2010/main" val="446336247"/>
              </p:ext>
            </p:extLst>
          </p:nvPr>
        </p:nvGraphicFramePr>
        <p:xfrm>
          <a:off x="7368301" y="1895441"/>
          <a:ext cx="270955" cy="394116"/>
        </p:xfrm>
        <a:graphic>
          <a:graphicData uri="http://schemas.openxmlformats.org/presentationml/2006/ole">
            <mc:AlternateContent xmlns:mc="http://schemas.openxmlformats.org/markup-compatibility/2006">
              <mc:Choice xmlns:v="urn:schemas-microsoft-com:vml" Requires="v">
                <p:oleObj name="Equation" r:id="rId14" imgW="139680" imgH="203040" progId="Equation.DSMT4">
                  <p:embed/>
                </p:oleObj>
              </mc:Choice>
              <mc:Fallback>
                <p:oleObj name="Equation" r:id="rId14" imgW="139680" imgH="203040" progId="Equation.DSMT4">
                  <p:embed/>
                  <p:pic>
                    <p:nvPicPr>
                      <p:cNvPr id="0" name=""/>
                      <p:cNvPicPr/>
                      <p:nvPr/>
                    </p:nvPicPr>
                    <p:blipFill>
                      <a:blip r:embed="rId15"/>
                      <a:stretch>
                        <a:fillRect/>
                      </a:stretch>
                    </p:blipFill>
                    <p:spPr>
                      <a:xfrm>
                        <a:off x="7368301" y="1895441"/>
                        <a:ext cx="270955" cy="39411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F599FD1C-22C5-82D7-24F8-9ECF220B0737}"/>
              </a:ext>
            </a:extLst>
          </p:cNvPr>
          <p:cNvGraphicFramePr>
            <a:graphicFrameLocks noChangeAspect="1"/>
          </p:cNvGraphicFramePr>
          <p:nvPr>
            <p:extLst>
              <p:ext uri="{D42A27DB-BD31-4B8C-83A1-F6EECF244321}">
                <p14:modId xmlns:p14="http://schemas.microsoft.com/office/powerpoint/2010/main" val="4257428097"/>
              </p:ext>
            </p:extLst>
          </p:nvPr>
        </p:nvGraphicFramePr>
        <p:xfrm>
          <a:off x="2252588" y="2731672"/>
          <a:ext cx="358374" cy="337293"/>
        </p:xfrm>
        <a:graphic>
          <a:graphicData uri="http://schemas.openxmlformats.org/presentationml/2006/ole">
            <mc:AlternateContent xmlns:mc="http://schemas.openxmlformats.org/markup-compatibility/2006">
              <mc:Choice xmlns:v="urn:schemas-microsoft-com:vml" Requires="v">
                <p:oleObj name="Equation" r:id="rId16" imgW="215640" imgH="203040" progId="Equation.DSMT4">
                  <p:embed/>
                </p:oleObj>
              </mc:Choice>
              <mc:Fallback>
                <p:oleObj name="Equation" r:id="rId16" imgW="215640" imgH="203040" progId="Equation.DSMT4">
                  <p:embed/>
                  <p:pic>
                    <p:nvPicPr>
                      <p:cNvPr id="0" name=""/>
                      <p:cNvPicPr/>
                      <p:nvPr/>
                    </p:nvPicPr>
                    <p:blipFill>
                      <a:blip r:embed="rId17"/>
                      <a:stretch>
                        <a:fillRect/>
                      </a:stretch>
                    </p:blipFill>
                    <p:spPr>
                      <a:xfrm>
                        <a:off x="2252588" y="2731672"/>
                        <a:ext cx="358374" cy="33729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593BCE5A-F84D-0D13-4C1E-E1DFC3EB9F51}"/>
              </a:ext>
            </a:extLst>
          </p:cNvPr>
          <p:cNvGraphicFramePr>
            <a:graphicFrameLocks noChangeAspect="1"/>
          </p:cNvGraphicFramePr>
          <p:nvPr>
            <p:extLst>
              <p:ext uri="{D42A27DB-BD31-4B8C-83A1-F6EECF244321}">
                <p14:modId xmlns:p14="http://schemas.microsoft.com/office/powerpoint/2010/main" val="2884903191"/>
              </p:ext>
            </p:extLst>
          </p:nvPr>
        </p:nvGraphicFramePr>
        <p:xfrm>
          <a:off x="3348109" y="2731672"/>
          <a:ext cx="252930" cy="337240"/>
        </p:xfrm>
        <a:graphic>
          <a:graphicData uri="http://schemas.openxmlformats.org/presentationml/2006/ole">
            <mc:AlternateContent xmlns:mc="http://schemas.openxmlformats.org/markup-compatibility/2006">
              <mc:Choice xmlns:v="urn:schemas-microsoft-com:vml" Requires="v">
                <p:oleObj name="Equation" r:id="rId18" imgW="152280" imgH="203040" progId="Equation.DSMT4">
                  <p:embed/>
                </p:oleObj>
              </mc:Choice>
              <mc:Fallback>
                <p:oleObj name="Equation" r:id="rId18" imgW="152280" imgH="203040" progId="Equation.DSMT4">
                  <p:embed/>
                  <p:pic>
                    <p:nvPicPr>
                      <p:cNvPr id="0" name=""/>
                      <p:cNvPicPr/>
                      <p:nvPr/>
                    </p:nvPicPr>
                    <p:blipFill>
                      <a:blip r:embed="rId19"/>
                      <a:stretch>
                        <a:fillRect/>
                      </a:stretch>
                    </p:blipFill>
                    <p:spPr>
                      <a:xfrm>
                        <a:off x="3348109" y="2731672"/>
                        <a:ext cx="252930" cy="33724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D9135CE5-D851-5806-8828-C6B28ED097B8}"/>
              </a:ext>
            </a:extLst>
          </p:cNvPr>
          <p:cNvGraphicFramePr>
            <a:graphicFrameLocks noChangeAspect="1"/>
          </p:cNvGraphicFramePr>
          <p:nvPr>
            <p:extLst>
              <p:ext uri="{D42A27DB-BD31-4B8C-83A1-F6EECF244321}">
                <p14:modId xmlns:p14="http://schemas.microsoft.com/office/powerpoint/2010/main" val="1591007803"/>
              </p:ext>
            </p:extLst>
          </p:nvPr>
        </p:nvGraphicFramePr>
        <p:xfrm>
          <a:off x="4597137" y="2798692"/>
          <a:ext cx="743105" cy="270220"/>
        </p:xfrm>
        <a:graphic>
          <a:graphicData uri="http://schemas.openxmlformats.org/presentationml/2006/ole">
            <mc:AlternateContent xmlns:mc="http://schemas.openxmlformats.org/markup-compatibility/2006">
              <mc:Choice xmlns:v="urn:schemas-microsoft-com:vml" Requires="v">
                <p:oleObj name="Equation" r:id="rId20" imgW="558720" imgH="203040" progId="Equation.DSMT4">
                  <p:embed/>
                </p:oleObj>
              </mc:Choice>
              <mc:Fallback>
                <p:oleObj name="Equation" r:id="rId20" imgW="558720" imgH="203040" progId="Equation.DSMT4">
                  <p:embed/>
                  <p:pic>
                    <p:nvPicPr>
                      <p:cNvPr id="0" name=""/>
                      <p:cNvPicPr/>
                      <p:nvPr/>
                    </p:nvPicPr>
                    <p:blipFill>
                      <a:blip r:embed="rId21"/>
                      <a:stretch>
                        <a:fillRect/>
                      </a:stretch>
                    </p:blipFill>
                    <p:spPr>
                      <a:xfrm>
                        <a:off x="4597137" y="2798692"/>
                        <a:ext cx="743105" cy="27022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788C98C3-533E-688C-58E8-6A8F0CB9B1A3}"/>
              </a:ext>
            </a:extLst>
          </p:cNvPr>
          <p:cNvGraphicFramePr>
            <a:graphicFrameLocks noChangeAspect="1"/>
          </p:cNvGraphicFramePr>
          <p:nvPr>
            <p:extLst>
              <p:ext uri="{D42A27DB-BD31-4B8C-83A1-F6EECF244321}">
                <p14:modId xmlns:p14="http://schemas.microsoft.com/office/powerpoint/2010/main" val="2437899084"/>
              </p:ext>
            </p:extLst>
          </p:nvPr>
        </p:nvGraphicFramePr>
        <p:xfrm>
          <a:off x="7175248" y="2739524"/>
          <a:ext cx="196724" cy="337241"/>
        </p:xfrm>
        <a:graphic>
          <a:graphicData uri="http://schemas.openxmlformats.org/presentationml/2006/ole">
            <mc:AlternateContent xmlns:mc="http://schemas.openxmlformats.org/markup-compatibility/2006">
              <mc:Choice xmlns:v="urn:schemas-microsoft-com:vml" Requires="v">
                <p:oleObj name="Equation" r:id="rId22" imgW="88560" imgH="152280" progId="Equation.DSMT4">
                  <p:embed/>
                </p:oleObj>
              </mc:Choice>
              <mc:Fallback>
                <p:oleObj name="Equation" r:id="rId22" imgW="88560" imgH="152280" progId="Equation.DSMT4">
                  <p:embed/>
                  <p:pic>
                    <p:nvPicPr>
                      <p:cNvPr id="0" name=""/>
                      <p:cNvPicPr/>
                      <p:nvPr/>
                    </p:nvPicPr>
                    <p:blipFill>
                      <a:blip r:embed="rId23"/>
                      <a:stretch>
                        <a:fillRect/>
                      </a:stretch>
                    </p:blipFill>
                    <p:spPr>
                      <a:xfrm>
                        <a:off x="7175248" y="2739524"/>
                        <a:ext cx="196724" cy="337241"/>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337669F5-ECA2-4A13-7B02-85E0816A9256}"/>
              </a:ext>
            </a:extLst>
          </p:cNvPr>
          <p:cNvGraphicFramePr>
            <a:graphicFrameLocks noChangeAspect="1"/>
          </p:cNvGraphicFramePr>
          <p:nvPr>
            <p:extLst>
              <p:ext uri="{D42A27DB-BD31-4B8C-83A1-F6EECF244321}">
                <p14:modId xmlns:p14="http://schemas.microsoft.com/office/powerpoint/2010/main" val="2017560777"/>
              </p:ext>
            </p:extLst>
          </p:nvPr>
        </p:nvGraphicFramePr>
        <p:xfrm>
          <a:off x="7670488" y="2758421"/>
          <a:ext cx="477680" cy="310492"/>
        </p:xfrm>
        <a:graphic>
          <a:graphicData uri="http://schemas.openxmlformats.org/presentationml/2006/ole">
            <mc:AlternateContent xmlns:mc="http://schemas.openxmlformats.org/markup-compatibility/2006">
              <mc:Choice xmlns:v="urn:schemas-microsoft-com:vml" Requires="v">
                <p:oleObj name="Equation" r:id="rId24" imgW="253800" imgH="164880" progId="Equation.DSMT4">
                  <p:embed/>
                </p:oleObj>
              </mc:Choice>
              <mc:Fallback>
                <p:oleObj name="Equation" r:id="rId24" imgW="253800" imgH="164880" progId="Equation.DSMT4">
                  <p:embed/>
                  <p:pic>
                    <p:nvPicPr>
                      <p:cNvPr id="0" name=""/>
                      <p:cNvPicPr/>
                      <p:nvPr/>
                    </p:nvPicPr>
                    <p:blipFill>
                      <a:blip r:embed="rId25"/>
                      <a:stretch>
                        <a:fillRect/>
                      </a:stretch>
                    </p:blipFill>
                    <p:spPr>
                      <a:xfrm>
                        <a:off x="7670488" y="2758421"/>
                        <a:ext cx="477680" cy="31049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91ADC7B4-8021-E46C-F490-92AD19F7894B}"/>
              </a:ext>
            </a:extLst>
          </p:cNvPr>
          <p:cNvGraphicFramePr>
            <a:graphicFrameLocks noChangeAspect="1"/>
          </p:cNvGraphicFramePr>
          <p:nvPr>
            <p:extLst>
              <p:ext uri="{D42A27DB-BD31-4B8C-83A1-F6EECF244321}">
                <p14:modId xmlns:p14="http://schemas.microsoft.com/office/powerpoint/2010/main" val="1600482462"/>
              </p:ext>
            </p:extLst>
          </p:nvPr>
        </p:nvGraphicFramePr>
        <p:xfrm>
          <a:off x="9835988" y="2786908"/>
          <a:ext cx="196850" cy="336550"/>
        </p:xfrm>
        <a:graphic>
          <a:graphicData uri="http://schemas.openxmlformats.org/presentationml/2006/ole">
            <mc:AlternateContent xmlns:mc="http://schemas.openxmlformats.org/markup-compatibility/2006">
              <mc:Choice xmlns:v="urn:schemas-microsoft-com:vml" Requires="v">
                <p:oleObj name="Equation" r:id="rId26" imgW="196575" imgH="336972" progId="Equation.DSMT4">
                  <p:embed/>
                </p:oleObj>
              </mc:Choice>
              <mc:Fallback>
                <p:oleObj name="Equation" r:id="rId26" imgW="196575" imgH="336972" progId="Equation.DSMT4">
                  <p:embed/>
                  <p:pic>
                    <p:nvPicPr>
                      <p:cNvPr id="0" name=""/>
                      <p:cNvPicPr/>
                      <p:nvPr/>
                    </p:nvPicPr>
                    <p:blipFill>
                      <a:blip r:embed="rId27"/>
                      <a:stretch>
                        <a:fillRect/>
                      </a:stretch>
                    </p:blipFill>
                    <p:spPr>
                      <a:xfrm>
                        <a:off x="9835988" y="2786908"/>
                        <a:ext cx="196850" cy="33655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F3C760EB-BB90-5297-6BEF-E6B50A55765D}"/>
              </a:ext>
            </a:extLst>
          </p:cNvPr>
          <p:cNvGraphicFramePr>
            <a:graphicFrameLocks noChangeAspect="1"/>
          </p:cNvGraphicFramePr>
          <p:nvPr>
            <p:extLst>
              <p:ext uri="{D42A27DB-BD31-4B8C-83A1-F6EECF244321}">
                <p14:modId xmlns:p14="http://schemas.microsoft.com/office/powerpoint/2010/main" val="88442272"/>
              </p:ext>
            </p:extLst>
          </p:nvPr>
        </p:nvGraphicFramePr>
        <p:xfrm>
          <a:off x="1736364" y="3166712"/>
          <a:ext cx="403520" cy="262288"/>
        </p:xfrm>
        <a:graphic>
          <a:graphicData uri="http://schemas.openxmlformats.org/presentationml/2006/ole">
            <mc:AlternateContent xmlns:mc="http://schemas.openxmlformats.org/markup-compatibility/2006">
              <mc:Choice xmlns:v="urn:schemas-microsoft-com:vml" Requires="v">
                <p:oleObj name="Equation" r:id="rId28" imgW="253800" imgH="164880" progId="Equation.DSMT4">
                  <p:embed/>
                </p:oleObj>
              </mc:Choice>
              <mc:Fallback>
                <p:oleObj name="Equation" r:id="rId28" imgW="253800" imgH="164880" progId="Equation.DSMT4">
                  <p:embed/>
                  <p:pic>
                    <p:nvPicPr>
                      <p:cNvPr id="0" name=""/>
                      <p:cNvPicPr/>
                      <p:nvPr/>
                    </p:nvPicPr>
                    <p:blipFill>
                      <a:blip r:embed="rId29"/>
                      <a:stretch>
                        <a:fillRect/>
                      </a:stretch>
                    </p:blipFill>
                    <p:spPr>
                      <a:xfrm>
                        <a:off x="1736364" y="3166712"/>
                        <a:ext cx="403520" cy="262288"/>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F3D02B88-95AF-0D08-6A30-CC6A90E342FB}"/>
              </a:ext>
            </a:extLst>
          </p:cNvPr>
          <p:cNvGraphicFramePr>
            <a:graphicFrameLocks noChangeAspect="1"/>
          </p:cNvGraphicFramePr>
          <p:nvPr>
            <p:extLst>
              <p:ext uri="{D42A27DB-BD31-4B8C-83A1-F6EECF244321}">
                <p14:modId xmlns:p14="http://schemas.microsoft.com/office/powerpoint/2010/main" val="1925287028"/>
              </p:ext>
            </p:extLst>
          </p:nvPr>
        </p:nvGraphicFramePr>
        <p:xfrm>
          <a:off x="2234957" y="3588257"/>
          <a:ext cx="358374" cy="337293"/>
        </p:xfrm>
        <a:graphic>
          <a:graphicData uri="http://schemas.openxmlformats.org/presentationml/2006/ole">
            <mc:AlternateContent xmlns:mc="http://schemas.openxmlformats.org/markup-compatibility/2006">
              <mc:Choice xmlns:v="urn:schemas-microsoft-com:vml" Requires="v">
                <p:oleObj name="Equation" r:id="rId30" imgW="215640" imgH="203040" progId="Equation.DSMT4">
                  <p:embed/>
                </p:oleObj>
              </mc:Choice>
              <mc:Fallback>
                <p:oleObj name="Equation" r:id="rId30" imgW="215640" imgH="203040" progId="Equation.DSMT4">
                  <p:embed/>
                  <p:pic>
                    <p:nvPicPr>
                      <p:cNvPr id="0" name=""/>
                      <p:cNvPicPr/>
                      <p:nvPr/>
                    </p:nvPicPr>
                    <p:blipFill>
                      <a:blip r:embed="rId31"/>
                      <a:stretch>
                        <a:fillRect/>
                      </a:stretch>
                    </p:blipFill>
                    <p:spPr>
                      <a:xfrm>
                        <a:off x="2234957" y="3588257"/>
                        <a:ext cx="358374" cy="33729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CF98B409-5AB1-9C71-2067-99B551EFC09C}"/>
              </a:ext>
            </a:extLst>
          </p:cNvPr>
          <p:cNvGraphicFramePr>
            <a:graphicFrameLocks noChangeAspect="1"/>
          </p:cNvGraphicFramePr>
          <p:nvPr>
            <p:extLst>
              <p:ext uri="{D42A27DB-BD31-4B8C-83A1-F6EECF244321}">
                <p14:modId xmlns:p14="http://schemas.microsoft.com/office/powerpoint/2010/main" val="1049645131"/>
              </p:ext>
            </p:extLst>
          </p:nvPr>
        </p:nvGraphicFramePr>
        <p:xfrm>
          <a:off x="3075561" y="3576473"/>
          <a:ext cx="252930" cy="367898"/>
        </p:xfrm>
        <a:graphic>
          <a:graphicData uri="http://schemas.openxmlformats.org/presentationml/2006/ole">
            <mc:AlternateContent xmlns:mc="http://schemas.openxmlformats.org/markup-compatibility/2006">
              <mc:Choice xmlns:v="urn:schemas-microsoft-com:vml" Requires="v">
                <p:oleObj name="Equation" r:id="rId32" imgW="139680" imgH="203040" progId="Equation.DSMT4">
                  <p:embed/>
                </p:oleObj>
              </mc:Choice>
              <mc:Fallback>
                <p:oleObj name="Equation" r:id="rId32" imgW="139680" imgH="203040" progId="Equation.DSMT4">
                  <p:embed/>
                  <p:pic>
                    <p:nvPicPr>
                      <p:cNvPr id="0" name=""/>
                      <p:cNvPicPr/>
                      <p:nvPr/>
                    </p:nvPicPr>
                    <p:blipFill>
                      <a:blip r:embed="rId33"/>
                      <a:stretch>
                        <a:fillRect/>
                      </a:stretch>
                    </p:blipFill>
                    <p:spPr>
                      <a:xfrm>
                        <a:off x="3075561" y="3576473"/>
                        <a:ext cx="252930" cy="367898"/>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64E313E3-DD35-4F13-A653-3480087DB94F}"/>
              </a:ext>
            </a:extLst>
          </p:cNvPr>
          <p:cNvGraphicFramePr>
            <a:graphicFrameLocks noChangeAspect="1"/>
          </p:cNvGraphicFramePr>
          <p:nvPr>
            <p:extLst>
              <p:ext uri="{D42A27DB-BD31-4B8C-83A1-F6EECF244321}">
                <p14:modId xmlns:p14="http://schemas.microsoft.com/office/powerpoint/2010/main" val="3593505042"/>
              </p:ext>
            </p:extLst>
          </p:nvPr>
        </p:nvGraphicFramePr>
        <p:xfrm>
          <a:off x="4265399" y="3588256"/>
          <a:ext cx="250040" cy="363695"/>
        </p:xfrm>
        <a:graphic>
          <a:graphicData uri="http://schemas.openxmlformats.org/presentationml/2006/ole">
            <mc:AlternateContent xmlns:mc="http://schemas.openxmlformats.org/markup-compatibility/2006">
              <mc:Choice xmlns:v="urn:schemas-microsoft-com:vml" Requires="v">
                <p:oleObj name="Equation" r:id="rId34" imgW="139680" imgH="203040" progId="Equation.DSMT4">
                  <p:embed/>
                </p:oleObj>
              </mc:Choice>
              <mc:Fallback>
                <p:oleObj name="Equation" r:id="rId34" imgW="139680" imgH="203040" progId="Equation.DSMT4">
                  <p:embed/>
                  <p:pic>
                    <p:nvPicPr>
                      <p:cNvPr id="0" name=""/>
                      <p:cNvPicPr/>
                      <p:nvPr/>
                    </p:nvPicPr>
                    <p:blipFill>
                      <a:blip r:embed="rId35"/>
                      <a:stretch>
                        <a:fillRect/>
                      </a:stretch>
                    </p:blipFill>
                    <p:spPr>
                      <a:xfrm>
                        <a:off x="4265399" y="3588256"/>
                        <a:ext cx="250040" cy="363695"/>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C3ED1387-C597-78A2-0DD8-685BE0109FDC}"/>
              </a:ext>
            </a:extLst>
          </p:cNvPr>
          <p:cNvGraphicFramePr>
            <a:graphicFrameLocks noChangeAspect="1"/>
          </p:cNvGraphicFramePr>
          <p:nvPr>
            <p:extLst>
              <p:ext uri="{D42A27DB-BD31-4B8C-83A1-F6EECF244321}">
                <p14:modId xmlns:p14="http://schemas.microsoft.com/office/powerpoint/2010/main" val="1482866190"/>
              </p:ext>
            </p:extLst>
          </p:nvPr>
        </p:nvGraphicFramePr>
        <p:xfrm>
          <a:off x="5459776" y="3614612"/>
          <a:ext cx="782601" cy="284582"/>
        </p:xfrm>
        <a:graphic>
          <a:graphicData uri="http://schemas.openxmlformats.org/presentationml/2006/ole">
            <mc:AlternateContent xmlns:mc="http://schemas.openxmlformats.org/markup-compatibility/2006">
              <mc:Choice xmlns:v="urn:schemas-microsoft-com:vml" Requires="v">
                <p:oleObj name="Equation" r:id="rId36" imgW="558720" imgH="203040" progId="Equation.DSMT4">
                  <p:embed/>
                </p:oleObj>
              </mc:Choice>
              <mc:Fallback>
                <p:oleObj name="Equation" r:id="rId36" imgW="558720" imgH="203040" progId="Equation.DSMT4">
                  <p:embed/>
                  <p:pic>
                    <p:nvPicPr>
                      <p:cNvPr id="0" name=""/>
                      <p:cNvPicPr/>
                      <p:nvPr/>
                    </p:nvPicPr>
                    <p:blipFill>
                      <a:blip r:embed="rId37"/>
                      <a:stretch>
                        <a:fillRect/>
                      </a:stretch>
                    </p:blipFill>
                    <p:spPr>
                      <a:xfrm>
                        <a:off x="5459776" y="3614612"/>
                        <a:ext cx="782601" cy="284582"/>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2BE4CC3A-F843-7AAA-AE82-9FAAB2643959}"/>
              </a:ext>
            </a:extLst>
          </p:cNvPr>
          <p:cNvGraphicFramePr>
            <a:graphicFrameLocks noChangeAspect="1"/>
          </p:cNvGraphicFramePr>
          <p:nvPr>
            <p:extLst>
              <p:ext uri="{D42A27DB-BD31-4B8C-83A1-F6EECF244321}">
                <p14:modId xmlns:p14="http://schemas.microsoft.com/office/powerpoint/2010/main" val="2688977368"/>
              </p:ext>
            </p:extLst>
          </p:nvPr>
        </p:nvGraphicFramePr>
        <p:xfrm>
          <a:off x="6955139" y="3596414"/>
          <a:ext cx="250040" cy="307742"/>
        </p:xfrm>
        <a:graphic>
          <a:graphicData uri="http://schemas.openxmlformats.org/presentationml/2006/ole">
            <mc:AlternateContent xmlns:mc="http://schemas.openxmlformats.org/markup-compatibility/2006">
              <mc:Choice xmlns:v="urn:schemas-microsoft-com:vml" Requires="v">
                <p:oleObj name="Equation" r:id="rId38" imgW="164880" imgH="203040" progId="Equation.DSMT4">
                  <p:embed/>
                </p:oleObj>
              </mc:Choice>
              <mc:Fallback>
                <p:oleObj name="Equation" r:id="rId38" imgW="164880" imgH="203040" progId="Equation.DSMT4">
                  <p:embed/>
                  <p:pic>
                    <p:nvPicPr>
                      <p:cNvPr id="0" name=""/>
                      <p:cNvPicPr/>
                      <p:nvPr/>
                    </p:nvPicPr>
                    <p:blipFill>
                      <a:blip r:embed="rId39"/>
                      <a:stretch>
                        <a:fillRect/>
                      </a:stretch>
                    </p:blipFill>
                    <p:spPr>
                      <a:xfrm>
                        <a:off x="6955139" y="3596414"/>
                        <a:ext cx="250040" cy="307742"/>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2312B1A8-653E-24A6-B75D-0BD36B83096A}"/>
              </a:ext>
            </a:extLst>
          </p:cNvPr>
          <p:cNvGraphicFramePr>
            <a:graphicFrameLocks noChangeAspect="1"/>
          </p:cNvGraphicFramePr>
          <p:nvPr>
            <p:extLst>
              <p:ext uri="{D42A27DB-BD31-4B8C-83A1-F6EECF244321}">
                <p14:modId xmlns:p14="http://schemas.microsoft.com/office/powerpoint/2010/main" val="1220624962"/>
              </p:ext>
            </p:extLst>
          </p:nvPr>
        </p:nvGraphicFramePr>
        <p:xfrm>
          <a:off x="9047354" y="3614612"/>
          <a:ext cx="437818" cy="284582"/>
        </p:xfrm>
        <a:graphic>
          <a:graphicData uri="http://schemas.openxmlformats.org/presentationml/2006/ole">
            <mc:AlternateContent xmlns:mc="http://schemas.openxmlformats.org/markup-compatibility/2006">
              <mc:Choice xmlns:v="urn:schemas-microsoft-com:vml" Requires="v">
                <p:oleObj name="Equation" r:id="rId40" imgW="253800" imgH="164880" progId="Equation.DSMT4">
                  <p:embed/>
                </p:oleObj>
              </mc:Choice>
              <mc:Fallback>
                <p:oleObj name="Equation" r:id="rId40" imgW="253800" imgH="164880" progId="Equation.DSMT4">
                  <p:embed/>
                  <p:pic>
                    <p:nvPicPr>
                      <p:cNvPr id="0" name=""/>
                      <p:cNvPicPr/>
                      <p:nvPr/>
                    </p:nvPicPr>
                    <p:blipFill>
                      <a:blip r:embed="rId41"/>
                      <a:stretch>
                        <a:fillRect/>
                      </a:stretch>
                    </p:blipFill>
                    <p:spPr>
                      <a:xfrm>
                        <a:off x="9047354" y="3614612"/>
                        <a:ext cx="437818" cy="284582"/>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AE2DFBEA-9B77-C9D5-CE81-E9150495E9B8}"/>
              </a:ext>
            </a:extLst>
          </p:cNvPr>
          <p:cNvGraphicFramePr>
            <a:graphicFrameLocks noChangeAspect="1"/>
          </p:cNvGraphicFramePr>
          <p:nvPr>
            <p:extLst>
              <p:ext uri="{D42A27DB-BD31-4B8C-83A1-F6EECF244321}">
                <p14:modId xmlns:p14="http://schemas.microsoft.com/office/powerpoint/2010/main" val="2792310125"/>
              </p:ext>
            </p:extLst>
          </p:nvPr>
        </p:nvGraphicFramePr>
        <p:xfrm>
          <a:off x="2252588" y="4346521"/>
          <a:ext cx="254705" cy="370480"/>
        </p:xfrm>
        <a:graphic>
          <a:graphicData uri="http://schemas.openxmlformats.org/presentationml/2006/ole">
            <mc:AlternateContent xmlns:mc="http://schemas.openxmlformats.org/markup-compatibility/2006">
              <mc:Choice xmlns:v="urn:schemas-microsoft-com:vml" Requires="v">
                <p:oleObj name="Equation" r:id="rId42" imgW="139680" imgH="203040" progId="Equation.DSMT4">
                  <p:embed/>
                </p:oleObj>
              </mc:Choice>
              <mc:Fallback>
                <p:oleObj name="Equation" r:id="rId42" imgW="139680" imgH="203040" progId="Equation.DSMT4">
                  <p:embed/>
                  <p:pic>
                    <p:nvPicPr>
                      <p:cNvPr id="0" name=""/>
                      <p:cNvPicPr/>
                      <p:nvPr/>
                    </p:nvPicPr>
                    <p:blipFill>
                      <a:blip r:embed="rId43"/>
                      <a:stretch>
                        <a:fillRect/>
                      </a:stretch>
                    </p:blipFill>
                    <p:spPr>
                      <a:xfrm>
                        <a:off x="2252588" y="4346521"/>
                        <a:ext cx="254705" cy="370480"/>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77864523-A36B-A1BC-5069-138D13F23F1E}"/>
              </a:ext>
            </a:extLst>
          </p:cNvPr>
          <p:cNvGraphicFramePr>
            <a:graphicFrameLocks noChangeAspect="1"/>
          </p:cNvGraphicFramePr>
          <p:nvPr>
            <p:extLst>
              <p:ext uri="{D42A27DB-BD31-4B8C-83A1-F6EECF244321}">
                <p14:modId xmlns:p14="http://schemas.microsoft.com/office/powerpoint/2010/main" val="1234463661"/>
              </p:ext>
            </p:extLst>
          </p:nvPr>
        </p:nvGraphicFramePr>
        <p:xfrm>
          <a:off x="4145531" y="4348214"/>
          <a:ext cx="277859" cy="370479"/>
        </p:xfrm>
        <a:graphic>
          <a:graphicData uri="http://schemas.openxmlformats.org/presentationml/2006/ole">
            <mc:AlternateContent xmlns:mc="http://schemas.openxmlformats.org/markup-compatibility/2006">
              <mc:Choice xmlns:v="urn:schemas-microsoft-com:vml" Requires="v">
                <p:oleObj name="Equation" r:id="rId44" imgW="152280" imgH="203040" progId="Equation.DSMT4">
                  <p:embed/>
                </p:oleObj>
              </mc:Choice>
              <mc:Fallback>
                <p:oleObj name="Equation" r:id="rId44" imgW="152280" imgH="203040" progId="Equation.DSMT4">
                  <p:embed/>
                  <p:pic>
                    <p:nvPicPr>
                      <p:cNvPr id="0" name=""/>
                      <p:cNvPicPr/>
                      <p:nvPr/>
                    </p:nvPicPr>
                    <p:blipFill>
                      <a:blip r:embed="rId45"/>
                      <a:stretch>
                        <a:fillRect/>
                      </a:stretch>
                    </p:blipFill>
                    <p:spPr>
                      <a:xfrm>
                        <a:off x="4145531" y="4348214"/>
                        <a:ext cx="277859" cy="370479"/>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C5EBBD69-2D79-C0E6-7527-20C419FFB7C6}"/>
              </a:ext>
            </a:extLst>
          </p:cNvPr>
          <p:cNvGraphicFramePr>
            <a:graphicFrameLocks noChangeAspect="1"/>
          </p:cNvGraphicFramePr>
          <p:nvPr>
            <p:extLst>
              <p:ext uri="{D42A27DB-BD31-4B8C-83A1-F6EECF244321}">
                <p14:modId xmlns:p14="http://schemas.microsoft.com/office/powerpoint/2010/main" val="1453037956"/>
              </p:ext>
            </p:extLst>
          </p:nvPr>
        </p:nvGraphicFramePr>
        <p:xfrm>
          <a:off x="5924787" y="4388192"/>
          <a:ext cx="368030" cy="346381"/>
        </p:xfrm>
        <a:graphic>
          <a:graphicData uri="http://schemas.openxmlformats.org/presentationml/2006/ole">
            <mc:AlternateContent xmlns:mc="http://schemas.openxmlformats.org/markup-compatibility/2006">
              <mc:Choice xmlns:v="urn:schemas-microsoft-com:vml" Requires="v">
                <p:oleObj name="Equation" r:id="rId46" imgW="215640" imgH="203040" progId="Equation.DSMT4">
                  <p:embed/>
                </p:oleObj>
              </mc:Choice>
              <mc:Fallback>
                <p:oleObj name="Equation" r:id="rId46" imgW="215640" imgH="203040" progId="Equation.DSMT4">
                  <p:embed/>
                  <p:pic>
                    <p:nvPicPr>
                      <p:cNvPr id="0" name=""/>
                      <p:cNvPicPr/>
                      <p:nvPr/>
                    </p:nvPicPr>
                    <p:blipFill>
                      <a:blip r:embed="rId47"/>
                      <a:stretch>
                        <a:fillRect/>
                      </a:stretch>
                    </p:blipFill>
                    <p:spPr>
                      <a:xfrm>
                        <a:off x="5924787" y="4388192"/>
                        <a:ext cx="368030" cy="346381"/>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879ECD80-F4FE-196C-06A5-E3BFAABEDA4F}"/>
              </a:ext>
            </a:extLst>
          </p:cNvPr>
          <p:cNvGraphicFramePr>
            <a:graphicFrameLocks noChangeAspect="1"/>
          </p:cNvGraphicFramePr>
          <p:nvPr>
            <p:extLst>
              <p:ext uri="{D42A27DB-BD31-4B8C-83A1-F6EECF244321}">
                <p14:modId xmlns:p14="http://schemas.microsoft.com/office/powerpoint/2010/main" val="2095383558"/>
              </p:ext>
            </p:extLst>
          </p:nvPr>
        </p:nvGraphicFramePr>
        <p:xfrm>
          <a:off x="6559409" y="4393614"/>
          <a:ext cx="548401" cy="350976"/>
        </p:xfrm>
        <a:graphic>
          <a:graphicData uri="http://schemas.openxmlformats.org/presentationml/2006/ole">
            <mc:AlternateContent xmlns:mc="http://schemas.openxmlformats.org/markup-compatibility/2006">
              <mc:Choice xmlns:v="urn:schemas-microsoft-com:vml" Requires="v">
                <p:oleObj name="Equation" r:id="rId48" imgW="317160" imgH="203040" progId="Equation.DSMT4">
                  <p:embed/>
                </p:oleObj>
              </mc:Choice>
              <mc:Fallback>
                <p:oleObj name="Equation" r:id="rId48" imgW="317160" imgH="203040" progId="Equation.DSMT4">
                  <p:embed/>
                  <p:pic>
                    <p:nvPicPr>
                      <p:cNvPr id="0" name=""/>
                      <p:cNvPicPr/>
                      <p:nvPr/>
                    </p:nvPicPr>
                    <p:blipFill>
                      <a:blip r:embed="rId49"/>
                      <a:stretch>
                        <a:fillRect/>
                      </a:stretch>
                    </p:blipFill>
                    <p:spPr>
                      <a:xfrm>
                        <a:off x="6559409" y="4393614"/>
                        <a:ext cx="548401" cy="350976"/>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8139837E-743E-924D-DBB1-3F0838833B3A}"/>
              </a:ext>
            </a:extLst>
          </p:cNvPr>
          <p:cNvGraphicFramePr>
            <a:graphicFrameLocks noChangeAspect="1"/>
          </p:cNvGraphicFramePr>
          <p:nvPr>
            <p:extLst>
              <p:ext uri="{D42A27DB-BD31-4B8C-83A1-F6EECF244321}">
                <p14:modId xmlns:p14="http://schemas.microsoft.com/office/powerpoint/2010/main" val="2814539457"/>
              </p:ext>
            </p:extLst>
          </p:nvPr>
        </p:nvGraphicFramePr>
        <p:xfrm>
          <a:off x="7406025" y="4384634"/>
          <a:ext cx="270954" cy="394115"/>
        </p:xfrm>
        <a:graphic>
          <a:graphicData uri="http://schemas.openxmlformats.org/presentationml/2006/ole">
            <mc:AlternateContent xmlns:mc="http://schemas.openxmlformats.org/markup-compatibility/2006">
              <mc:Choice xmlns:v="urn:schemas-microsoft-com:vml" Requires="v">
                <p:oleObj name="Equation" r:id="rId50" imgW="139680" imgH="203040" progId="Equation.DSMT4">
                  <p:embed/>
                </p:oleObj>
              </mc:Choice>
              <mc:Fallback>
                <p:oleObj name="Equation" r:id="rId50" imgW="139680" imgH="203040" progId="Equation.DSMT4">
                  <p:embed/>
                  <p:pic>
                    <p:nvPicPr>
                      <p:cNvPr id="0" name=""/>
                      <p:cNvPicPr/>
                      <p:nvPr/>
                    </p:nvPicPr>
                    <p:blipFill>
                      <a:blip r:embed="rId51"/>
                      <a:stretch>
                        <a:fillRect/>
                      </a:stretch>
                    </p:blipFill>
                    <p:spPr>
                      <a:xfrm>
                        <a:off x="7406025" y="4384634"/>
                        <a:ext cx="270954" cy="394115"/>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458C76E7-1B55-9FCF-7D4D-0094C325ABCB}"/>
              </a:ext>
            </a:extLst>
          </p:cNvPr>
          <p:cNvGraphicFramePr>
            <a:graphicFrameLocks noChangeAspect="1"/>
          </p:cNvGraphicFramePr>
          <p:nvPr>
            <p:extLst>
              <p:ext uri="{D42A27DB-BD31-4B8C-83A1-F6EECF244321}">
                <p14:modId xmlns:p14="http://schemas.microsoft.com/office/powerpoint/2010/main" val="3706747331"/>
              </p:ext>
            </p:extLst>
          </p:nvPr>
        </p:nvGraphicFramePr>
        <p:xfrm>
          <a:off x="9976851" y="4419353"/>
          <a:ext cx="482615" cy="313700"/>
        </p:xfrm>
        <a:graphic>
          <a:graphicData uri="http://schemas.openxmlformats.org/presentationml/2006/ole">
            <mc:AlternateContent xmlns:mc="http://schemas.openxmlformats.org/markup-compatibility/2006">
              <mc:Choice xmlns:v="urn:schemas-microsoft-com:vml" Requires="v">
                <p:oleObj name="Equation" r:id="rId52" imgW="253800" imgH="164880" progId="Equation.DSMT4">
                  <p:embed/>
                </p:oleObj>
              </mc:Choice>
              <mc:Fallback>
                <p:oleObj name="Equation" r:id="rId52" imgW="253800" imgH="164880" progId="Equation.DSMT4">
                  <p:embed/>
                  <p:pic>
                    <p:nvPicPr>
                      <p:cNvPr id="0" name=""/>
                      <p:cNvPicPr/>
                      <p:nvPr/>
                    </p:nvPicPr>
                    <p:blipFill>
                      <a:blip r:embed="rId53"/>
                      <a:stretch>
                        <a:fillRect/>
                      </a:stretch>
                    </p:blipFill>
                    <p:spPr>
                      <a:xfrm>
                        <a:off x="9976851" y="4419353"/>
                        <a:ext cx="482615" cy="313700"/>
                      </a:xfrm>
                      <a:prstGeom prst="rect">
                        <a:avLst/>
                      </a:prstGeom>
                    </p:spPr>
                  </p:pic>
                </p:oleObj>
              </mc:Fallback>
            </mc:AlternateContent>
          </a:graphicData>
        </a:graphic>
      </p:graphicFrame>
    </p:spTree>
    <p:extLst>
      <p:ext uri="{BB962C8B-B14F-4D97-AF65-F5344CB8AC3E}">
        <p14:creationId xmlns:p14="http://schemas.microsoft.com/office/powerpoint/2010/main" val="1031529834"/>
      </p:ext>
    </p:extLst>
  </p:cSld>
  <p:clrMapOvr>
    <a:masterClrMapping/>
  </p:clrMapOvr>
  <p:transition advTm="18857"/>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sp>
        <p:nvSpPr>
          <p:cNvPr id="4" name="文本框 3">
            <a:extLst>
              <a:ext uri="{FF2B5EF4-FFF2-40B4-BE49-F238E27FC236}">
                <a16:creationId xmlns:a16="http://schemas.microsoft.com/office/drawing/2014/main" id="{4E01081A-19BB-CC83-3EE4-B5077DC73AAF}"/>
              </a:ext>
            </a:extLst>
          </p:cNvPr>
          <p:cNvSpPr txBox="1"/>
          <p:nvPr/>
        </p:nvSpPr>
        <p:spPr>
          <a:xfrm>
            <a:off x="433633" y="1036948"/>
            <a:ext cx="11302738" cy="874407"/>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至此，坐标系</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与坐标系</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已经完全重合。这种关系可以用连杆</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到连杆</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a:t>
            </a:r>
            <a:r>
              <a:rPr lang="en-US" altLang="zh-CN" sz="1800" kern="1000" dirty="0">
                <a:effectLst/>
                <a:latin typeface="微软雅黑" panose="020B0503020204020204" pitchFamily="34" charset="-122"/>
                <a:ea typeface="微软雅黑" panose="020B0503020204020204" pitchFamily="34" charset="-122"/>
              </a:rPr>
              <a:t>4</a:t>
            </a:r>
            <a:r>
              <a:rPr lang="zh-CN" altLang="zh-CN" sz="1800" kern="1000" dirty="0">
                <a:effectLst/>
                <a:latin typeface="微软雅黑" panose="020B0503020204020204" pitchFamily="34" charset="-122"/>
                <a:ea typeface="微软雅黑" panose="020B0503020204020204" pitchFamily="34" charset="-122"/>
              </a:rPr>
              <a:t>次齐次变换来描述。这</a:t>
            </a:r>
            <a:r>
              <a:rPr lang="en-US" altLang="zh-CN" sz="1800" kern="1000" dirty="0">
                <a:effectLst/>
                <a:latin typeface="微软雅黑" panose="020B0503020204020204" pitchFamily="34" charset="-122"/>
                <a:ea typeface="微软雅黑" panose="020B0503020204020204" pitchFamily="34" charset="-122"/>
              </a:rPr>
              <a:t>4</a:t>
            </a:r>
            <a:r>
              <a:rPr lang="zh-CN" altLang="zh-CN" sz="1800" kern="1000" dirty="0">
                <a:effectLst/>
                <a:latin typeface="微软雅黑" panose="020B0503020204020204" pitchFamily="34" charset="-122"/>
                <a:ea typeface="微软雅黑" panose="020B0503020204020204" pitchFamily="34" charset="-122"/>
              </a:rPr>
              <a:t>次齐次变换构成的总变换矩阵</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矩阵</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如式</a:t>
            </a:r>
            <a:r>
              <a:rPr lang="en-US" altLang="zh-CN" sz="1800" kern="1000" dirty="0">
                <a:effectLst/>
                <a:latin typeface="微软雅黑" panose="020B0503020204020204" pitchFamily="34" charset="-122"/>
                <a:ea typeface="微软雅黑" panose="020B0503020204020204" pitchFamily="34" charset="-122"/>
              </a:rPr>
              <a:t>(2.36)</a:t>
            </a:r>
            <a:r>
              <a:rPr lang="zh-CN" altLang="zh-CN" sz="1800" kern="1000" dirty="0">
                <a:effectLst/>
                <a:latin typeface="微软雅黑" panose="020B0503020204020204" pitchFamily="34" charset="-122"/>
                <a:ea typeface="微软雅黑" panose="020B0503020204020204" pitchFamily="34" charset="-122"/>
              </a:rPr>
              <a:t>所示。</a:t>
            </a:r>
          </a:p>
        </p:txBody>
      </p:sp>
      <p:graphicFrame>
        <p:nvGraphicFramePr>
          <p:cNvPr id="5" name="对象 4">
            <a:extLst>
              <a:ext uri="{FF2B5EF4-FFF2-40B4-BE49-F238E27FC236}">
                <a16:creationId xmlns:a16="http://schemas.microsoft.com/office/drawing/2014/main" id="{1455785F-6D56-C3AD-EAC9-75B99922FECC}"/>
              </a:ext>
            </a:extLst>
          </p:cNvPr>
          <p:cNvGraphicFramePr>
            <a:graphicFrameLocks noChangeAspect="1"/>
          </p:cNvGraphicFramePr>
          <p:nvPr>
            <p:extLst>
              <p:ext uri="{D42A27DB-BD31-4B8C-83A1-F6EECF244321}">
                <p14:modId xmlns:p14="http://schemas.microsoft.com/office/powerpoint/2010/main" val="2643681057"/>
              </p:ext>
            </p:extLst>
          </p:nvPr>
        </p:nvGraphicFramePr>
        <p:xfrm>
          <a:off x="2326587" y="1160710"/>
          <a:ext cx="548522" cy="313441"/>
        </p:xfrm>
        <a:graphic>
          <a:graphicData uri="http://schemas.openxmlformats.org/presentationml/2006/ole">
            <mc:AlternateContent xmlns:mc="http://schemas.openxmlformats.org/markup-compatibility/2006">
              <mc:Choice xmlns:v="urn:schemas-microsoft-com:vml" Requires="v">
                <p:oleObj name="Equation" r:id="rId3" imgW="355320" imgH="203040" progId="Equation.DSMT4">
                  <p:embed/>
                </p:oleObj>
              </mc:Choice>
              <mc:Fallback>
                <p:oleObj name="Equation" r:id="rId3" imgW="355320" imgH="203040" progId="Equation.DSMT4">
                  <p:embed/>
                  <p:pic>
                    <p:nvPicPr>
                      <p:cNvPr id="0" name=""/>
                      <p:cNvPicPr/>
                      <p:nvPr/>
                    </p:nvPicPr>
                    <p:blipFill>
                      <a:blip r:embed="rId4"/>
                      <a:stretch>
                        <a:fillRect/>
                      </a:stretch>
                    </p:blipFill>
                    <p:spPr>
                      <a:xfrm>
                        <a:off x="2326587" y="1160710"/>
                        <a:ext cx="548522" cy="31344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11608E5-996E-115C-F148-5E405D0D3A2D}"/>
              </a:ext>
            </a:extLst>
          </p:cNvPr>
          <p:cNvGraphicFramePr>
            <a:graphicFrameLocks noChangeAspect="1"/>
          </p:cNvGraphicFramePr>
          <p:nvPr>
            <p:extLst>
              <p:ext uri="{D42A27DB-BD31-4B8C-83A1-F6EECF244321}">
                <p14:modId xmlns:p14="http://schemas.microsoft.com/office/powerpoint/2010/main" val="1075793935"/>
              </p:ext>
            </p:extLst>
          </p:nvPr>
        </p:nvGraphicFramePr>
        <p:xfrm>
          <a:off x="3759854" y="1160709"/>
          <a:ext cx="435074" cy="316418"/>
        </p:xfrm>
        <a:graphic>
          <a:graphicData uri="http://schemas.openxmlformats.org/presentationml/2006/ole">
            <mc:AlternateContent xmlns:mc="http://schemas.openxmlformats.org/markup-compatibility/2006">
              <mc:Choice xmlns:v="urn:schemas-microsoft-com:vml" Requires="v">
                <p:oleObj name="Equation" r:id="rId5" imgW="279360" imgH="203040" progId="Equation.DSMT4">
                  <p:embed/>
                </p:oleObj>
              </mc:Choice>
              <mc:Fallback>
                <p:oleObj name="Equation" r:id="rId5" imgW="279360" imgH="203040" progId="Equation.DSMT4">
                  <p:embed/>
                  <p:pic>
                    <p:nvPicPr>
                      <p:cNvPr id="0" name=""/>
                      <p:cNvPicPr/>
                      <p:nvPr/>
                    </p:nvPicPr>
                    <p:blipFill>
                      <a:blip r:embed="rId6"/>
                      <a:stretch>
                        <a:fillRect/>
                      </a:stretch>
                    </p:blipFill>
                    <p:spPr>
                      <a:xfrm>
                        <a:off x="3759854" y="1160709"/>
                        <a:ext cx="435074" cy="31641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E74442E2-F14D-D8B3-EF59-3998BD34B855}"/>
              </a:ext>
            </a:extLst>
          </p:cNvPr>
          <p:cNvGraphicFramePr>
            <a:graphicFrameLocks noChangeAspect="1"/>
          </p:cNvGraphicFramePr>
          <p:nvPr>
            <p:extLst>
              <p:ext uri="{D42A27DB-BD31-4B8C-83A1-F6EECF244321}">
                <p14:modId xmlns:p14="http://schemas.microsoft.com/office/powerpoint/2010/main" val="2713782471"/>
              </p:ext>
            </p:extLst>
          </p:nvPr>
        </p:nvGraphicFramePr>
        <p:xfrm>
          <a:off x="2012753" y="2192502"/>
          <a:ext cx="7734562" cy="3111109"/>
        </p:xfrm>
        <a:graphic>
          <a:graphicData uri="http://schemas.openxmlformats.org/presentationml/2006/ole">
            <mc:AlternateContent xmlns:mc="http://schemas.openxmlformats.org/markup-compatibility/2006">
              <mc:Choice xmlns:v="urn:schemas-microsoft-com:vml" Requires="v">
                <p:oleObj name="Equation" r:id="rId7" imgW="4546440" imgH="1828800" progId="Equation.DSMT4">
                  <p:embed/>
                </p:oleObj>
              </mc:Choice>
              <mc:Fallback>
                <p:oleObj name="Equation" r:id="rId7" imgW="4546440" imgH="1828800" progId="Equation.DSMT4">
                  <p:embed/>
                  <p:pic>
                    <p:nvPicPr>
                      <p:cNvPr id="0" name=""/>
                      <p:cNvPicPr/>
                      <p:nvPr/>
                    </p:nvPicPr>
                    <p:blipFill>
                      <a:blip r:embed="rId8"/>
                      <a:stretch>
                        <a:fillRect/>
                      </a:stretch>
                    </p:blipFill>
                    <p:spPr>
                      <a:xfrm>
                        <a:off x="2012753" y="2192502"/>
                        <a:ext cx="7734562" cy="3111109"/>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7CFEEE5E-A18A-66A7-F098-474B1B19B86A}"/>
              </a:ext>
            </a:extLst>
          </p:cNvPr>
          <p:cNvSpPr txBox="1"/>
          <p:nvPr/>
        </p:nvSpPr>
        <p:spPr>
          <a:xfrm>
            <a:off x="10221733" y="3563390"/>
            <a:ext cx="803634" cy="369332"/>
          </a:xfrm>
          <a:prstGeom prst="rect">
            <a:avLst/>
          </a:prstGeom>
          <a:noFill/>
        </p:spPr>
        <p:txBody>
          <a:bodyPr wrap="square">
            <a:spAutoFit/>
          </a:bodyPr>
          <a:lstStyle/>
          <a:p>
            <a:r>
              <a:rPr lang="en-US" altLang="zh-CN" sz="1800" kern="1000" dirty="0">
                <a:effectLst/>
                <a:latin typeface="微软雅黑" panose="020B0503020204020204" pitchFamily="34" charset="-122"/>
                <a:ea typeface="微软雅黑" panose="020B0503020204020204" pitchFamily="34" charset="-122"/>
              </a:rPr>
              <a:t>(2.36)</a:t>
            </a:r>
            <a:endParaRPr lang="zh-CN" altLang="en-US" dirty="0"/>
          </a:p>
        </p:txBody>
      </p:sp>
    </p:spTree>
    <p:extLst>
      <p:ext uri="{BB962C8B-B14F-4D97-AF65-F5344CB8AC3E}">
        <p14:creationId xmlns:p14="http://schemas.microsoft.com/office/powerpoint/2010/main" val="2505778733"/>
      </p:ext>
    </p:extLst>
  </p:cSld>
  <p:clrMapOvr>
    <a:masterClrMapping/>
  </p:clrMapOvr>
  <p:transition advTm="18857"/>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sp>
        <p:nvSpPr>
          <p:cNvPr id="4" name="文本框 3">
            <a:extLst>
              <a:ext uri="{FF2B5EF4-FFF2-40B4-BE49-F238E27FC236}">
                <a16:creationId xmlns:a16="http://schemas.microsoft.com/office/drawing/2014/main" id="{79636F51-5AD5-F89E-C58E-99B784C0D1ED}"/>
              </a:ext>
            </a:extLst>
          </p:cNvPr>
          <p:cNvSpPr txBox="1"/>
          <p:nvPr/>
        </p:nvSpPr>
        <p:spPr>
          <a:xfrm>
            <a:off x="405745" y="889988"/>
            <a:ext cx="11154266" cy="1028295"/>
          </a:xfrm>
          <a:prstGeom prst="rect">
            <a:avLst/>
          </a:prstGeom>
          <a:noFill/>
        </p:spPr>
        <p:txBody>
          <a:bodyPr wrap="square">
            <a:spAutoFit/>
          </a:bodyPr>
          <a:lstStyle/>
          <a:p>
            <a:pPr indent="450000" algn="just">
              <a:lnSpc>
                <a:spcPct val="150000"/>
              </a:lnSpc>
              <a:spcBef>
                <a:spcPts val="600"/>
              </a:spcBef>
              <a:spcAft>
                <a:spcPts val="600"/>
              </a:spcAft>
            </a:pP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．基于改进</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D-H</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方法</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(MD-H)</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的连杆变换矩阵</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450000" algn="just">
              <a:lnSpc>
                <a:spcPct val="150000"/>
              </a:lnSpc>
              <a:spcBef>
                <a:spcPts val="600"/>
              </a:spcBef>
              <a:spcAft>
                <a:spcPts val="600"/>
              </a:spcAft>
            </a:pP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改进的连杆坐标系连杆的参数定义如图</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2.15</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所示，具体定义如下。</a:t>
            </a:r>
            <a:endPar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3B977CB6-5868-65E0-DA39-7CA7A4135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759" y="1918283"/>
            <a:ext cx="9399027" cy="1758171"/>
          </a:xfrm>
          <a:prstGeom prst="rect">
            <a:avLst/>
          </a:prstGeom>
        </p:spPr>
      </p:pic>
      <p:pic>
        <p:nvPicPr>
          <p:cNvPr id="5122" name="Picture 2">
            <a:extLst>
              <a:ext uri="{FF2B5EF4-FFF2-40B4-BE49-F238E27FC236}">
                <a16:creationId xmlns:a16="http://schemas.microsoft.com/office/drawing/2014/main" id="{6047FE52-2A11-0D48-DB94-7CB5100DBFD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6631" y="3883660"/>
            <a:ext cx="3822520" cy="18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24D3875D-66C2-B282-0C43-2CC83FB53C08}"/>
              </a:ext>
            </a:extLst>
          </p:cNvPr>
          <p:cNvSpPr txBox="1"/>
          <p:nvPr/>
        </p:nvSpPr>
        <p:spPr>
          <a:xfrm>
            <a:off x="2739918" y="5783346"/>
            <a:ext cx="6122708" cy="338554"/>
          </a:xfrm>
          <a:prstGeom prst="rect">
            <a:avLst/>
          </a:prstGeom>
          <a:noFill/>
        </p:spPr>
        <p:txBody>
          <a:bodyPr wrap="square">
            <a:spAutoFit/>
          </a:bodyPr>
          <a:lstStyle/>
          <a:p>
            <a:pPr algn="ctr">
              <a:spcBef>
                <a:spcPts val="700"/>
              </a:spcBef>
              <a:spcAft>
                <a:spcPts val="800"/>
              </a:spcAft>
            </a:pPr>
            <a:r>
              <a:rPr lang="zh-CN" altLang="zh-CN" sz="1600" kern="1000" dirty="0">
                <a:effectLst/>
                <a:latin typeface="Times New Roman" panose="02020603050405020304" pitchFamily="18" charset="0"/>
                <a:ea typeface="宋体" panose="02010600030101010101" pitchFamily="2" charset="-122"/>
              </a:rPr>
              <a:t>图</a:t>
            </a:r>
            <a:r>
              <a:rPr lang="en-US" altLang="zh-CN" sz="1600" kern="1000" dirty="0">
                <a:effectLst/>
                <a:latin typeface="Times New Roman" panose="02020603050405020304" pitchFamily="18" charset="0"/>
                <a:ea typeface="宋体" panose="02010600030101010101" pitchFamily="2" charset="-122"/>
              </a:rPr>
              <a:t>2.15  </a:t>
            </a:r>
            <a:r>
              <a:rPr lang="zh-CN" altLang="zh-CN" sz="1600" kern="1000" dirty="0">
                <a:effectLst/>
                <a:latin typeface="Times New Roman" panose="02020603050405020304" pitchFamily="18" charset="0"/>
                <a:ea typeface="宋体" panose="02010600030101010101" pitchFamily="2" charset="-122"/>
              </a:rPr>
              <a:t>连杆参数定义示意图</a:t>
            </a:r>
            <a:r>
              <a:rPr lang="en-US" altLang="zh-CN" sz="1600" kern="1000" dirty="0">
                <a:effectLst/>
                <a:latin typeface="宋体" panose="02010600030101010101" pitchFamily="2" charset="-122"/>
                <a:ea typeface="宋体" panose="02010600030101010101" pitchFamily="2" charset="-122"/>
              </a:rPr>
              <a:t>(</a:t>
            </a:r>
            <a:r>
              <a:rPr lang="en-US" altLang="zh-CN" sz="1600" kern="1000" dirty="0">
                <a:effectLst/>
                <a:latin typeface="Times New Roman" panose="02020603050405020304" pitchFamily="18" charset="0"/>
                <a:ea typeface="宋体" panose="02010600030101010101" pitchFamily="2" charset="-122"/>
              </a:rPr>
              <a:t>2</a:t>
            </a:r>
            <a:r>
              <a:rPr lang="en-US" altLang="zh-CN" sz="1600" kern="1000" dirty="0">
                <a:effectLst/>
                <a:latin typeface="宋体" panose="02010600030101010101" pitchFamily="2" charset="-122"/>
                <a:ea typeface="宋体" panose="02010600030101010101" pitchFamily="2" charset="-122"/>
              </a:rPr>
              <a:t>)</a:t>
            </a:r>
            <a:endParaRPr lang="zh-CN" altLang="zh-CN" sz="1600" kern="10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703933320"/>
      </p:ext>
    </p:extLst>
  </p:cSld>
  <p:clrMapOvr>
    <a:masterClrMapping/>
  </p:clrMapOvr>
  <p:transition advTm="18857"/>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sp>
        <p:nvSpPr>
          <p:cNvPr id="9" name="文本框 8">
            <a:extLst>
              <a:ext uri="{FF2B5EF4-FFF2-40B4-BE49-F238E27FC236}">
                <a16:creationId xmlns:a16="http://schemas.microsoft.com/office/drawing/2014/main" id="{6162BD0A-5835-60A6-C01E-868A14C3640F}"/>
              </a:ext>
            </a:extLst>
          </p:cNvPr>
          <p:cNvSpPr txBox="1"/>
          <p:nvPr/>
        </p:nvSpPr>
        <p:spPr>
          <a:xfrm>
            <a:off x="490194" y="1018095"/>
            <a:ext cx="11293311" cy="874407"/>
          </a:xfrm>
          <a:prstGeom prst="rect">
            <a:avLst/>
          </a:prstGeom>
          <a:noFill/>
        </p:spPr>
        <p:txBody>
          <a:bodyPr wrap="square">
            <a:spAutoFit/>
          </a:bodyPr>
          <a:lstStyle/>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同样地，对于基于改进</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方法建立的连杆坐标系</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如图</a:t>
            </a:r>
            <a:r>
              <a:rPr lang="en-US" altLang="zh-CN" sz="1800" kern="1000" dirty="0">
                <a:effectLst/>
                <a:latin typeface="微软雅黑" panose="020B0503020204020204" pitchFamily="34" charset="-122"/>
                <a:ea typeface="微软雅黑" panose="020B0503020204020204" pitchFamily="34" charset="-122"/>
              </a:rPr>
              <a:t>2.16</a:t>
            </a:r>
            <a:r>
              <a:rPr lang="zh-CN" altLang="zh-CN" sz="1800" kern="1000" dirty="0">
                <a:effectLst/>
                <a:latin typeface="微软雅黑" panose="020B0503020204020204" pitchFamily="34" charset="-122"/>
                <a:ea typeface="微软雅黑" panose="020B0503020204020204" pitchFamily="34" charset="-122"/>
              </a:rPr>
              <a:t>所示</a:t>
            </a:r>
            <a:r>
              <a:rPr lang="en-US" altLang="zh-CN" sz="1800" kern="1000" dirty="0">
                <a:effectLst/>
                <a:latin typeface="微软雅黑" panose="020B0503020204020204" pitchFamily="34" charset="-122"/>
                <a:ea typeface="微软雅黑" panose="020B0503020204020204" pitchFamily="34" charset="-122"/>
              </a:rPr>
              <a:t>)</a:t>
            </a:r>
            <a:r>
              <a:rPr lang="zh-CN" altLang="zh-CN" sz="1800" kern="1000" dirty="0">
                <a:effectLst/>
                <a:latin typeface="微软雅黑" panose="020B0503020204020204" pitchFamily="34" charset="-122"/>
                <a:ea typeface="微软雅黑" panose="020B0503020204020204" pitchFamily="34" charset="-122"/>
              </a:rPr>
              <a:t>，连杆</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的坐标系经过两次旋转和两次平移可以变换到连杆</a:t>
            </a:r>
            <a:r>
              <a:rPr lang="en-US" altLang="zh-CN" sz="1800" kern="1000" dirty="0">
                <a:effectLst/>
                <a:latin typeface="微软雅黑" panose="020B0503020204020204" pitchFamily="34" charset="-122"/>
                <a:ea typeface="微软雅黑" panose="020B0503020204020204" pitchFamily="34" charset="-122"/>
              </a:rPr>
              <a:t> </a:t>
            </a:r>
            <a:r>
              <a:rPr lang="en-US" altLang="zh-CN" sz="1800" i="1" kern="1000" dirty="0" err="1">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的坐标系。这</a:t>
            </a:r>
            <a:r>
              <a:rPr lang="en-US" altLang="zh-CN" sz="1800" kern="1000" dirty="0">
                <a:effectLst/>
                <a:latin typeface="微软雅黑" panose="020B0503020204020204" pitchFamily="34" charset="-122"/>
                <a:ea typeface="微软雅黑" panose="020B0503020204020204" pitchFamily="34" charset="-122"/>
              </a:rPr>
              <a:t>4</a:t>
            </a:r>
            <a:r>
              <a:rPr lang="zh-CN" altLang="zh-CN" sz="1800" kern="1000" dirty="0">
                <a:effectLst/>
                <a:latin typeface="微软雅黑" panose="020B0503020204020204" pitchFamily="34" charset="-122"/>
                <a:ea typeface="微软雅黑" panose="020B0503020204020204" pitchFamily="34" charset="-122"/>
              </a:rPr>
              <a:t>次变换分别如下。</a:t>
            </a:r>
          </a:p>
        </p:txBody>
      </p:sp>
      <p:pic>
        <p:nvPicPr>
          <p:cNvPr id="6148" name="Picture 4">
            <a:extLst>
              <a:ext uri="{FF2B5EF4-FFF2-40B4-BE49-F238E27FC236}">
                <a16:creationId xmlns:a16="http://schemas.microsoft.com/office/drawing/2014/main" id="{CD14DB50-14E4-AD7A-C920-0DCCAB40C6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7078" y="2031384"/>
            <a:ext cx="4433674" cy="264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a:extLst>
              <a:ext uri="{FF2B5EF4-FFF2-40B4-BE49-F238E27FC236}">
                <a16:creationId xmlns:a16="http://schemas.microsoft.com/office/drawing/2014/main" id="{47B2C6C2-C552-6CCC-710F-8F7224D33187}"/>
              </a:ext>
            </a:extLst>
          </p:cNvPr>
          <p:cNvSpPr txBox="1"/>
          <p:nvPr/>
        </p:nvSpPr>
        <p:spPr>
          <a:xfrm>
            <a:off x="2712561" y="4765827"/>
            <a:ext cx="6122708" cy="338554"/>
          </a:xfrm>
          <a:prstGeom prst="rect">
            <a:avLst/>
          </a:prstGeom>
          <a:noFill/>
        </p:spPr>
        <p:txBody>
          <a:bodyPr wrap="square">
            <a:spAutoFit/>
          </a:bodyPr>
          <a:lstStyle/>
          <a:p>
            <a:pPr algn="ctr">
              <a:spcBef>
                <a:spcPts val="700"/>
              </a:spcBef>
              <a:spcAft>
                <a:spcPts val="800"/>
              </a:spcAft>
            </a:pPr>
            <a:r>
              <a:rPr lang="zh-CN" altLang="zh-CN" sz="1600" kern="1000" dirty="0">
                <a:effectLst/>
                <a:latin typeface="Times New Roman" panose="02020603050405020304" pitchFamily="18" charset="0"/>
                <a:ea typeface="宋体" panose="02010600030101010101" pitchFamily="2" charset="-122"/>
              </a:rPr>
              <a:t>图</a:t>
            </a:r>
            <a:r>
              <a:rPr lang="en-US" altLang="zh-CN" sz="1600" kern="1000" dirty="0">
                <a:effectLst/>
                <a:latin typeface="Times New Roman" panose="02020603050405020304" pitchFamily="18" charset="0"/>
                <a:ea typeface="宋体" panose="02010600030101010101" pitchFamily="2" charset="-122"/>
              </a:rPr>
              <a:t>2.16  </a:t>
            </a:r>
            <a:r>
              <a:rPr lang="zh-CN" altLang="zh-CN" sz="1600" kern="1000" dirty="0">
                <a:effectLst/>
                <a:latin typeface="Times New Roman" panose="02020603050405020304" pitchFamily="18" charset="0"/>
                <a:ea typeface="宋体" panose="02010600030101010101" pitchFamily="2" charset="-122"/>
              </a:rPr>
              <a:t>基于改进</a:t>
            </a:r>
            <a:r>
              <a:rPr lang="en-US" altLang="zh-CN" sz="1600" kern="1000" dirty="0">
                <a:effectLst/>
                <a:latin typeface="Times New Roman" panose="02020603050405020304" pitchFamily="18" charset="0"/>
                <a:ea typeface="宋体" panose="02010600030101010101" pitchFamily="2" charset="-122"/>
              </a:rPr>
              <a:t>D-H</a:t>
            </a:r>
            <a:r>
              <a:rPr lang="zh-CN" altLang="zh-CN" sz="1600" kern="1000" dirty="0">
                <a:effectLst/>
                <a:latin typeface="Times New Roman" panose="02020603050405020304" pitchFamily="18" charset="0"/>
                <a:ea typeface="宋体" panose="02010600030101010101" pitchFamily="2" charset="-122"/>
              </a:rPr>
              <a:t>方法建立的连杆坐标系示意图</a:t>
            </a:r>
          </a:p>
        </p:txBody>
      </p:sp>
      <p:pic>
        <p:nvPicPr>
          <p:cNvPr id="14" name="图片 13">
            <a:extLst>
              <a:ext uri="{FF2B5EF4-FFF2-40B4-BE49-F238E27FC236}">
                <a16:creationId xmlns:a16="http://schemas.microsoft.com/office/drawing/2014/main" id="{DD587FC2-A144-D08A-7B07-45326F257C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7462" y="5194742"/>
            <a:ext cx="8825189" cy="1311577"/>
          </a:xfrm>
          <a:prstGeom prst="rect">
            <a:avLst/>
          </a:prstGeom>
        </p:spPr>
      </p:pic>
    </p:spTree>
    <p:extLst>
      <p:ext uri="{BB962C8B-B14F-4D97-AF65-F5344CB8AC3E}">
        <p14:creationId xmlns:p14="http://schemas.microsoft.com/office/powerpoint/2010/main" val="953534472"/>
      </p:ext>
    </p:extLst>
  </p:cSld>
  <p:clrMapOvr>
    <a:masterClrMapping/>
  </p:clrMapOvr>
  <p:transition advTm="18857"/>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pic>
        <p:nvPicPr>
          <p:cNvPr id="7170" name="Picture 2">
            <a:extLst>
              <a:ext uri="{FF2B5EF4-FFF2-40B4-BE49-F238E27FC236}">
                <a16:creationId xmlns:a16="http://schemas.microsoft.com/office/drawing/2014/main" id="{E70F2238-C5AE-305B-5E38-B809508418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7125" y="978085"/>
            <a:ext cx="5737749" cy="525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65CBF0F8-8057-00AB-43CA-3583588068E2}"/>
              </a:ext>
            </a:extLst>
          </p:cNvPr>
          <p:cNvSpPr txBox="1"/>
          <p:nvPr/>
        </p:nvSpPr>
        <p:spPr>
          <a:xfrm>
            <a:off x="2759697" y="6281283"/>
            <a:ext cx="6122708" cy="338554"/>
          </a:xfrm>
          <a:prstGeom prst="rect">
            <a:avLst/>
          </a:prstGeom>
          <a:noFill/>
        </p:spPr>
        <p:txBody>
          <a:bodyPr wrap="square">
            <a:spAutoFit/>
          </a:bodyPr>
          <a:lstStyle/>
          <a:p>
            <a:pPr algn="ctr">
              <a:spcBef>
                <a:spcPts val="700"/>
              </a:spcBef>
              <a:spcAft>
                <a:spcPts val="800"/>
              </a:spcAft>
            </a:pPr>
            <a:r>
              <a:rPr lang="zh-CN" altLang="zh-CN" sz="1600" kern="1000" dirty="0">
                <a:effectLst/>
                <a:latin typeface="Times New Roman" panose="02020603050405020304" pitchFamily="18" charset="0"/>
                <a:ea typeface="宋体" panose="02010600030101010101" pitchFamily="2" charset="-122"/>
              </a:rPr>
              <a:t>图</a:t>
            </a:r>
            <a:r>
              <a:rPr lang="en-US" altLang="zh-CN" sz="1600" kern="1000" dirty="0">
                <a:effectLst/>
                <a:latin typeface="Times New Roman" panose="02020603050405020304" pitchFamily="18" charset="0"/>
                <a:ea typeface="宋体" panose="02010600030101010101" pitchFamily="2" charset="-122"/>
              </a:rPr>
              <a:t>2.17  </a:t>
            </a:r>
            <a:r>
              <a:rPr lang="zh-CN" altLang="zh-CN" sz="1600" kern="1000" dirty="0">
                <a:effectLst/>
                <a:latin typeface="Times New Roman" panose="02020603050405020304" pitchFamily="18" charset="0"/>
                <a:ea typeface="宋体" panose="02010600030101010101" pitchFamily="2" charset="-122"/>
              </a:rPr>
              <a:t>连杆坐标变换示意图</a:t>
            </a:r>
          </a:p>
        </p:txBody>
      </p:sp>
    </p:spTree>
    <p:extLst>
      <p:ext uri="{BB962C8B-B14F-4D97-AF65-F5344CB8AC3E}">
        <p14:creationId xmlns:p14="http://schemas.microsoft.com/office/powerpoint/2010/main" val="3692478832"/>
      </p:ext>
    </p:extLst>
  </p:cSld>
  <p:clrMapOvr>
    <a:masterClrMapping/>
  </p:clrMapOvr>
  <p:transition advTm="18857"/>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pic>
        <p:nvPicPr>
          <p:cNvPr id="3" name="图片 2">
            <a:extLst>
              <a:ext uri="{FF2B5EF4-FFF2-40B4-BE49-F238E27FC236}">
                <a16:creationId xmlns:a16="http://schemas.microsoft.com/office/drawing/2014/main" id="{E2B4A6D7-991C-1F92-227A-24C7E74233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000" y="1034488"/>
            <a:ext cx="8601680" cy="1923666"/>
          </a:xfrm>
          <a:prstGeom prst="rect">
            <a:avLst/>
          </a:prstGeom>
        </p:spPr>
      </p:pic>
      <p:graphicFrame>
        <p:nvGraphicFramePr>
          <p:cNvPr id="4" name="对象 3">
            <a:extLst>
              <a:ext uri="{FF2B5EF4-FFF2-40B4-BE49-F238E27FC236}">
                <a16:creationId xmlns:a16="http://schemas.microsoft.com/office/drawing/2014/main" id="{641647CF-D50D-56A6-53D3-D2F6881E3639}"/>
              </a:ext>
            </a:extLst>
          </p:cNvPr>
          <p:cNvGraphicFramePr>
            <a:graphicFrameLocks noChangeAspect="1"/>
          </p:cNvGraphicFramePr>
          <p:nvPr>
            <p:extLst>
              <p:ext uri="{D42A27DB-BD31-4B8C-83A1-F6EECF244321}">
                <p14:modId xmlns:p14="http://schemas.microsoft.com/office/powerpoint/2010/main" val="3206825999"/>
              </p:ext>
            </p:extLst>
          </p:nvPr>
        </p:nvGraphicFramePr>
        <p:xfrm>
          <a:off x="2156053" y="3269056"/>
          <a:ext cx="7044507" cy="3045768"/>
        </p:xfrm>
        <a:graphic>
          <a:graphicData uri="http://schemas.openxmlformats.org/presentationml/2006/ole">
            <mc:AlternateContent xmlns:mc="http://schemas.openxmlformats.org/markup-compatibility/2006">
              <mc:Choice xmlns:v="urn:schemas-microsoft-com:vml" Requires="v">
                <p:oleObj name="Equation" r:id="rId4" imgW="4787640" imgH="2070000" progId="Equation.DSMT4">
                  <p:embed/>
                </p:oleObj>
              </mc:Choice>
              <mc:Fallback>
                <p:oleObj name="Equation" r:id="rId4" imgW="4787640" imgH="2070000" progId="Equation.DSMT4">
                  <p:embed/>
                  <p:pic>
                    <p:nvPicPr>
                      <p:cNvPr id="0" name=""/>
                      <p:cNvPicPr/>
                      <p:nvPr/>
                    </p:nvPicPr>
                    <p:blipFill>
                      <a:blip r:embed="rId5"/>
                      <a:stretch>
                        <a:fillRect/>
                      </a:stretch>
                    </p:blipFill>
                    <p:spPr>
                      <a:xfrm>
                        <a:off x="2156053" y="3269056"/>
                        <a:ext cx="7044507" cy="3045768"/>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C80DC1E5-F071-35D3-0CEB-A564484824C8}"/>
              </a:ext>
            </a:extLst>
          </p:cNvPr>
          <p:cNvSpPr txBox="1"/>
          <p:nvPr/>
        </p:nvSpPr>
        <p:spPr>
          <a:xfrm>
            <a:off x="9320752" y="5007146"/>
            <a:ext cx="765928"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2.37</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1142424482"/>
      </p:ext>
    </p:extLst>
  </p:cSld>
  <p:clrMapOvr>
    <a:masterClrMapping/>
  </p:clrMapOvr>
  <p:transition advTm="18857"/>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2.3.3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方法的连杆坐标系和变换矩阵</a:t>
            </a:r>
          </a:p>
        </p:txBody>
      </p:sp>
      <p:sp>
        <p:nvSpPr>
          <p:cNvPr id="4" name="文本框 3">
            <a:extLst>
              <a:ext uri="{FF2B5EF4-FFF2-40B4-BE49-F238E27FC236}">
                <a16:creationId xmlns:a16="http://schemas.microsoft.com/office/drawing/2014/main" id="{EE728791-F325-B61E-666F-7E09F72380C9}"/>
              </a:ext>
            </a:extLst>
          </p:cNvPr>
          <p:cNvSpPr txBox="1"/>
          <p:nvPr/>
        </p:nvSpPr>
        <p:spPr>
          <a:xfrm>
            <a:off x="501191" y="886120"/>
            <a:ext cx="11189617" cy="2613344"/>
          </a:xfrm>
          <a:prstGeom prst="rect">
            <a:avLst/>
          </a:prstGeom>
          <a:noFill/>
        </p:spPr>
        <p:txBody>
          <a:bodyPr wrap="square">
            <a:spAutoFit/>
          </a:bodyPr>
          <a:lstStyle/>
          <a:p>
            <a:pPr indent="450000" algn="just">
              <a:lnSpc>
                <a:spcPct val="150000"/>
              </a:lnSpc>
              <a:spcBef>
                <a:spcPts val="600"/>
              </a:spcBef>
              <a:spcAft>
                <a:spcPts val="600"/>
              </a:spcAft>
            </a:pPr>
            <a:r>
              <a:rPr lang="en-US"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．标准</a:t>
            </a:r>
            <a:r>
              <a:rPr lang="en-US"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D-H</a:t>
            </a:r>
            <a:r>
              <a:rPr lang="zh-CN"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方法和改进</a:t>
            </a:r>
            <a:r>
              <a:rPr lang="en-US"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D-H</a:t>
            </a:r>
            <a:r>
              <a:rPr lang="zh-CN"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方法的区别</a:t>
            </a:r>
          </a:p>
          <a:p>
            <a:pPr indent="450000" algn="just">
              <a:lnSpc>
                <a:spcPct val="150000"/>
              </a:lnSpc>
            </a:pPr>
            <a:r>
              <a:rPr lang="zh-CN" altLang="zh-CN" sz="1800" kern="1000" dirty="0">
                <a:effectLst/>
                <a:latin typeface="微软雅黑" panose="020B0503020204020204" pitchFamily="34" charset="-122"/>
                <a:ea typeface="微软雅黑" panose="020B0503020204020204" pitchFamily="34" charset="-122"/>
              </a:rPr>
              <a:t>在机器人的运动学建模过程中，最常见的运动学建模方法是</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方法。然而由于该方法使用传动轴坐标系，并不适用于分支结构的建模。有人对</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方法进行了改进，将传动轴坐标系改为驱动轴坐标系，消除了该方法应用于分支结构时的定义混乱问题。两者的主要区别如表</a:t>
            </a:r>
            <a:r>
              <a:rPr lang="en-US" altLang="zh-CN" sz="1800" kern="1000" dirty="0">
                <a:effectLst/>
                <a:latin typeface="微软雅黑" panose="020B0503020204020204" pitchFamily="34" charset="-122"/>
                <a:ea typeface="微软雅黑" panose="020B0503020204020204" pitchFamily="34" charset="-122"/>
              </a:rPr>
              <a:t>2.1</a:t>
            </a:r>
            <a:r>
              <a:rPr lang="zh-CN" altLang="zh-CN" sz="1800" kern="1000" dirty="0">
                <a:effectLst/>
                <a:latin typeface="微软雅黑" panose="020B0503020204020204" pitchFamily="34" charset="-122"/>
                <a:ea typeface="微软雅黑" panose="020B0503020204020204" pitchFamily="34" charset="-122"/>
              </a:rPr>
              <a:t>所示。在机器人的推导过程中，一般采用</a:t>
            </a:r>
            <a:r>
              <a:rPr lang="en-US" altLang="zh-CN" sz="1800" kern="1000" dirty="0">
                <a:effectLst/>
                <a:latin typeface="微软雅黑" panose="020B0503020204020204" pitchFamily="34" charset="-122"/>
                <a:ea typeface="微软雅黑" panose="020B0503020204020204" pitchFamily="34" charset="-122"/>
              </a:rPr>
              <a:t>MD-H</a:t>
            </a:r>
            <a:r>
              <a:rPr lang="zh-CN" altLang="zh-CN" sz="1800" kern="1000" dirty="0">
                <a:effectLst/>
                <a:latin typeface="微软雅黑" panose="020B0503020204020204" pitchFamily="34" charset="-122"/>
                <a:ea typeface="微软雅黑" panose="020B0503020204020204" pitchFamily="34" charset="-122"/>
              </a:rPr>
              <a:t>方法。</a:t>
            </a:r>
            <a:endParaRPr lang="en-US" altLang="zh-CN" sz="1800" kern="1000" dirty="0">
              <a:effectLst/>
              <a:latin typeface="微软雅黑" panose="020B0503020204020204" pitchFamily="34" charset="-122"/>
              <a:ea typeface="微软雅黑" panose="020B0503020204020204" pitchFamily="34" charset="-122"/>
            </a:endParaRPr>
          </a:p>
          <a:p>
            <a:pPr indent="450000"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8" name="表格 7">
            <a:extLst>
              <a:ext uri="{FF2B5EF4-FFF2-40B4-BE49-F238E27FC236}">
                <a16:creationId xmlns:a16="http://schemas.microsoft.com/office/drawing/2014/main" id="{17BCD552-E642-CDBC-E6C9-BCC87C60D211}"/>
              </a:ext>
            </a:extLst>
          </p:cNvPr>
          <p:cNvGraphicFramePr>
            <a:graphicFrameLocks noGrp="1"/>
          </p:cNvGraphicFramePr>
          <p:nvPr>
            <p:extLst>
              <p:ext uri="{D42A27DB-BD31-4B8C-83A1-F6EECF244321}">
                <p14:modId xmlns:p14="http://schemas.microsoft.com/office/powerpoint/2010/main" val="1756497133"/>
              </p:ext>
            </p:extLst>
          </p:nvPr>
        </p:nvGraphicFramePr>
        <p:xfrm>
          <a:off x="2465148" y="3661339"/>
          <a:ext cx="7367009" cy="2494363"/>
        </p:xfrm>
        <a:graphic>
          <a:graphicData uri="http://schemas.openxmlformats.org/drawingml/2006/table">
            <a:tbl>
              <a:tblPr firstRow="1" firstCol="1" bandRow="1">
                <a:tableStyleId>{5C22544A-7EE6-4342-B048-85BDC9FD1C3A}</a:tableStyleId>
              </a:tblPr>
              <a:tblGrid>
                <a:gridCol w="1969366">
                  <a:extLst>
                    <a:ext uri="{9D8B030D-6E8A-4147-A177-3AD203B41FA5}">
                      <a16:colId xmlns:a16="http://schemas.microsoft.com/office/drawing/2014/main" val="763747338"/>
                    </a:ext>
                  </a:extLst>
                </a:gridCol>
                <a:gridCol w="2526715">
                  <a:extLst>
                    <a:ext uri="{9D8B030D-6E8A-4147-A177-3AD203B41FA5}">
                      <a16:colId xmlns:a16="http://schemas.microsoft.com/office/drawing/2014/main" val="3768606414"/>
                    </a:ext>
                  </a:extLst>
                </a:gridCol>
                <a:gridCol w="2870928">
                  <a:extLst>
                    <a:ext uri="{9D8B030D-6E8A-4147-A177-3AD203B41FA5}">
                      <a16:colId xmlns:a16="http://schemas.microsoft.com/office/drawing/2014/main" val="3244555020"/>
                    </a:ext>
                  </a:extLst>
                </a:gridCol>
              </a:tblGrid>
              <a:tr h="498873">
                <a:tc>
                  <a:txBody>
                    <a:bodyPr/>
                    <a:lstStyle/>
                    <a:p>
                      <a:pPr indent="269875" algn="ctr" fontAlgn="ctr">
                        <a:lnSpc>
                          <a:spcPts val="1595"/>
                        </a:lnSpc>
                      </a:pPr>
                      <a:r>
                        <a:rPr lang="zh-CN" sz="1100" kern="1000" dirty="0">
                          <a:effectLst/>
                        </a:rPr>
                        <a:t>区别</a:t>
                      </a:r>
                      <a:endParaRPr lang="zh-CN" sz="11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r>
                        <a:rPr lang="zh-CN" sz="1100" kern="750">
                          <a:effectLst/>
                        </a:rPr>
                        <a:t>标准</a:t>
                      </a:r>
                      <a:r>
                        <a:rPr lang="en-US" sz="1100" kern="750">
                          <a:effectLst/>
                        </a:rPr>
                        <a:t>D-H</a:t>
                      </a:r>
                      <a:r>
                        <a:rPr lang="zh-CN" sz="1100" kern="750">
                          <a:effectLst/>
                        </a:rPr>
                        <a:t>方法</a:t>
                      </a:r>
                      <a:endParaRPr lang="zh-CN" sz="1100" kern="75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r>
                        <a:rPr lang="zh-CN" sz="1100" kern="750">
                          <a:effectLst/>
                        </a:rPr>
                        <a:t>改进</a:t>
                      </a:r>
                      <a:r>
                        <a:rPr lang="en-US" sz="1100" kern="750">
                          <a:effectLst/>
                        </a:rPr>
                        <a:t>D-H</a:t>
                      </a:r>
                      <a:r>
                        <a:rPr lang="zh-CN" sz="1100" kern="750">
                          <a:effectLst/>
                        </a:rPr>
                        <a:t>方法</a:t>
                      </a:r>
                      <a:endParaRPr lang="zh-CN" sz="1100" kern="75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169577162"/>
                  </a:ext>
                </a:extLst>
              </a:tr>
              <a:tr h="997745">
                <a:tc>
                  <a:txBody>
                    <a:bodyPr/>
                    <a:lstStyle/>
                    <a:p>
                      <a:pPr indent="269875" algn="just" fontAlgn="ctr">
                        <a:lnSpc>
                          <a:spcPts val="1595"/>
                        </a:lnSpc>
                      </a:pPr>
                      <a:r>
                        <a:rPr lang="zh-CN" sz="1100" kern="1000">
                          <a:effectLst/>
                        </a:rPr>
                        <a:t>连杆坐标系的定义不同</a:t>
                      </a:r>
                      <a:endParaRPr lang="zh-CN" sz="11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just" fontAlgn="ctr">
                        <a:lnSpc>
                          <a:spcPts val="1595"/>
                        </a:lnSpc>
                      </a:pPr>
                      <a:r>
                        <a:rPr lang="zh-CN" sz="1100" kern="1000" dirty="0">
                          <a:effectLst/>
                        </a:rPr>
                        <a:t>坐标系</a:t>
                      </a:r>
                      <a:r>
                        <a:rPr lang="en-US" sz="1100" kern="1000" dirty="0">
                          <a:effectLst/>
                        </a:rPr>
                        <a:t>             </a:t>
                      </a:r>
                      <a:r>
                        <a:rPr lang="zh-CN" sz="1100" kern="1000" dirty="0">
                          <a:effectLst/>
                        </a:rPr>
                        <a:t>与关节</a:t>
                      </a:r>
                      <a:r>
                        <a:rPr lang="en-US" altLang="zh-CN" sz="1100" kern="1000" dirty="0">
                          <a:effectLst/>
                        </a:rPr>
                        <a:t>    </a:t>
                      </a:r>
                      <a:r>
                        <a:rPr lang="en-US" sz="1100" i="1" kern="1000" dirty="0" err="1">
                          <a:effectLst/>
                          <a:latin typeface="Times New Roman" panose="02020603050405020304" pitchFamily="18" charset="0"/>
                          <a:cs typeface="Times New Roman" panose="02020603050405020304" pitchFamily="18" charset="0"/>
                        </a:rPr>
                        <a:t>i</a:t>
                      </a:r>
                      <a:r>
                        <a:rPr lang="en-US" sz="1100" i="1" kern="1000" dirty="0">
                          <a:effectLst/>
                          <a:latin typeface="Times New Roman" panose="02020603050405020304" pitchFamily="18" charset="0"/>
                          <a:cs typeface="Times New Roman" panose="02020603050405020304" pitchFamily="18" charset="0"/>
                        </a:rPr>
                        <a:t>    </a:t>
                      </a:r>
                      <a:r>
                        <a:rPr lang="zh-CN" sz="1100" kern="1000" dirty="0">
                          <a:effectLst/>
                        </a:rPr>
                        <a:t>对齐</a:t>
                      </a:r>
                      <a:endParaRPr lang="zh-CN" sz="11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just" fontAlgn="ctr">
                        <a:lnSpc>
                          <a:spcPts val="1595"/>
                        </a:lnSpc>
                      </a:pPr>
                      <a:r>
                        <a:rPr lang="zh-CN" sz="1100" kern="1000" dirty="0">
                          <a:effectLst/>
                        </a:rPr>
                        <a:t>坐标系</a:t>
                      </a:r>
                      <a:r>
                        <a:rPr lang="en-US" sz="1100" kern="1000" dirty="0">
                          <a:effectLst/>
                        </a:rPr>
                        <a:t>              </a:t>
                      </a:r>
                      <a:r>
                        <a:rPr lang="zh-CN" sz="1100" kern="1000" dirty="0">
                          <a:effectLst/>
                        </a:rPr>
                        <a:t>与关节</a:t>
                      </a:r>
                      <a:r>
                        <a:rPr lang="en-US" sz="1100" kern="1000" dirty="0">
                          <a:effectLst/>
                        </a:rPr>
                        <a:t>           </a:t>
                      </a:r>
                      <a:r>
                        <a:rPr lang="zh-CN" sz="1100" kern="1000" dirty="0">
                          <a:effectLst/>
                        </a:rPr>
                        <a:t>对齐</a:t>
                      </a:r>
                      <a:endParaRPr lang="zh-CN" sz="11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408257850"/>
                  </a:ext>
                </a:extLst>
              </a:tr>
              <a:tr h="997745">
                <a:tc>
                  <a:txBody>
                    <a:bodyPr/>
                    <a:lstStyle/>
                    <a:p>
                      <a:pPr indent="269875" algn="just" fontAlgn="ctr">
                        <a:lnSpc>
                          <a:spcPts val="1595"/>
                        </a:lnSpc>
                      </a:pPr>
                      <a:r>
                        <a:rPr lang="zh-CN" sz="1100" kern="1000">
                          <a:effectLst/>
                        </a:rPr>
                        <a:t>连杆坐标系的变换规则不一样</a:t>
                      </a:r>
                      <a:endParaRPr lang="zh-CN" sz="1100" kern="10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just" fontAlgn="ctr">
                        <a:lnSpc>
                          <a:spcPts val="1200"/>
                        </a:lnSpc>
                      </a:pPr>
                      <a:r>
                        <a:rPr lang="zh-CN" sz="1100" kern="1000" dirty="0">
                          <a:effectLst/>
                        </a:rPr>
                        <a:t>相邻关节坐标系之间的变化顺序为</a:t>
                      </a:r>
                      <a:r>
                        <a:rPr lang="en-US" altLang="zh-CN" sz="1100" kern="1000" dirty="0">
                          <a:effectLst/>
                        </a:rPr>
                        <a:t> </a:t>
                      </a:r>
                      <a:r>
                        <a:rPr lang="en-US" sz="1100" kern="1000" dirty="0">
                          <a:effectLst/>
                        </a:rPr>
                        <a:t> </a:t>
                      </a:r>
                      <a:endParaRPr lang="zh-CN" sz="1100" kern="10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9875" algn="just" fontAlgn="ctr">
                        <a:lnSpc>
                          <a:spcPts val="1200"/>
                        </a:lnSpc>
                      </a:pPr>
                      <a:r>
                        <a:rPr lang="zh-CN" sz="1100" kern="750" dirty="0">
                          <a:effectLst/>
                        </a:rPr>
                        <a:t>相邻关节坐标系之间的变化顺序为</a:t>
                      </a:r>
                      <a:r>
                        <a:rPr lang="en-US" sz="1100" kern="1000" dirty="0">
                          <a:effectLst/>
                        </a:rPr>
                        <a:t> </a:t>
                      </a:r>
                      <a:endParaRPr lang="zh-CN" sz="1100" kern="10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206892453"/>
                  </a:ext>
                </a:extLst>
              </a:tr>
            </a:tbl>
          </a:graphicData>
        </a:graphic>
      </p:graphicFrame>
      <p:graphicFrame>
        <p:nvGraphicFramePr>
          <p:cNvPr id="9" name="对象 8">
            <a:extLst>
              <a:ext uri="{FF2B5EF4-FFF2-40B4-BE49-F238E27FC236}">
                <a16:creationId xmlns:a16="http://schemas.microsoft.com/office/drawing/2014/main" id="{D89B4B52-7900-0BE2-AC33-5705E927AAF4}"/>
              </a:ext>
            </a:extLst>
          </p:cNvPr>
          <p:cNvGraphicFramePr>
            <a:graphicFrameLocks noChangeAspect="1"/>
          </p:cNvGraphicFramePr>
          <p:nvPr>
            <p:extLst>
              <p:ext uri="{D42A27DB-BD31-4B8C-83A1-F6EECF244321}">
                <p14:modId xmlns:p14="http://schemas.microsoft.com/office/powerpoint/2010/main" val="402845163"/>
              </p:ext>
            </p:extLst>
          </p:nvPr>
        </p:nvGraphicFramePr>
        <p:xfrm>
          <a:off x="8721961" y="4528169"/>
          <a:ext cx="433226" cy="288440"/>
        </p:xfrm>
        <a:graphic>
          <a:graphicData uri="http://schemas.openxmlformats.org/presentationml/2006/ole">
            <mc:AlternateContent xmlns:mc="http://schemas.openxmlformats.org/markup-compatibility/2006">
              <mc:Choice xmlns:v="urn:schemas-microsoft-com:vml" Requires="v">
                <p:oleObj name="Equation" r:id="rId3" imgW="190417" imgH="139639" progId="Equation.DSMT4">
                  <p:embed/>
                </p:oleObj>
              </mc:Choice>
              <mc:Fallback>
                <p:oleObj name="Equation" r:id="rId3" imgW="190417" imgH="139639"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1961" y="4528169"/>
                        <a:ext cx="433226" cy="288440"/>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F40186AF-CA84-0985-36AD-9B75BEB935DD}"/>
              </a:ext>
            </a:extLst>
          </p:cNvPr>
          <p:cNvGraphicFramePr>
            <a:graphicFrameLocks noChangeAspect="1"/>
          </p:cNvGraphicFramePr>
          <p:nvPr>
            <p:extLst>
              <p:ext uri="{D42A27DB-BD31-4B8C-83A1-F6EECF244321}">
                <p14:modId xmlns:p14="http://schemas.microsoft.com/office/powerpoint/2010/main" val="2109881332"/>
              </p:ext>
            </p:extLst>
          </p:nvPr>
        </p:nvGraphicFramePr>
        <p:xfrm>
          <a:off x="5235546" y="4528169"/>
          <a:ext cx="433226" cy="288440"/>
        </p:xfrm>
        <a:graphic>
          <a:graphicData uri="http://schemas.openxmlformats.org/presentationml/2006/ole">
            <mc:AlternateContent xmlns:mc="http://schemas.openxmlformats.org/markup-compatibility/2006">
              <mc:Choice xmlns:v="urn:schemas-microsoft-com:vml" Requires="v">
                <p:oleObj name="Equation" r:id="rId5" imgW="190417" imgH="139639" progId="Equation.DSMT4">
                  <p:embed/>
                </p:oleObj>
              </mc:Choice>
              <mc:Fallback>
                <p:oleObj name="Equation" r:id="rId5" imgW="190417" imgH="139639"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5546" y="4528169"/>
                        <a:ext cx="433226" cy="288440"/>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2DEC78F3-44E4-D623-92CB-F2E331C97F9C}"/>
              </a:ext>
            </a:extLst>
          </p:cNvPr>
          <p:cNvGraphicFramePr>
            <a:graphicFrameLocks noChangeAspect="1"/>
          </p:cNvGraphicFramePr>
          <p:nvPr>
            <p:extLst>
              <p:ext uri="{D42A27DB-BD31-4B8C-83A1-F6EECF244321}">
                <p14:modId xmlns:p14="http://schemas.microsoft.com/office/powerpoint/2010/main" val="1070794961"/>
              </p:ext>
            </p:extLst>
          </p:nvPr>
        </p:nvGraphicFramePr>
        <p:xfrm>
          <a:off x="7792636" y="4528169"/>
          <a:ext cx="433226" cy="288440"/>
        </p:xfrm>
        <a:graphic>
          <a:graphicData uri="http://schemas.openxmlformats.org/presentationml/2006/ole">
            <mc:AlternateContent xmlns:mc="http://schemas.openxmlformats.org/markup-compatibility/2006">
              <mc:Choice xmlns:v="urn:schemas-microsoft-com:vml" Requires="v">
                <p:oleObj name="Equation" r:id="rId7" imgW="190417" imgH="139639" progId="Equation.DSMT4">
                  <p:embed/>
                </p:oleObj>
              </mc:Choice>
              <mc:Fallback>
                <p:oleObj name="Equation" r:id="rId7" imgW="190417" imgH="139639"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92636" y="4528169"/>
                        <a:ext cx="433226" cy="288440"/>
                      </a:xfrm>
                      <a:prstGeom prst="rect">
                        <a:avLst/>
                      </a:prstGeom>
                      <a:noFill/>
                    </p:spPr>
                  </p:pic>
                </p:oleObj>
              </mc:Fallback>
            </mc:AlternateContent>
          </a:graphicData>
        </a:graphic>
      </p:graphicFrame>
      <p:graphicFrame>
        <p:nvGraphicFramePr>
          <p:cNvPr id="12" name="对象 11">
            <a:extLst>
              <a:ext uri="{FF2B5EF4-FFF2-40B4-BE49-F238E27FC236}">
                <a16:creationId xmlns:a16="http://schemas.microsoft.com/office/drawing/2014/main" id="{E75C167A-F44C-4A06-D654-06A4A696FD85}"/>
              </a:ext>
            </a:extLst>
          </p:cNvPr>
          <p:cNvGraphicFramePr>
            <a:graphicFrameLocks noChangeAspect="1"/>
          </p:cNvGraphicFramePr>
          <p:nvPr>
            <p:extLst>
              <p:ext uri="{D42A27DB-BD31-4B8C-83A1-F6EECF244321}">
                <p14:modId xmlns:p14="http://schemas.microsoft.com/office/powerpoint/2010/main" val="1986287970"/>
              </p:ext>
            </p:extLst>
          </p:nvPr>
        </p:nvGraphicFramePr>
        <p:xfrm>
          <a:off x="6606400" y="5478639"/>
          <a:ext cx="310479" cy="321979"/>
        </p:xfrm>
        <a:graphic>
          <a:graphicData uri="http://schemas.openxmlformats.org/presentationml/2006/ole">
            <mc:AlternateContent xmlns:mc="http://schemas.openxmlformats.org/markup-compatibility/2006">
              <mc:Choice xmlns:v="urn:schemas-microsoft-com:vml" Requires="v">
                <p:oleObj name="Equation" r:id="rId9" imgW="139639" imgH="152334" progId="Equation.DSMT4">
                  <p:embed/>
                </p:oleObj>
              </mc:Choice>
              <mc:Fallback>
                <p:oleObj name="Equation" r:id="rId9" imgW="139639" imgH="152334"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06400" y="5478639"/>
                        <a:ext cx="310479" cy="321979"/>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FF8CCEA7-0CA1-2971-EF94-093387B5784E}"/>
              </a:ext>
            </a:extLst>
          </p:cNvPr>
          <p:cNvGraphicFramePr>
            <a:graphicFrameLocks noChangeAspect="1"/>
          </p:cNvGraphicFramePr>
          <p:nvPr>
            <p:extLst>
              <p:ext uri="{D42A27DB-BD31-4B8C-83A1-F6EECF244321}">
                <p14:modId xmlns:p14="http://schemas.microsoft.com/office/powerpoint/2010/main" val="3035732364"/>
              </p:ext>
            </p:extLst>
          </p:nvPr>
        </p:nvGraphicFramePr>
        <p:xfrm>
          <a:off x="4617421" y="5697852"/>
          <a:ext cx="815909" cy="321979"/>
        </p:xfrm>
        <a:graphic>
          <a:graphicData uri="http://schemas.openxmlformats.org/presentationml/2006/ole">
            <mc:AlternateContent xmlns:mc="http://schemas.openxmlformats.org/markup-compatibility/2006">
              <mc:Choice xmlns:v="urn:schemas-microsoft-com:vml" Requires="v">
                <p:oleObj name="Equation" r:id="rId11" imgW="355292" imgH="152268" progId="Equation.DSMT4">
                  <p:embed/>
                </p:oleObj>
              </mc:Choice>
              <mc:Fallback>
                <p:oleObj name="Equation" r:id="rId11" imgW="355292" imgH="152268"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17421" y="5697852"/>
                        <a:ext cx="815909" cy="321979"/>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ABBF77B0-802D-C85A-AEC7-8F6A36D065C3}"/>
              </a:ext>
            </a:extLst>
          </p:cNvPr>
          <p:cNvGraphicFramePr>
            <a:graphicFrameLocks noChangeAspect="1"/>
          </p:cNvGraphicFramePr>
          <p:nvPr>
            <p:extLst>
              <p:ext uri="{D42A27DB-BD31-4B8C-83A1-F6EECF244321}">
                <p14:modId xmlns:p14="http://schemas.microsoft.com/office/powerpoint/2010/main" val="3861030781"/>
              </p:ext>
            </p:extLst>
          </p:nvPr>
        </p:nvGraphicFramePr>
        <p:xfrm>
          <a:off x="9362829" y="5478639"/>
          <a:ext cx="469328" cy="321979"/>
        </p:xfrm>
        <a:graphic>
          <a:graphicData uri="http://schemas.openxmlformats.org/presentationml/2006/ole">
            <mc:AlternateContent xmlns:mc="http://schemas.openxmlformats.org/markup-compatibility/2006">
              <mc:Choice xmlns:v="urn:schemas-microsoft-com:vml" Requires="v">
                <p:oleObj name="Equation" r:id="rId13" imgW="203024" imgH="152268" progId="Equation.DSMT4">
                  <p:embed/>
                </p:oleObj>
              </mc:Choice>
              <mc:Fallback>
                <p:oleObj name="Equation" r:id="rId13" imgW="203024" imgH="152268" progId="Equation.DSMT4">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62829" y="5478639"/>
                        <a:ext cx="469328" cy="321979"/>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7BF99BDC-09CC-5893-06DB-4C9CCC4BE1F9}"/>
              </a:ext>
            </a:extLst>
          </p:cNvPr>
          <p:cNvGraphicFramePr>
            <a:graphicFrameLocks noChangeAspect="1"/>
          </p:cNvGraphicFramePr>
          <p:nvPr>
            <p:extLst>
              <p:ext uri="{D42A27DB-BD31-4B8C-83A1-F6EECF244321}">
                <p14:modId xmlns:p14="http://schemas.microsoft.com/office/powerpoint/2010/main" val="1740523963"/>
              </p:ext>
            </p:extLst>
          </p:nvPr>
        </p:nvGraphicFramePr>
        <p:xfrm>
          <a:off x="7334138" y="5695454"/>
          <a:ext cx="916995" cy="321979"/>
        </p:xfrm>
        <a:graphic>
          <a:graphicData uri="http://schemas.openxmlformats.org/presentationml/2006/ole">
            <mc:AlternateContent xmlns:mc="http://schemas.openxmlformats.org/markup-compatibility/2006">
              <mc:Choice xmlns:v="urn:schemas-microsoft-com:vml" Requires="v">
                <p:oleObj name="Equation" r:id="rId15" imgW="406048" imgH="152268" progId="Equation.DSMT4">
                  <p:embed/>
                </p:oleObj>
              </mc:Choice>
              <mc:Fallback>
                <p:oleObj name="Equation" r:id="rId15" imgW="406048" imgH="152268" progId="Equation.DSMT4">
                  <p:embed/>
                  <p:pic>
                    <p:nvPicPr>
                      <p:cNvPr id="0" name="Object 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34138" y="5695454"/>
                        <a:ext cx="916995" cy="321979"/>
                      </a:xfrm>
                      <a:prstGeom prst="rect">
                        <a:avLst/>
                      </a:prstGeom>
                      <a:noFill/>
                    </p:spPr>
                  </p:pic>
                </p:oleObj>
              </mc:Fallback>
            </mc:AlternateContent>
          </a:graphicData>
        </a:graphic>
      </p:graphicFrame>
      <p:sp>
        <p:nvSpPr>
          <p:cNvPr id="17" name="文本框 16">
            <a:extLst>
              <a:ext uri="{FF2B5EF4-FFF2-40B4-BE49-F238E27FC236}">
                <a16:creationId xmlns:a16="http://schemas.microsoft.com/office/drawing/2014/main" id="{4DC46010-8CD5-773C-DA29-597396518657}"/>
              </a:ext>
            </a:extLst>
          </p:cNvPr>
          <p:cNvSpPr txBox="1"/>
          <p:nvPr/>
        </p:nvSpPr>
        <p:spPr>
          <a:xfrm>
            <a:off x="4016387" y="3273298"/>
            <a:ext cx="6122708" cy="373628"/>
          </a:xfrm>
          <a:prstGeom prst="rect">
            <a:avLst/>
          </a:prstGeom>
          <a:noFill/>
        </p:spPr>
        <p:txBody>
          <a:bodyPr wrap="square">
            <a:spAutoFit/>
          </a:bodyPr>
          <a:lstStyle/>
          <a:p>
            <a:pPr indent="450000" algn="just">
              <a:lnSpc>
                <a:spcPct val="150000"/>
              </a:lnSpc>
            </a:pPr>
            <a:r>
              <a:rPr lang="zh-CN" altLang="zh-CN" sz="1400" kern="1000" dirty="0">
                <a:effectLst/>
                <a:latin typeface="Arial" panose="020B0604020202020204" pitchFamily="34" charset="0"/>
                <a:ea typeface="黑体" panose="02010609060101010101" pitchFamily="49" charset="-122"/>
                <a:cs typeface="Times New Roman" panose="02020603050405020304" pitchFamily="18" charset="0"/>
              </a:rPr>
              <a:t>表</a:t>
            </a:r>
            <a:r>
              <a:rPr lang="en-US" altLang="zh-CN" sz="1400" kern="1000" dirty="0">
                <a:effectLst/>
                <a:latin typeface="Arial" panose="020B0604020202020204" pitchFamily="34" charset="0"/>
                <a:ea typeface="黑体" panose="02010609060101010101" pitchFamily="49" charset="-122"/>
                <a:cs typeface="Times New Roman" panose="02020603050405020304" pitchFamily="18" charset="0"/>
              </a:rPr>
              <a:t>2.1  </a:t>
            </a:r>
            <a:r>
              <a:rPr lang="zh-CN" altLang="zh-CN" sz="1400" kern="1000" dirty="0">
                <a:effectLst/>
                <a:latin typeface="Arial" panose="020B0604020202020204" pitchFamily="34" charset="0"/>
                <a:ea typeface="黑体" panose="02010609060101010101" pitchFamily="49" charset="-122"/>
                <a:cs typeface="Times New Roman" panose="02020603050405020304" pitchFamily="18" charset="0"/>
              </a:rPr>
              <a:t>标准</a:t>
            </a:r>
            <a:r>
              <a:rPr lang="en-US" altLang="zh-CN" sz="1400" kern="1000" dirty="0">
                <a:effectLst/>
                <a:latin typeface="Arial" panose="020B0604020202020204" pitchFamily="34" charset="0"/>
                <a:ea typeface="黑体" panose="02010609060101010101" pitchFamily="49" charset="-122"/>
                <a:cs typeface="Times New Roman" panose="02020603050405020304" pitchFamily="18" charset="0"/>
              </a:rPr>
              <a:t>D-H</a:t>
            </a:r>
            <a:r>
              <a:rPr lang="zh-CN" altLang="zh-CN" sz="1400" kern="1000" dirty="0">
                <a:effectLst/>
                <a:latin typeface="Arial" panose="020B0604020202020204" pitchFamily="34" charset="0"/>
                <a:ea typeface="黑体" panose="02010609060101010101" pitchFamily="49" charset="-122"/>
                <a:cs typeface="Times New Roman" panose="02020603050405020304" pitchFamily="18" charset="0"/>
              </a:rPr>
              <a:t>和改进</a:t>
            </a:r>
            <a:r>
              <a:rPr lang="en-US" altLang="zh-CN" sz="1400" kern="1000" dirty="0">
                <a:effectLst/>
                <a:latin typeface="Arial" panose="020B0604020202020204" pitchFamily="34" charset="0"/>
                <a:ea typeface="黑体" panose="02010609060101010101" pitchFamily="49" charset="-122"/>
                <a:cs typeface="Times New Roman" panose="02020603050405020304" pitchFamily="18" charset="0"/>
              </a:rPr>
              <a:t>D-H</a:t>
            </a:r>
            <a:r>
              <a:rPr lang="zh-CN" altLang="zh-CN" sz="1400" kern="1000" dirty="0">
                <a:effectLst/>
                <a:latin typeface="Arial" panose="020B0604020202020204" pitchFamily="34" charset="0"/>
                <a:ea typeface="黑体" panose="02010609060101010101" pitchFamily="49" charset="-122"/>
                <a:cs typeface="Times New Roman" panose="02020603050405020304" pitchFamily="18" charset="0"/>
              </a:rPr>
              <a:t>方法的区别</a:t>
            </a:r>
          </a:p>
        </p:txBody>
      </p:sp>
    </p:spTree>
    <p:extLst>
      <p:ext uri="{BB962C8B-B14F-4D97-AF65-F5344CB8AC3E}">
        <p14:creationId xmlns:p14="http://schemas.microsoft.com/office/powerpoint/2010/main" val="355250510"/>
      </p:ext>
    </p:extLst>
  </p:cSld>
  <p:clrMapOvr>
    <a:masterClrMapping/>
  </p:clrMapOvr>
  <p:transition advTm="18857"/>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  </a:t>
            </a:r>
            <a:r>
              <a:rPr lang="zh-CN" altLang="en-US" sz="2800" b="1" dirty="0">
                <a:latin typeface="Times New Roman" pitchFamily="18" charset="0"/>
                <a:ea typeface="华文中宋" pitchFamily="2" charset="-122"/>
              </a:rPr>
              <a:t>基于</a:t>
            </a:r>
            <a:r>
              <a:rPr lang="en-US" altLang="zh-CN" sz="2800" b="1" dirty="0">
                <a:latin typeface="Times New Roman" pitchFamily="18" charset="0"/>
                <a:ea typeface="华文中宋" pitchFamily="2" charset="-122"/>
              </a:rPr>
              <a:t>D-H</a:t>
            </a:r>
            <a:r>
              <a:rPr lang="zh-CN" altLang="en-US" sz="2800" b="1" dirty="0">
                <a:latin typeface="Times New Roman" pitchFamily="18" charset="0"/>
                <a:ea typeface="华文中宋" pitchFamily="2" charset="-122"/>
              </a:rPr>
              <a:t>坐标系的四足机器人运动学建模</a:t>
            </a:r>
          </a:p>
        </p:txBody>
      </p:sp>
      <p:sp>
        <p:nvSpPr>
          <p:cNvPr id="3" name="文本框 2">
            <a:extLst>
              <a:ext uri="{FF2B5EF4-FFF2-40B4-BE49-F238E27FC236}">
                <a16:creationId xmlns:a16="http://schemas.microsoft.com/office/drawing/2014/main" id="{0AB51585-4ADA-7E72-04E0-804A784EE9F5}"/>
              </a:ext>
            </a:extLst>
          </p:cNvPr>
          <p:cNvSpPr txBox="1"/>
          <p:nvPr/>
        </p:nvSpPr>
        <p:spPr>
          <a:xfrm>
            <a:off x="622169" y="1131216"/>
            <a:ext cx="10869105" cy="5029390"/>
          </a:xfrm>
          <a:prstGeom prst="rect">
            <a:avLst/>
          </a:prstGeom>
          <a:noFill/>
        </p:spPr>
        <p:txBody>
          <a:bodyPr wrap="square">
            <a:spAutoFit/>
          </a:bodyPr>
          <a:lstStyle/>
          <a:p>
            <a:pPr indent="457200" algn="just">
              <a:lnSpc>
                <a:spcPct val="150000"/>
              </a:lnSpc>
            </a:pPr>
            <a:r>
              <a:rPr lang="en-US" altLang="zh-CN" dirty="0">
                <a:latin typeface="微软雅黑" panose="020B0503020204020204" pitchFamily="34" charset="-122"/>
                <a:ea typeface="微软雅黑" panose="020B0503020204020204" pitchFamily="34" charset="-122"/>
              </a:rPr>
              <a:t>2.4.1  </a:t>
            </a:r>
            <a:r>
              <a:rPr lang="zh-CN" altLang="en-US" dirty="0">
                <a:latin typeface="微软雅黑" panose="020B0503020204020204" pitchFamily="34" charset="-122"/>
                <a:ea typeface="微软雅黑" panose="020B0503020204020204" pitchFamily="34" charset="-122"/>
              </a:rPr>
              <a:t>四足机器人的运动学分析</a:t>
            </a:r>
          </a:p>
          <a:p>
            <a:pPr indent="457200" algn="just">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rPr>
              <a:t>坐标系说明</a:t>
            </a:r>
          </a:p>
          <a:p>
            <a:pPr indent="457200" algn="just">
              <a:lnSpc>
                <a:spcPct val="150000"/>
              </a:lnSpc>
            </a:pPr>
            <a:r>
              <a:rPr lang="zh-CN" altLang="en-US" dirty="0">
                <a:latin typeface="微软雅黑" panose="020B0503020204020204" pitchFamily="34" charset="-122"/>
                <a:ea typeface="微软雅黑" panose="020B0503020204020204" pitchFamily="34" charset="-122"/>
              </a:rPr>
              <a:t>如图</a:t>
            </a:r>
            <a:r>
              <a:rPr lang="en-US" altLang="zh-CN" dirty="0">
                <a:latin typeface="微软雅黑" panose="020B0503020204020204" pitchFamily="34" charset="-122"/>
                <a:ea typeface="微软雅黑" panose="020B0503020204020204" pitchFamily="34" charset="-122"/>
              </a:rPr>
              <a:t>2.18</a:t>
            </a:r>
            <a:r>
              <a:rPr lang="zh-CN" altLang="en-US" dirty="0">
                <a:latin typeface="微软雅黑" panose="020B0503020204020204" pitchFamily="34" charset="-122"/>
                <a:ea typeface="微软雅黑" panose="020B0503020204020204" pitchFamily="34" charset="-122"/>
              </a:rPr>
              <a:t>所示，把四足机器人的腿视为一系列由关节连接起来的连杆。为四足机器人的每一连杆建立一个坐标系，并用齐次变换来描述这些坐标系间的相对位置和姿态。通常，</a:t>
            </a:r>
            <a:r>
              <a:rPr lang="en-US" altLang="zh-CN" sz="1800" kern="1000" dirty="0">
                <a:effectLst/>
                <a:latin typeface="Times New Roman" panose="02020603050405020304" pitchFamily="18" charset="0"/>
                <a:ea typeface="宋体" panose="02010600030101010101" pitchFamily="2" charset="-122"/>
              </a:rPr>
              <a:t>{</a:t>
            </a:r>
            <a:r>
              <a:rPr lang="en-US" altLang="zh-CN" sz="1800" i="1" kern="1000" dirty="0" err="1">
                <a:effectLst/>
                <a:latin typeface="Times New Roman" panose="02020603050405020304" pitchFamily="18" charset="0"/>
                <a:ea typeface="宋体" panose="02010600030101010101" pitchFamily="2" charset="-122"/>
              </a:rPr>
              <a:t>i</a:t>
            </a:r>
            <a:r>
              <a:rPr lang="en-US" altLang="zh-CN" sz="1800" kern="1000" dirty="0">
                <a:effectLst/>
                <a:latin typeface="Times New Roman" panose="02020603050405020304" pitchFamily="18" charset="0"/>
                <a:ea typeface="宋体" panose="02010600030101010101" pitchFamily="2" charset="-122"/>
              </a:rPr>
              <a:t>}</a:t>
            </a:r>
            <a:r>
              <a:rPr lang="zh-CN" altLang="en-US" dirty="0">
                <a:latin typeface="微软雅黑" panose="020B0503020204020204" pitchFamily="34" charset="-122"/>
                <a:ea typeface="微软雅黑" panose="020B0503020204020204" pitchFamily="34" charset="-122"/>
              </a:rPr>
              <a:t>系的坐标原点在关节</a:t>
            </a:r>
            <a:r>
              <a:rPr lang="en-US" altLang="zh-CN" sz="1800" i="1" kern="1000" dirty="0" err="1">
                <a:effectLst/>
                <a:latin typeface="Times New Roman" panose="02020603050405020304" pitchFamily="18" charset="0"/>
                <a:ea typeface="宋体" panose="02010600030101010101" pitchFamily="2" charset="-122"/>
              </a:rPr>
              <a:t>i</a:t>
            </a:r>
            <a:r>
              <a:rPr lang="zh-CN" altLang="en-US" dirty="0">
                <a:latin typeface="微软雅黑" panose="020B0503020204020204" pitchFamily="34" charset="-122"/>
                <a:ea typeface="微软雅黑" panose="020B0503020204020204" pitchFamily="34" charset="-122"/>
              </a:rPr>
              <a:t> 和关节 </a:t>
            </a:r>
            <a:r>
              <a:rPr lang="en-US" altLang="zh-CN" sz="1800" i="1" kern="1000" dirty="0" err="1">
                <a:effectLst/>
                <a:latin typeface="Times New Roman" panose="02020603050405020304" pitchFamily="18" charset="0"/>
                <a:ea typeface="宋体" panose="02010600030101010101" pitchFamily="2" charset="-122"/>
              </a:rPr>
              <a:t>i</a:t>
            </a:r>
            <a:r>
              <a:rPr lang="en-US" altLang="zh-CN" sz="1800" i="1" kern="1000" dirty="0">
                <a:effectLst/>
                <a:latin typeface="Times New Roman" panose="02020603050405020304" pitchFamily="18" charset="0"/>
                <a:ea typeface="宋体" panose="02010600030101010101" pitchFamily="2" charset="-122"/>
              </a:rPr>
              <a:t> </a:t>
            </a:r>
            <a:r>
              <a:rPr lang="en-US" altLang="zh-CN" sz="1800" kern="1000" dirty="0">
                <a:effectLst/>
                <a:latin typeface="Times New Roman" panose="02020603050405020304" pitchFamily="18" charset="0"/>
                <a:ea typeface="宋体" panose="02010600030101010101" pitchFamily="2" charset="-122"/>
              </a:rPr>
              <a:t>+ 1</a:t>
            </a:r>
            <a:r>
              <a:rPr lang="zh-CN" altLang="en-US" dirty="0">
                <a:latin typeface="微软雅黑" panose="020B0503020204020204" pitchFamily="34" charset="-122"/>
                <a:ea typeface="微软雅黑" panose="020B0503020204020204" pitchFamily="34" charset="-122"/>
              </a:rPr>
              <a:t>轴线的公法线和关节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rPr>
              <a:t>轴线的交点上，     与关节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dirty="0">
                <a:latin typeface="微软雅黑" panose="020B0503020204020204" pitchFamily="34" charset="-122"/>
                <a:ea typeface="微软雅黑" panose="020B0503020204020204" pitchFamily="34" charset="-122"/>
              </a:rPr>
              <a:t> 的轴线重合，     和上面的公法线重合，方向由关节 </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dirty="0">
                <a:latin typeface="微软雅黑" panose="020B0503020204020204" pitchFamily="34" charset="-122"/>
                <a:ea typeface="微软雅黑" panose="020B0503020204020204" pitchFamily="34" charset="-122"/>
              </a:rPr>
              <a:t> 指向</a:t>
            </a:r>
            <a:r>
              <a:rPr lang="en-US" altLang="zh-CN" sz="1800" i="1" kern="1000" dirty="0" err="1">
                <a:effectLst/>
                <a:latin typeface="Times New Roman" panose="02020603050405020304" pitchFamily="18" charset="0"/>
                <a:ea typeface="宋体" panose="02010600030101010101" pitchFamily="2" charset="-122"/>
              </a:rPr>
              <a:t>i</a:t>
            </a:r>
            <a:r>
              <a:rPr lang="en-US" altLang="zh-CN" sz="1800" i="1" kern="1000" dirty="0">
                <a:effectLst/>
                <a:latin typeface="Times New Roman" panose="02020603050405020304" pitchFamily="18" charset="0"/>
                <a:ea typeface="宋体" panose="02010600030101010101" pitchFamily="2" charset="-122"/>
              </a:rPr>
              <a:t> </a:t>
            </a:r>
            <a:r>
              <a:rPr lang="en-US" altLang="zh-CN" sz="1800" kern="1000" dirty="0">
                <a:effectLst/>
                <a:latin typeface="Times New Roman" panose="02020603050405020304" pitchFamily="18" charset="0"/>
                <a:ea typeface="宋体" panose="02010600030101010101" pitchFamily="2" charset="-122"/>
              </a:rPr>
              <a:t>+ 1 </a:t>
            </a:r>
            <a:r>
              <a:rPr lang="zh-CN" altLang="en-US" dirty="0">
                <a:latin typeface="微软雅黑" panose="020B0503020204020204" pitchFamily="34" charset="-122"/>
                <a:ea typeface="微软雅黑" panose="020B0503020204020204" pitchFamily="34" charset="-122"/>
              </a:rPr>
              <a:t>，   用右手定则确定。</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．约定</a:t>
            </a:r>
          </a:p>
          <a:p>
            <a:pPr indent="457200" algn="just">
              <a:lnSpc>
                <a:spcPct val="150000"/>
              </a:lnSpc>
            </a:pPr>
            <a:r>
              <a:rPr lang="zh-CN" altLang="en-US" dirty="0">
                <a:latin typeface="微软雅黑" panose="020B0503020204020204" pitchFamily="34" charset="-122"/>
                <a:ea typeface="微软雅黑" panose="020B0503020204020204" pitchFamily="34" charset="-122"/>
              </a:rPr>
              <a:t>令</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条腿的髋关节坐标点与 </a:t>
            </a:r>
            <a:r>
              <a:rPr lang="en-US" altLang="zh-CN" sz="1800" i="1" kern="1000" dirty="0">
                <a:effectLst/>
                <a:latin typeface="Times New Roman" panose="02020603050405020304" pitchFamily="18" charset="0"/>
                <a:ea typeface="宋体" panose="02010600030101010101" pitchFamily="2" charset="-122"/>
              </a:rPr>
              <a:t>O</a:t>
            </a:r>
            <a:r>
              <a:rPr lang="en-US" altLang="zh-CN" sz="1800" kern="1000" baseline="-25000" dirty="0">
                <a:effectLst/>
                <a:latin typeface="Times New Roman" panose="02020603050405020304" pitchFamily="18" charset="0"/>
                <a:ea typeface="宋体" panose="02010600030101010101" pitchFamily="2" charset="-122"/>
              </a:rPr>
              <a:t>0</a:t>
            </a:r>
            <a:r>
              <a:rPr lang="zh-CN" altLang="en-US" dirty="0">
                <a:latin typeface="微软雅黑" panose="020B0503020204020204" pitchFamily="34" charset="-122"/>
                <a:ea typeface="微软雅黑" panose="020B0503020204020204" pitchFamily="34" charset="-122"/>
              </a:rPr>
              <a:t>  共</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dirty="0">
                <a:latin typeface="微软雅黑" panose="020B0503020204020204" pitchFamily="34" charset="-122"/>
                <a:ea typeface="微软雅黑" panose="020B0503020204020204" pitchFamily="34" charset="-122"/>
              </a:rPr>
              <a:t>平面，这样就不存在</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dirty="0">
                <a:latin typeface="微软雅黑" panose="020B0503020204020204" pitchFamily="34" charset="-122"/>
                <a:ea typeface="微软雅黑" panose="020B0503020204020204" pitchFamily="34" charset="-122"/>
              </a:rPr>
              <a:t>方向平移。</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．躯干固连坐标系</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机体坐标系</a:t>
            </a:r>
            <a:r>
              <a:rPr lang="en-US" altLang="zh-CN" dirty="0">
                <a:latin typeface="微软雅黑" panose="020B0503020204020204" pitchFamily="34" charset="-122"/>
                <a:ea typeface="微软雅黑" panose="020B0503020204020204" pitchFamily="34" charset="-122"/>
              </a:rPr>
              <a:t>)</a:t>
            </a:r>
          </a:p>
          <a:p>
            <a:pPr indent="457200" algn="just">
              <a:lnSpc>
                <a:spcPct val="150000"/>
              </a:lnSpc>
            </a:pPr>
            <a:r>
              <a:rPr lang="zh-CN" altLang="en-US" dirty="0">
                <a:latin typeface="微软雅黑" panose="020B0503020204020204" pitchFamily="34" charset="-122"/>
                <a:ea typeface="微软雅黑" panose="020B0503020204020204" pitchFamily="34" charset="-122"/>
              </a:rPr>
              <a:t>规定躯干固连坐标系      位于躯干自身的几何中心，定义     的正方向为机体前进方向，     的正方向与重力方向相反，      垂直躯干横面向上，    按照</a:t>
            </a:r>
            <a:r>
              <a:rPr lang="en-US" altLang="zh-CN" dirty="0">
                <a:latin typeface="微软雅黑" panose="020B0503020204020204" pitchFamily="34" charset="-122"/>
                <a:ea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rPr>
              <a:t>要求，经      自     指向      。</a:t>
            </a:r>
          </a:p>
          <a:p>
            <a:pPr indent="457200"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10" name="对象 9">
            <a:extLst>
              <a:ext uri="{FF2B5EF4-FFF2-40B4-BE49-F238E27FC236}">
                <a16:creationId xmlns:a16="http://schemas.microsoft.com/office/drawing/2014/main" id="{78F271D3-CB67-16B1-9B8C-FB6B6A8E8418}"/>
              </a:ext>
            </a:extLst>
          </p:cNvPr>
          <p:cNvGraphicFramePr>
            <a:graphicFrameLocks noChangeAspect="1"/>
          </p:cNvGraphicFramePr>
          <p:nvPr>
            <p:extLst>
              <p:ext uri="{D42A27DB-BD31-4B8C-83A1-F6EECF244321}">
                <p14:modId xmlns:p14="http://schemas.microsoft.com/office/powerpoint/2010/main" val="638645456"/>
              </p:ext>
            </p:extLst>
          </p:nvPr>
        </p:nvGraphicFramePr>
        <p:xfrm>
          <a:off x="5394554" y="2845045"/>
          <a:ext cx="252101" cy="366692"/>
        </p:xfrm>
        <a:graphic>
          <a:graphicData uri="http://schemas.openxmlformats.org/presentationml/2006/ole">
            <mc:AlternateContent xmlns:mc="http://schemas.openxmlformats.org/markup-compatibility/2006">
              <mc:Choice xmlns:v="urn:schemas-microsoft-com:vml" Requires="v">
                <p:oleObj name="Equation" r:id="rId3" imgW="139680" imgH="203040" progId="Equation.DSMT4">
                  <p:embed/>
                </p:oleObj>
              </mc:Choice>
              <mc:Fallback>
                <p:oleObj name="Equation" r:id="rId3" imgW="139680" imgH="203040" progId="Equation.DSMT4">
                  <p:embed/>
                  <p:pic>
                    <p:nvPicPr>
                      <p:cNvPr id="0" name=""/>
                      <p:cNvPicPr/>
                      <p:nvPr/>
                    </p:nvPicPr>
                    <p:blipFill>
                      <a:blip r:embed="rId4"/>
                      <a:stretch>
                        <a:fillRect/>
                      </a:stretch>
                    </p:blipFill>
                    <p:spPr>
                      <a:xfrm>
                        <a:off x="5394554" y="2845045"/>
                        <a:ext cx="252101" cy="36669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4604D2E-7711-90BB-115E-87664A543365}"/>
              </a:ext>
            </a:extLst>
          </p:cNvPr>
          <p:cNvGraphicFramePr>
            <a:graphicFrameLocks noChangeAspect="1"/>
          </p:cNvGraphicFramePr>
          <p:nvPr>
            <p:extLst>
              <p:ext uri="{D42A27DB-BD31-4B8C-83A1-F6EECF244321}">
                <p14:modId xmlns:p14="http://schemas.microsoft.com/office/powerpoint/2010/main" val="819866952"/>
              </p:ext>
            </p:extLst>
          </p:nvPr>
        </p:nvGraphicFramePr>
        <p:xfrm>
          <a:off x="8118899" y="2825191"/>
          <a:ext cx="252101" cy="366692"/>
        </p:xfrm>
        <a:graphic>
          <a:graphicData uri="http://schemas.openxmlformats.org/presentationml/2006/ole">
            <mc:AlternateContent xmlns:mc="http://schemas.openxmlformats.org/markup-compatibility/2006">
              <mc:Choice xmlns:v="urn:schemas-microsoft-com:vml" Requires="v">
                <p:oleObj name="Equation" r:id="rId5" imgW="139680" imgH="203040" progId="Equation.DSMT4">
                  <p:embed/>
                </p:oleObj>
              </mc:Choice>
              <mc:Fallback>
                <p:oleObj name="Equation" r:id="rId5" imgW="139680" imgH="203040" progId="Equation.DSMT4">
                  <p:embed/>
                  <p:pic>
                    <p:nvPicPr>
                      <p:cNvPr id="0" name=""/>
                      <p:cNvPicPr/>
                      <p:nvPr/>
                    </p:nvPicPr>
                    <p:blipFill>
                      <a:blip r:embed="rId6"/>
                      <a:stretch>
                        <a:fillRect/>
                      </a:stretch>
                    </p:blipFill>
                    <p:spPr>
                      <a:xfrm>
                        <a:off x="8118899" y="2825191"/>
                        <a:ext cx="252101" cy="36669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C62EE4B-732F-DD5B-7F89-6DA7B958559C}"/>
              </a:ext>
            </a:extLst>
          </p:cNvPr>
          <p:cNvGraphicFramePr>
            <a:graphicFrameLocks noChangeAspect="1"/>
          </p:cNvGraphicFramePr>
          <p:nvPr>
            <p:extLst>
              <p:ext uri="{D42A27DB-BD31-4B8C-83A1-F6EECF244321}">
                <p14:modId xmlns:p14="http://schemas.microsoft.com/office/powerpoint/2010/main" val="2900709524"/>
              </p:ext>
            </p:extLst>
          </p:nvPr>
        </p:nvGraphicFramePr>
        <p:xfrm>
          <a:off x="2475322" y="3256698"/>
          <a:ext cx="258452" cy="344603"/>
        </p:xfrm>
        <a:graphic>
          <a:graphicData uri="http://schemas.openxmlformats.org/presentationml/2006/ole">
            <mc:AlternateContent xmlns:mc="http://schemas.openxmlformats.org/markup-compatibility/2006">
              <mc:Choice xmlns:v="urn:schemas-microsoft-com:vml" Requires="v">
                <p:oleObj name="Equation" r:id="rId7" imgW="152280" imgH="203040" progId="Equation.DSMT4">
                  <p:embed/>
                </p:oleObj>
              </mc:Choice>
              <mc:Fallback>
                <p:oleObj name="Equation" r:id="rId7" imgW="152280" imgH="203040" progId="Equation.DSMT4">
                  <p:embed/>
                  <p:pic>
                    <p:nvPicPr>
                      <p:cNvPr id="0" name=""/>
                      <p:cNvPicPr/>
                      <p:nvPr/>
                    </p:nvPicPr>
                    <p:blipFill>
                      <a:blip r:embed="rId8"/>
                      <a:stretch>
                        <a:fillRect/>
                      </a:stretch>
                    </p:blipFill>
                    <p:spPr>
                      <a:xfrm>
                        <a:off x="2475322" y="3256698"/>
                        <a:ext cx="258452" cy="344603"/>
                      </a:xfrm>
                      <a:prstGeom prst="rect">
                        <a:avLst/>
                      </a:prstGeom>
                    </p:spPr>
                  </p:pic>
                </p:oleObj>
              </mc:Fallback>
            </mc:AlternateContent>
          </a:graphicData>
        </a:graphic>
      </p:graphicFrame>
      <p:pic>
        <p:nvPicPr>
          <p:cNvPr id="9218" name="图片 1">
            <a:extLst>
              <a:ext uri="{FF2B5EF4-FFF2-40B4-BE49-F238E27FC236}">
                <a16:creationId xmlns:a16="http://schemas.microsoft.com/office/drawing/2014/main" id="{00E716E8-4C5B-F519-3F9F-94A2778898A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t="3844" b="3488"/>
          <a:stretch>
            <a:fillRect/>
          </a:stretch>
        </p:blipFill>
        <p:spPr bwMode="auto">
          <a:xfrm>
            <a:off x="9535262" y="3191883"/>
            <a:ext cx="1600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F96EE23E-9837-D961-1355-8527C3F84B26}"/>
              </a:ext>
            </a:extLst>
          </p:cNvPr>
          <p:cNvSpPr txBox="1"/>
          <p:nvPr/>
        </p:nvSpPr>
        <p:spPr>
          <a:xfrm>
            <a:off x="8721636" y="4542154"/>
            <a:ext cx="3227452" cy="307777"/>
          </a:xfrm>
          <a:prstGeom prst="rect">
            <a:avLst/>
          </a:prstGeom>
          <a:noFill/>
        </p:spPr>
        <p:txBody>
          <a:bodyPr wrap="square">
            <a:spAutoFit/>
          </a:bodyPr>
          <a:lstStyle/>
          <a:p>
            <a:pPr algn="ctr">
              <a:spcBef>
                <a:spcPts val="700"/>
              </a:spcBef>
              <a:spcAft>
                <a:spcPts val="800"/>
              </a:spcAft>
            </a:pPr>
            <a:r>
              <a:rPr lang="zh-CN" altLang="zh-CN" sz="1400" kern="1000" dirty="0">
                <a:effectLst/>
                <a:latin typeface="Times New Roman" panose="02020603050405020304" pitchFamily="18" charset="0"/>
                <a:ea typeface="宋体" panose="02010600030101010101" pitchFamily="2" charset="-122"/>
              </a:rPr>
              <a:t>图</a:t>
            </a:r>
            <a:r>
              <a:rPr lang="en-US" altLang="zh-CN" sz="1400" kern="1000" dirty="0">
                <a:effectLst/>
                <a:latin typeface="Times New Roman" panose="02020603050405020304" pitchFamily="18" charset="0"/>
                <a:ea typeface="宋体" panose="02010600030101010101" pitchFamily="2" charset="-122"/>
              </a:rPr>
              <a:t>2.18  </a:t>
            </a:r>
            <a:r>
              <a:rPr lang="zh-CN" altLang="zh-CN" sz="1400" kern="1000" dirty="0">
                <a:effectLst/>
                <a:latin typeface="Times New Roman" panose="02020603050405020304" pitchFamily="18" charset="0"/>
                <a:ea typeface="宋体" panose="02010600030101010101" pitchFamily="2" charset="-122"/>
              </a:rPr>
              <a:t>四足机器人结构示意图</a:t>
            </a:r>
          </a:p>
        </p:txBody>
      </p:sp>
      <p:graphicFrame>
        <p:nvGraphicFramePr>
          <p:cNvPr id="18" name="对象 17">
            <a:extLst>
              <a:ext uri="{FF2B5EF4-FFF2-40B4-BE49-F238E27FC236}">
                <a16:creationId xmlns:a16="http://schemas.microsoft.com/office/drawing/2014/main" id="{110DF398-E24D-3A17-8B4E-9EBAFD2EA626}"/>
              </a:ext>
            </a:extLst>
          </p:cNvPr>
          <p:cNvGraphicFramePr>
            <a:graphicFrameLocks noChangeAspect="1"/>
          </p:cNvGraphicFramePr>
          <p:nvPr>
            <p:extLst>
              <p:ext uri="{D42A27DB-BD31-4B8C-83A1-F6EECF244321}">
                <p14:modId xmlns:p14="http://schemas.microsoft.com/office/powerpoint/2010/main" val="1132069592"/>
              </p:ext>
            </p:extLst>
          </p:nvPr>
        </p:nvGraphicFramePr>
        <p:xfrm>
          <a:off x="3252083" y="4966190"/>
          <a:ext cx="463230" cy="322247"/>
        </p:xfrm>
        <a:graphic>
          <a:graphicData uri="http://schemas.openxmlformats.org/presentationml/2006/ole">
            <mc:AlternateContent xmlns:mc="http://schemas.openxmlformats.org/markup-compatibility/2006">
              <mc:Choice xmlns:v="urn:schemas-microsoft-com:vml" Requires="v">
                <p:oleObj name="Equation" r:id="rId10" imgW="291960" imgH="203040" progId="Equation.DSMT4">
                  <p:embed/>
                </p:oleObj>
              </mc:Choice>
              <mc:Fallback>
                <p:oleObj name="Equation" r:id="rId10" imgW="291960" imgH="203040" progId="Equation.DSMT4">
                  <p:embed/>
                  <p:pic>
                    <p:nvPicPr>
                      <p:cNvPr id="0" name=""/>
                      <p:cNvPicPr/>
                      <p:nvPr/>
                    </p:nvPicPr>
                    <p:blipFill>
                      <a:blip r:embed="rId11"/>
                      <a:stretch>
                        <a:fillRect/>
                      </a:stretch>
                    </p:blipFill>
                    <p:spPr>
                      <a:xfrm>
                        <a:off x="3252083" y="4966190"/>
                        <a:ext cx="463230" cy="322247"/>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C820365F-E537-2D66-3E06-21833EB2E5AA}"/>
              </a:ext>
            </a:extLst>
          </p:cNvPr>
          <p:cNvGraphicFramePr>
            <a:graphicFrameLocks noChangeAspect="1"/>
          </p:cNvGraphicFramePr>
          <p:nvPr>
            <p:extLst>
              <p:ext uri="{D42A27DB-BD31-4B8C-83A1-F6EECF244321}">
                <p14:modId xmlns:p14="http://schemas.microsoft.com/office/powerpoint/2010/main" val="1641270989"/>
              </p:ext>
            </p:extLst>
          </p:nvPr>
        </p:nvGraphicFramePr>
        <p:xfrm>
          <a:off x="6984411" y="4958557"/>
          <a:ext cx="274228" cy="337512"/>
        </p:xfrm>
        <a:graphic>
          <a:graphicData uri="http://schemas.openxmlformats.org/presentationml/2006/ole">
            <mc:AlternateContent xmlns:mc="http://schemas.openxmlformats.org/markup-compatibility/2006">
              <mc:Choice xmlns:v="urn:schemas-microsoft-com:vml" Requires="v">
                <p:oleObj name="Equation" r:id="rId12" imgW="164880" imgH="203040" progId="Equation.DSMT4">
                  <p:embed/>
                </p:oleObj>
              </mc:Choice>
              <mc:Fallback>
                <p:oleObj name="Equation" r:id="rId12" imgW="164880" imgH="203040" progId="Equation.DSMT4">
                  <p:embed/>
                  <p:pic>
                    <p:nvPicPr>
                      <p:cNvPr id="0" name=""/>
                      <p:cNvPicPr/>
                      <p:nvPr/>
                    </p:nvPicPr>
                    <p:blipFill>
                      <a:blip r:embed="rId13"/>
                      <a:stretch>
                        <a:fillRect/>
                      </a:stretch>
                    </p:blipFill>
                    <p:spPr>
                      <a:xfrm>
                        <a:off x="6984411" y="4958557"/>
                        <a:ext cx="274228" cy="337512"/>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3F0ACB4B-8130-4338-8825-2F8FEAF2A13A}"/>
              </a:ext>
            </a:extLst>
          </p:cNvPr>
          <p:cNvGraphicFramePr>
            <a:graphicFrameLocks noChangeAspect="1"/>
          </p:cNvGraphicFramePr>
          <p:nvPr>
            <p:extLst>
              <p:ext uri="{D42A27DB-BD31-4B8C-83A1-F6EECF244321}">
                <p14:modId xmlns:p14="http://schemas.microsoft.com/office/powerpoint/2010/main" val="735923443"/>
              </p:ext>
            </p:extLst>
          </p:nvPr>
        </p:nvGraphicFramePr>
        <p:xfrm>
          <a:off x="10077555" y="4950190"/>
          <a:ext cx="274228" cy="365637"/>
        </p:xfrm>
        <a:graphic>
          <a:graphicData uri="http://schemas.openxmlformats.org/presentationml/2006/ole">
            <mc:AlternateContent xmlns:mc="http://schemas.openxmlformats.org/markup-compatibility/2006">
              <mc:Choice xmlns:v="urn:schemas-microsoft-com:vml" Requires="v">
                <p:oleObj name="Equation" r:id="rId14" imgW="152280" imgH="203040" progId="Equation.DSMT4">
                  <p:embed/>
                </p:oleObj>
              </mc:Choice>
              <mc:Fallback>
                <p:oleObj name="Equation" r:id="rId14" imgW="152280" imgH="203040" progId="Equation.DSMT4">
                  <p:embed/>
                  <p:pic>
                    <p:nvPicPr>
                      <p:cNvPr id="0" name=""/>
                      <p:cNvPicPr/>
                      <p:nvPr/>
                    </p:nvPicPr>
                    <p:blipFill>
                      <a:blip r:embed="rId15"/>
                      <a:stretch>
                        <a:fillRect/>
                      </a:stretch>
                    </p:blipFill>
                    <p:spPr>
                      <a:xfrm>
                        <a:off x="10077555" y="4950190"/>
                        <a:ext cx="274228" cy="365637"/>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D62129BC-5ACC-099F-1C7D-83A104044686}"/>
              </a:ext>
            </a:extLst>
          </p:cNvPr>
          <p:cNvGraphicFramePr>
            <a:graphicFrameLocks noChangeAspect="1"/>
          </p:cNvGraphicFramePr>
          <p:nvPr>
            <p:extLst>
              <p:ext uri="{D42A27DB-BD31-4B8C-83A1-F6EECF244321}">
                <p14:modId xmlns:p14="http://schemas.microsoft.com/office/powerpoint/2010/main" val="1741315985"/>
              </p:ext>
            </p:extLst>
          </p:nvPr>
        </p:nvGraphicFramePr>
        <p:xfrm>
          <a:off x="2531884" y="5288437"/>
          <a:ext cx="327974" cy="437299"/>
        </p:xfrm>
        <a:graphic>
          <a:graphicData uri="http://schemas.openxmlformats.org/presentationml/2006/ole">
            <mc:AlternateContent xmlns:mc="http://schemas.openxmlformats.org/markup-compatibility/2006">
              <mc:Choice xmlns:v="urn:schemas-microsoft-com:vml" Requires="v">
                <p:oleObj name="Equation" r:id="rId16" imgW="152280" imgH="203040" progId="Equation.DSMT4">
                  <p:embed/>
                </p:oleObj>
              </mc:Choice>
              <mc:Fallback>
                <p:oleObj name="Equation" r:id="rId16" imgW="152280" imgH="203040" progId="Equation.DSMT4">
                  <p:embed/>
                  <p:pic>
                    <p:nvPicPr>
                      <p:cNvPr id="0" name=""/>
                      <p:cNvPicPr/>
                      <p:nvPr/>
                    </p:nvPicPr>
                    <p:blipFill>
                      <a:blip r:embed="rId17"/>
                      <a:stretch>
                        <a:fillRect/>
                      </a:stretch>
                    </p:blipFill>
                    <p:spPr>
                      <a:xfrm>
                        <a:off x="2531884" y="5288437"/>
                        <a:ext cx="327974" cy="437299"/>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9CF63A33-87F5-3D02-28EA-230DD59B5C8A}"/>
              </a:ext>
            </a:extLst>
          </p:cNvPr>
          <p:cNvGraphicFramePr>
            <a:graphicFrameLocks noChangeAspect="1"/>
          </p:cNvGraphicFramePr>
          <p:nvPr>
            <p:extLst>
              <p:ext uri="{D42A27DB-BD31-4B8C-83A1-F6EECF244321}">
                <p14:modId xmlns:p14="http://schemas.microsoft.com/office/powerpoint/2010/main" val="847244824"/>
              </p:ext>
            </p:extLst>
          </p:nvPr>
        </p:nvGraphicFramePr>
        <p:xfrm>
          <a:off x="4935717" y="5315827"/>
          <a:ext cx="327974" cy="437299"/>
        </p:xfrm>
        <a:graphic>
          <a:graphicData uri="http://schemas.openxmlformats.org/presentationml/2006/ole">
            <mc:AlternateContent xmlns:mc="http://schemas.openxmlformats.org/markup-compatibility/2006">
              <mc:Choice xmlns:v="urn:schemas-microsoft-com:vml" Requires="v">
                <p:oleObj name="Equation" r:id="rId18" imgW="152280" imgH="203040" progId="Equation.DSMT4">
                  <p:embed/>
                </p:oleObj>
              </mc:Choice>
              <mc:Fallback>
                <p:oleObj name="Equation" r:id="rId18" imgW="152280" imgH="203040" progId="Equation.DSMT4">
                  <p:embed/>
                  <p:pic>
                    <p:nvPicPr>
                      <p:cNvPr id="0" name=""/>
                      <p:cNvPicPr/>
                      <p:nvPr/>
                    </p:nvPicPr>
                    <p:blipFill>
                      <a:blip r:embed="rId19"/>
                      <a:stretch>
                        <a:fillRect/>
                      </a:stretch>
                    </p:blipFill>
                    <p:spPr>
                      <a:xfrm>
                        <a:off x="4935717" y="5315827"/>
                        <a:ext cx="327974" cy="437299"/>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E02BE693-FCBA-E08C-6249-4627291041C6}"/>
              </a:ext>
            </a:extLst>
          </p:cNvPr>
          <p:cNvGraphicFramePr>
            <a:graphicFrameLocks noChangeAspect="1"/>
          </p:cNvGraphicFramePr>
          <p:nvPr>
            <p:extLst>
              <p:ext uri="{D42A27DB-BD31-4B8C-83A1-F6EECF244321}">
                <p14:modId xmlns:p14="http://schemas.microsoft.com/office/powerpoint/2010/main" val="2078691923"/>
              </p:ext>
            </p:extLst>
          </p:nvPr>
        </p:nvGraphicFramePr>
        <p:xfrm>
          <a:off x="7119660" y="5350909"/>
          <a:ext cx="327974" cy="374827"/>
        </p:xfrm>
        <a:graphic>
          <a:graphicData uri="http://schemas.openxmlformats.org/presentationml/2006/ole">
            <mc:AlternateContent xmlns:mc="http://schemas.openxmlformats.org/markup-compatibility/2006">
              <mc:Choice xmlns:v="urn:schemas-microsoft-com:vml" Requires="v">
                <p:oleObj name="Equation" r:id="rId20" imgW="177480" imgH="203040" progId="Equation.DSMT4">
                  <p:embed/>
                </p:oleObj>
              </mc:Choice>
              <mc:Fallback>
                <p:oleObj name="Equation" r:id="rId20" imgW="177480" imgH="203040" progId="Equation.DSMT4">
                  <p:embed/>
                  <p:pic>
                    <p:nvPicPr>
                      <p:cNvPr id="0" name=""/>
                      <p:cNvPicPr/>
                      <p:nvPr/>
                    </p:nvPicPr>
                    <p:blipFill>
                      <a:blip r:embed="rId21"/>
                      <a:stretch>
                        <a:fillRect/>
                      </a:stretch>
                    </p:blipFill>
                    <p:spPr>
                      <a:xfrm>
                        <a:off x="7119660" y="5350909"/>
                        <a:ext cx="327974" cy="374827"/>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2B725018-2007-AC90-AA72-8FBE07F8FE24}"/>
              </a:ext>
            </a:extLst>
          </p:cNvPr>
          <p:cNvGraphicFramePr>
            <a:graphicFrameLocks noChangeAspect="1"/>
          </p:cNvGraphicFramePr>
          <p:nvPr>
            <p:extLst>
              <p:ext uri="{D42A27DB-BD31-4B8C-83A1-F6EECF244321}">
                <p14:modId xmlns:p14="http://schemas.microsoft.com/office/powerpoint/2010/main" val="3173298624"/>
              </p:ext>
            </p:extLst>
          </p:nvPr>
        </p:nvGraphicFramePr>
        <p:xfrm>
          <a:off x="7699257" y="5266444"/>
          <a:ext cx="360962" cy="481283"/>
        </p:xfrm>
        <a:graphic>
          <a:graphicData uri="http://schemas.openxmlformats.org/presentationml/2006/ole">
            <mc:AlternateContent xmlns:mc="http://schemas.openxmlformats.org/markup-compatibility/2006">
              <mc:Choice xmlns:v="urn:schemas-microsoft-com:vml" Requires="v">
                <p:oleObj name="Equation" r:id="rId22" imgW="152280" imgH="203040" progId="Equation.DSMT4">
                  <p:embed/>
                </p:oleObj>
              </mc:Choice>
              <mc:Fallback>
                <p:oleObj name="Equation" r:id="rId22" imgW="152280" imgH="203040" progId="Equation.DSMT4">
                  <p:embed/>
                  <p:pic>
                    <p:nvPicPr>
                      <p:cNvPr id="0" name=""/>
                      <p:cNvPicPr/>
                      <p:nvPr/>
                    </p:nvPicPr>
                    <p:blipFill>
                      <a:blip r:embed="rId23"/>
                      <a:stretch>
                        <a:fillRect/>
                      </a:stretch>
                    </p:blipFill>
                    <p:spPr>
                      <a:xfrm>
                        <a:off x="7699257" y="5266444"/>
                        <a:ext cx="360962" cy="481283"/>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4DB3D171-4D66-276B-83E4-68A71174EBFF}"/>
              </a:ext>
            </a:extLst>
          </p:cNvPr>
          <p:cNvGraphicFramePr>
            <a:graphicFrameLocks noChangeAspect="1"/>
          </p:cNvGraphicFramePr>
          <p:nvPr>
            <p:extLst>
              <p:ext uri="{D42A27DB-BD31-4B8C-83A1-F6EECF244321}">
                <p14:modId xmlns:p14="http://schemas.microsoft.com/office/powerpoint/2010/main" val="3923238981"/>
              </p:ext>
            </p:extLst>
          </p:nvPr>
        </p:nvGraphicFramePr>
        <p:xfrm>
          <a:off x="8554712" y="5282318"/>
          <a:ext cx="357695" cy="476927"/>
        </p:xfrm>
        <a:graphic>
          <a:graphicData uri="http://schemas.openxmlformats.org/presentationml/2006/ole">
            <mc:AlternateContent xmlns:mc="http://schemas.openxmlformats.org/markup-compatibility/2006">
              <mc:Choice xmlns:v="urn:schemas-microsoft-com:vml" Requires="v">
                <p:oleObj name="Equation" r:id="rId24" imgW="152280" imgH="203040" progId="Equation.DSMT4">
                  <p:embed/>
                </p:oleObj>
              </mc:Choice>
              <mc:Fallback>
                <p:oleObj name="Equation" r:id="rId24" imgW="152280" imgH="203040" progId="Equation.DSMT4">
                  <p:embed/>
                  <p:pic>
                    <p:nvPicPr>
                      <p:cNvPr id="0" name=""/>
                      <p:cNvPicPr/>
                      <p:nvPr/>
                    </p:nvPicPr>
                    <p:blipFill>
                      <a:blip r:embed="rId25"/>
                      <a:stretch>
                        <a:fillRect/>
                      </a:stretch>
                    </p:blipFill>
                    <p:spPr>
                      <a:xfrm>
                        <a:off x="8554712" y="5282318"/>
                        <a:ext cx="357695" cy="476927"/>
                      </a:xfrm>
                      <a:prstGeom prst="rect">
                        <a:avLst/>
                      </a:prstGeom>
                    </p:spPr>
                  </p:pic>
                </p:oleObj>
              </mc:Fallback>
            </mc:AlternateContent>
          </a:graphicData>
        </a:graphic>
      </p:graphicFrame>
    </p:spTree>
    <p:extLst>
      <p:ext uri="{BB962C8B-B14F-4D97-AF65-F5344CB8AC3E}">
        <p14:creationId xmlns:p14="http://schemas.microsoft.com/office/powerpoint/2010/main" val="2231378473"/>
      </p:ext>
    </p:extLst>
  </p:cSld>
  <p:clrMapOvr>
    <a:masterClrMapping/>
  </p:clrMapOvr>
  <p:transition advTm="18857"/>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2.4.1  </a:t>
            </a:r>
            <a:r>
              <a:rPr lang="zh-CN" altLang="en-US" sz="2800" b="1" dirty="0">
                <a:latin typeface="Times New Roman" pitchFamily="18" charset="0"/>
                <a:ea typeface="华文中宋" pitchFamily="2" charset="-122"/>
              </a:rPr>
              <a:t>四足机器人的运动学分析</a:t>
            </a:r>
          </a:p>
        </p:txBody>
      </p:sp>
      <p:sp>
        <p:nvSpPr>
          <p:cNvPr id="4" name="文本框 3">
            <a:extLst>
              <a:ext uri="{FF2B5EF4-FFF2-40B4-BE49-F238E27FC236}">
                <a16:creationId xmlns:a16="http://schemas.microsoft.com/office/drawing/2014/main" id="{97A3812D-57C0-0ECF-E7A5-A4E24B35F762}"/>
              </a:ext>
            </a:extLst>
          </p:cNvPr>
          <p:cNvSpPr txBox="1"/>
          <p:nvPr/>
        </p:nvSpPr>
        <p:spPr>
          <a:xfrm>
            <a:off x="280448" y="1003110"/>
            <a:ext cx="11446496" cy="5598777"/>
          </a:xfrm>
          <a:prstGeom prst="rect">
            <a:avLst/>
          </a:prstGeom>
          <a:noFill/>
        </p:spPr>
        <p:txBody>
          <a:bodyPr wrap="square">
            <a:spAutoFit/>
          </a:bodyPr>
          <a:lstStyle/>
          <a:p>
            <a:pPr indent="269875" algn="just">
              <a:lnSpc>
                <a:spcPct val="150000"/>
              </a:lnSpc>
              <a:spcBef>
                <a:spcPts val="600"/>
              </a:spcBef>
              <a:spcAft>
                <a:spcPts val="600"/>
              </a:spcAft>
            </a:pP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．腿部坐标系设定</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系为全局坐标系，</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系为髋部关节固连于机体的坐标系，以下关节坐标系分别为</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系及末端足端</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a:t>
            </a:r>
            <a:endPar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系位于右前腿和右后腿坐标系连线中点，     同向平行于      ，      垂直于躯干右立面，方向由右立面指向左立面。</a:t>
            </a:r>
          </a:p>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系的原点      在机体坐标</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系中的位置为           ，其中 </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a = 0, c = 0</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系的     与</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关节的轴线重合，     和    与     公法线重合，方向由关节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指向关节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    用右手定则确定。</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系的原点      在关节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和关节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轴线的公法线和关节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轴线的交点上，      与关节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的轴线重合。    和      与       的公法线重合，方向由关节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指向关节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    用右手定则确定。</a:t>
            </a:r>
          </a:p>
          <a:p>
            <a:pPr indent="269875" algn="just">
              <a:lnSpc>
                <a:spcPct val="150000"/>
              </a:lnSpc>
            </a:pP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系的原点      在关节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和关节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轴线的公法线和关节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轴线的交点上，      与关节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的轴线重合，与      平行同向，</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系虚拟 </a:t>
            </a:r>
            <a:r>
              <a:rPr lang="en-US" altLang="zh-CN" sz="1800" i="1" kern="1000" dirty="0">
                <a:effectLst/>
                <a:latin typeface="Times New Roman" panose="02020603050405020304" pitchFamily="18" charset="0"/>
                <a:ea typeface="宋体" panose="02010600030101010101" pitchFamily="2" charset="-122"/>
              </a:rPr>
              <a:t>z</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 轴平行于        ，       由关节</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指向足端末端</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rPr>
              <a:t>系，令     与         一致。</a:t>
            </a:r>
          </a:p>
          <a:p>
            <a:pPr indent="269875" algn="just">
              <a:lnSpc>
                <a:spcPct val="150000"/>
              </a:lnSpc>
            </a:pPr>
            <a:endParaRPr lang="zh-CN" altLang="en-US"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269875" algn="just">
              <a:lnSpc>
                <a:spcPct val="150000"/>
              </a:lnSpc>
              <a:spcBef>
                <a:spcPts val="600"/>
              </a:spcBef>
              <a:spcAft>
                <a:spcPts val="600"/>
              </a:spcAft>
            </a:pPr>
            <a:endPar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对象 1">
            <a:extLst>
              <a:ext uri="{FF2B5EF4-FFF2-40B4-BE49-F238E27FC236}">
                <a16:creationId xmlns:a16="http://schemas.microsoft.com/office/drawing/2014/main" id="{43FE6599-5CA1-7E66-D514-52B0E7FE1063}"/>
              </a:ext>
            </a:extLst>
          </p:cNvPr>
          <p:cNvGraphicFramePr>
            <a:graphicFrameLocks noChangeAspect="1"/>
          </p:cNvGraphicFramePr>
          <p:nvPr>
            <p:extLst>
              <p:ext uri="{D42A27DB-BD31-4B8C-83A1-F6EECF244321}">
                <p14:modId xmlns:p14="http://schemas.microsoft.com/office/powerpoint/2010/main" val="1439998037"/>
              </p:ext>
            </p:extLst>
          </p:nvPr>
        </p:nvGraphicFramePr>
        <p:xfrm>
          <a:off x="5039412" y="2430266"/>
          <a:ext cx="277306" cy="369741"/>
        </p:xfrm>
        <a:graphic>
          <a:graphicData uri="http://schemas.openxmlformats.org/presentationml/2006/ole">
            <mc:AlternateContent xmlns:mc="http://schemas.openxmlformats.org/markup-compatibility/2006">
              <mc:Choice xmlns:v="urn:schemas-microsoft-com:vml" Requires="v">
                <p:oleObj name="Equation" r:id="rId3" imgW="152280" imgH="203040" progId="Equation.DSMT4">
                  <p:embed/>
                </p:oleObj>
              </mc:Choice>
              <mc:Fallback>
                <p:oleObj name="Equation" r:id="rId3" imgW="152280" imgH="203040" progId="Equation.DSMT4">
                  <p:embed/>
                  <p:pic>
                    <p:nvPicPr>
                      <p:cNvPr id="0" name=""/>
                      <p:cNvPicPr/>
                      <p:nvPr/>
                    </p:nvPicPr>
                    <p:blipFill>
                      <a:blip r:embed="rId4"/>
                      <a:stretch>
                        <a:fillRect/>
                      </a:stretch>
                    </p:blipFill>
                    <p:spPr>
                      <a:xfrm>
                        <a:off x="5039412" y="2430266"/>
                        <a:ext cx="277306" cy="369741"/>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2C24431C-E503-3C04-9132-A2CE9226FB6C}"/>
              </a:ext>
            </a:extLst>
          </p:cNvPr>
          <p:cNvGraphicFramePr>
            <a:graphicFrameLocks noChangeAspect="1"/>
          </p:cNvGraphicFramePr>
          <p:nvPr>
            <p:extLst>
              <p:ext uri="{D42A27DB-BD31-4B8C-83A1-F6EECF244321}">
                <p14:modId xmlns:p14="http://schemas.microsoft.com/office/powerpoint/2010/main" val="706781645"/>
              </p:ext>
            </p:extLst>
          </p:nvPr>
        </p:nvGraphicFramePr>
        <p:xfrm>
          <a:off x="6722884" y="2430265"/>
          <a:ext cx="277306" cy="369741"/>
        </p:xfrm>
        <a:graphic>
          <a:graphicData uri="http://schemas.openxmlformats.org/presentationml/2006/ole">
            <mc:AlternateContent xmlns:mc="http://schemas.openxmlformats.org/markup-compatibility/2006">
              <mc:Choice xmlns:v="urn:schemas-microsoft-com:vml" Requires="v">
                <p:oleObj name="Equation" r:id="rId5" imgW="152280" imgH="203040" progId="Equation.DSMT4">
                  <p:embed/>
                </p:oleObj>
              </mc:Choice>
              <mc:Fallback>
                <p:oleObj name="Equation" r:id="rId5" imgW="152280" imgH="203040" progId="Equation.DSMT4">
                  <p:embed/>
                  <p:pic>
                    <p:nvPicPr>
                      <p:cNvPr id="0" name=""/>
                      <p:cNvPicPr/>
                      <p:nvPr/>
                    </p:nvPicPr>
                    <p:blipFill>
                      <a:blip r:embed="rId6"/>
                      <a:stretch>
                        <a:fillRect/>
                      </a:stretch>
                    </p:blipFill>
                    <p:spPr>
                      <a:xfrm>
                        <a:off x="6722884" y="2430265"/>
                        <a:ext cx="277306" cy="369741"/>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3F8C3D6A-A73E-7C6B-D2CE-0B638FCA5C55}"/>
              </a:ext>
            </a:extLst>
          </p:cNvPr>
          <p:cNvGraphicFramePr>
            <a:graphicFrameLocks noChangeAspect="1"/>
          </p:cNvGraphicFramePr>
          <p:nvPr>
            <p:extLst>
              <p:ext uri="{D42A27DB-BD31-4B8C-83A1-F6EECF244321}">
                <p14:modId xmlns:p14="http://schemas.microsoft.com/office/powerpoint/2010/main" val="2517483879"/>
              </p:ext>
            </p:extLst>
          </p:nvPr>
        </p:nvGraphicFramePr>
        <p:xfrm>
          <a:off x="7339551" y="2430265"/>
          <a:ext cx="277305" cy="369740"/>
        </p:xfrm>
        <a:graphic>
          <a:graphicData uri="http://schemas.openxmlformats.org/presentationml/2006/ole">
            <mc:AlternateContent xmlns:mc="http://schemas.openxmlformats.org/markup-compatibility/2006">
              <mc:Choice xmlns:v="urn:schemas-microsoft-com:vml" Requires="v">
                <p:oleObj name="Equation" r:id="rId7" imgW="152280" imgH="203040" progId="Equation.DSMT4">
                  <p:embed/>
                </p:oleObj>
              </mc:Choice>
              <mc:Fallback>
                <p:oleObj name="Equation" r:id="rId7" imgW="152280" imgH="203040" progId="Equation.DSMT4">
                  <p:embed/>
                  <p:pic>
                    <p:nvPicPr>
                      <p:cNvPr id="0" name=""/>
                      <p:cNvPicPr/>
                      <p:nvPr/>
                    </p:nvPicPr>
                    <p:blipFill>
                      <a:blip r:embed="rId8"/>
                      <a:stretch>
                        <a:fillRect/>
                      </a:stretch>
                    </p:blipFill>
                    <p:spPr>
                      <a:xfrm>
                        <a:off x="7339551" y="2430265"/>
                        <a:ext cx="277305" cy="36974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8704732D-0D24-5905-3B3E-6E750030369C}"/>
              </a:ext>
            </a:extLst>
          </p:cNvPr>
          <p:cNvGraphicFramePr>
            <a:graphicFrameLocks noChangeAspect="1"/>
          </p:cNvGraphicFramePr>
          <p:nvPr>
            <p:extLst>
              <p:ext uri="{D42A27DB-BD31-4B8C-83A1-F6EECF244321}">
                <p14:modId xmlns:p14="http://schemas.microsoft.com/office/powerpoint/2010/main" val="3722347432"/>
              </p:ext>
            </p:extLst>
          </p:nvPr>
        </p:nvGraphicFramePr>
        <p:xfrm>
          <a:off x="1912789" y="3232869"/>
          <a:ext cx="302509" cy="372319"/>
        </p:xfrm>
        <a:graphic>
          <a:graphicData uri="http://schemas.openxmlformats.org/presentationml/2006/ole">
            <mc:AlternateContent xmlns:mc="http://schemas.openxmlformats.org/markup-compatibility/2006">
              <mc:Choice xmlns:v="urn:schemas-microsoft-com:vml" Requires="v">
                <p:oleObj name="Equation" r:id="rId9" imgW="164880" imgH="203040" progId="Equation.DSMT4">
                  <p:embed/>
                </p:oleObj>
              </mc:Choice>
              <mc:Fallback>
                <p:oleObj name="Equation" r:id="rId9" imgW="164880" imgH="203040" progId="Equation.DSMT4">
                  <p:embed/>
                  <p:pic>
                    <p:nvPicPr>
                      <p:cNvPr id="0" name=""/>
                      <p:cNvPicPr/>
                      <p:nvPr/>
                    </p:nvPicPr>
                    <p:blipFill>
                      <a:blip r:embed="rId10"/>
                      <a:stretch>
                        <a:fillRect/>
                      </a:stretch>
                    </p:blipFill>
                    <p:spPr>
                      <a:xfrm>
                        <a:off x="1912789" y="3232869"/>
                        <a:ext cx="302509" cy="37231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A36018E1-377E-B0D8-9A75-E84FC7576C22}"/>
              </a:ext>
            </a:extLst>
          </p:cNvPr>
          <p:cNvGraphicFramePr>
            <a:graphicFrameLocks noChangeAspect="1"/>
          </p:cNvGraphicFramePr>
          <p:nvPr>
            <p:extLst>
              <p:ext uri="{D42A27DB-BD31-4B8C-83A1-F6EECF244321}">
                <p14:modId xmlns:p14="http://schemas.microsoft.com/office/powerpoint/2010/main" val="282258778"/>
              </p:ext>
            </p:extLst>
          </p:nvPr>
        </p:nvGraphicFramePr>
        <p:xfrm>
          <a:off x="5188197" y="3239939"/>
          <a:ext cx="780359" cy="344276"/>
        </p:xfrm>
        <a:graphic>
          <a:graphicData uri="http://schemas.openxmlformats.org/presentationml/2006/ole">
            <mc:AlternateContent xmlns:mc="http://schemas.openxmlformats.org/markup-compatibility/2006">
              <mc:Choice xmlns:v="urn:schemas-microsoft-com:vml" Requires="v">
                <p:oleObj name="Equation" r:id="rId11" imgW="431640" imgH="190440" progId="Equation.DSMT4">
                  <p:embed/>
                </p:oleObj>
              </mc:Choice>
              <mc:Fallback>
                <p:oleObj name="Equation" r:id="rId11" imgW="431640" imgH="190440" progId="Equation.DSMT4">
                  <p:embed/>
                  <p:pic>
                    <p:nvPicPr>
                      <p:cNvPr id="0" name=""/>
                      <p:cNvPicPr/>
                      <p:nvPr/>
                    </p:nvPicPr>
                    <p:blipFill>
                      <a:blip r:embed="rId12"/>
                      <a:stretch>
                        <a:fillRect/>
                      </a:stretch>
                    </p:blipFill>
                    <p:spPr>
                      <a:xfrm>
                        <a:off x="5188197" y="3239939"/>
                        <a:ext cx="780359" cy="34427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3FED530A-7676-F7B2-423F-309793437593}"/>
              </a:ext>
            </a:extLst>
          </p:cNvPr>
          <p:cNvGraphicFramePr>
            <a:graphicFrameLocks noChangeAspect="1"/>
          </p:cNvGraphicFramePr>
          <p:nvPr>
            <p:extLst>
              <p:ext uri="{D42A27DB-BD31-4B8C-83A1-F6EECF244321}">
                <p14:modId xmlns:p14="http://schemas.microsoft.com/office/powerpoint/2010/main" val="1288894487"/>
              </p:ext>
            </p:extLst>
          </p:nvPr>
        </p:nvGraphicFramePr>
        <p:xfrm>
          <a:off x="9089861" y="3186207"/>
          <a:ext cx="302508" cy="440012"/>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0" name=""/>
                      <p:cNvPicPr/>
                      <p:nvPr/>
                    </p:nvPicPr>
                    <p:blipFill>
                      <a:blip r:embed="rId14"/>
                      <a:stretch>
                        <a:fillRect/>
                      </a:stretch>
                    </p:blipFill>
                    <p:spPr>
                      <a:xfrm>
                        <a:off x="9089861" y="3186207"/>
                        <a:ext cx="302508" cy="44001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506AF3A3-811B-F2E7-7242-A930D4C0EBC9}"/>
              </a:ext>
            </a:extLst>
          </p:cNvPr>
          <p:cNvGraphicFramePr>
            <a:graphicFrameLocks noChangeAspect="1"/>
          </p:cNvGraphicFramePr>
          <p:nvPr>
            <p:extLst>
              <p:ext uri="{D42A27DB-BD31-4B8C-83A1-F6EECF244321}">
                <p14:modId xmlns:p14="http://schemas.microsoft.com/office/powerpoint/2010/main" val="1715838288"/>
              </p:ext>
            </p:extLst>
          </p:nvPr>
        </p:nvGraphicFramePr>
        <p:xfrm>
          <a:off x="25383" y="3564859"/>
          <a:ext cx="302508" cy="440012"/>
        </p:xfrm>
        <a:graphic>
          <a:graphicData uri="http://schemas.openxmlformats.org/presentationml/2006/ole">
            <mc:AlternateContent xmlns:mc="http://schemas.openxmlformats.org/markup-compatibility/2006">
              <mc:Choice xmlns:v="urn:schemas-microsoft-com:vml" Requires="v">
                <p:oleObj name="Equation" r:id="rId15" imgW="139680" imgH="203040" progId="Equation.DSMT4">
                  <p:embed/>
                </p:oleObj>
              </mc:Choice>
              <mc:Fallback>
                <p:oleObj name="Equation" r:id="rId15" imgW="139680" imgH="203040" progId="Equation.DSMT4">
                  <p:embed/>
                  <p:pic>
                    <p:nvPicPr>
                      <p:cNvPr id="0" name=""/>
                      <p:cNvPicPr/>
                      <p:nvPr/>
                    </p:nvPicPr>
                    <p:blipFill>
                      <a:blip r:embed="rId16"/>
                      <a:stretch>
                        <a:fillRect/>
                      </a:stretch>
                    </p:blipFill>
                    <p:spPr>
                      <a:xfrm>
                        <a:off x="25383" y="3564859"/>
                        <a:ext cx="302508" cy="44001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607BC7C6-C0E9-2612-300B-C8016B4D38C4}"/>
              </a:ext>
            </a:extLst>
          </p:cNvPr>
          <p:cNvGraphicFramePr>
            <a:graphicFrameLocks noChangeAspect="1"/>
          </p:cNvGraphicFramePr>
          <p:nvPr>
            <p:extLst>
              <p:ext uri="{D42A27DB-BD31-4B8C-83A1-F6EECF244321}">
                <p14:modId xmlns:p14="http://schemas.microsoft.com/office/powerpoint/2010/main" val="2348730444"/>
              </p:ext>
            </p:extLst>
          </p:nvPr>
        </p:nvGraphicFramePr>
        <p:xfrm>
          <a:off x="582956" y="3582492"/>
          <a:ext cx="302508" cy="440012"/>
        </p:xfrm>
        <a:graphic>
          <a:graphicData uri="http://schemas.openxmlformats.org/presentationml/2006/ole">
            <mc:AlternateContent xmlns:mc="http://schemas.openxmlformats.org/markup-compatibility/2006">
              <mc:Choice xmlns:v="urn:schemas-microsoft-com:vml" Requires="v">
                <p:oleObj name="Equation" r:id="rId17" imgW="139680" imgH="203040" progId="Equation.DSMT4">
                  <p:embed/>
                </p:oleObj>
              </mc:Choice>
              <mc:Fallback>
                <p:oleObj name="Equation" r:id="rId17" imgW="139680" imgH="203040" progId="Equation.DSMT4">
                  <p:embed/>
                  <p:pic>
                    <p:nvPicPr>
                      <p:cNvPr id="0" name=""/>
                      <p:cNvPicPr/>
                      <p:nvPr/>
                    </p:nvPicPr>
                    <p:blipFill>
                      <a:blip r:embed="rId18"/>
                      <a:stretch>
                        <a:fillRect/>
                      </a:stretch>
                    </p:blipFill>
                    <p:spPr>
                      <a:xfrm>
                        <a:off x="582956" y="3582492"/>
                        <a:ext cx="302508" cy="44001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BB33FB2-2F6E-7FE0-50B1-E85265885FD8}"/>
              </a:ext>
            </a:extLst>
          </p:cNvPr>
          <p:cNvGraphicFramePr>
            <a:graphicFrameLocks noChangeAspect="1"/>
          </p:cNvGraphicFramePr>
          <p:nvPr>
            <p:extLst>
              <p:ext uri="{D42A27DB-BD31-4B8C-83A1-F6EECF244321}">
                <p14:modId xmlns:p14="http://schemas.microsoft.com/office/powerpoint/2010/main" val="929017744"/>
              </p:ext>
            </p:extLst>
          </p:nvPr>
        </p:nvGraphicFramePr>
        <p:xfrm>
          <a:off x="1187972" y="3600826"/>
          <a:ext cx="302508" cy="403344"/>
        </p:xfrm>
        <a:graphic>
          <a:graphicData uri="http://schemas.openxmlformats.org/presentationml/2006/ole">
            <mc:AlternateContent xmlns:mc="http://schemas.openxmlformats.org/markup-compatibility/2006">
              <mc:Choice xmlns:v="urn:schemas-microsoft-com:vml" Requires="v">
                <p:oleObj name="Equation" r:id="rId19" imgW="152280" imgH="203040" progId="Equation.DSMT4">
                  <p:embed/>
                </p:oleObj>
              </mc:Choice>
              <mc:Fallback>
                <p:oleObj name="Equation" r:id="rId19" imgW="152280" imgH="203040" progId="Equation.DSMT4">
                  <p:embed/>
                  <p:pic>
                    <p:nvPicPr>
                      <p:cNvPr id="0" name=""/>
                      <p:cNvPicPr/>
                      <p:nvPr/>
                    </p:nvPicPr>
                    <p:blipFill>
                      <a:blip r:embed="rId20"/>
                      <a:stretch>
                        <a:fillRect/>
                      </a:stretch>
                    </p:blipFill>
                    <p:spPr>
                      <a:xfrm>
                        <a:off x="1187972" y="3600826"/>
                        <a:ext cx="302508" cy="403344"/>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5F8422B4-9AF0-C9EF-0D9F-991B3F658A7D}"/>
              </a:ext>
            </a:extLst>
          </p:cNvPr>
          <p:cNvGraphicFramePr>
            <a:graphicFrameLocks noChangeAspect="1"/>
          </p:cNvGraphicFramePr>
          <p:nvPr>
            <p:extLst>
              <p:ext uri="{D42A27DB-BD31-4B8C-83A1-F6EECF244321}">
                <p14:modId xmlns:p14="http://schemas.microsoft.com/office/powerpoint/2010/main" val="3908602275"/>
              </p:ext>
            </p:extLst>
          </p:nvPr>
        </p:nvGraphicFramePr>
        <p:xfrm>
          <a:off x="5427122" y="3585988"/>
          <a:ext cx="302507" cy="403343"/>
        </p:xfrm>
        <a:graphic>
          <a:graphicData uri="http://schemas.openxmlformats.org/presentationml/2006/ole">
            <mc:AlternateContent xmlns:mc="http://schemas.openxmlformats.org/markup-compatibility/2006">
              <mc:Choice xmlns:v="urn:schemas-microsoft-com:vml" Requires="v">
                <p:oleObj name="Equation" r:id="rId21" imgW="152280" imgH="203040" progId="Equation.DSMT4">
                  <p:embed/>
                </p:oleObj>
              </mc:Choice>
              <mc:Fallback>
                <p:oleObj name="Equation" r:id="rId21" imgW="152280" imgH="203040" progId="Equation.DSMT4">
                  <p:embed/>
                  <p:pic>
                    <p:nvPicPr>
                      <p:cNvPr id="0" name=""/>
                      <p:cNvPicPr/>
                      <p:nvPr/>
                    </p:nvPicPr>
                    <p:blipFill>
                      <a:blip r:embed="rId22"/>
                      <a:stretch>
                        <a:fillRect/>
                      </a:stretch>
                    </p:blipFill>
                    <p:spPr>
                      <a:xfrm>
                        <a:off x="5427122" y="3585988"/>
                        <a:ext cx="302507" cy="40334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D2072FCC-B3B4-9418-1855-2C9E8FCD7A30}"/>
              </a:ext>
            </a:extLst>
          </p:cNvPr>
          <p:cNvGraphicFramePr>
            <a:graphicFrameLocks noChangeAspect="1"/>
          </p:cNvGraphicFramePr>
          <p:nvPr>
            <p:extLst>
              <p:ext uri="{D42A27DB-BD31-4B8C-83A1-F6EECF244321}">
                <p14:modId xmlns:p14="http://schemas.microsoft.com/office/powerpoint/2010/main" val="2321300261"/>
              </p:ext>
            </p:extLst>
          </p:nvPr>
        </p:nvGraphicFramePr>
        <p:xfrm>
          <a:off x="8949742" y="3676782"/>
          <a:ext cx="302507" cy="345722"/>
        </p:xfrm>
        <a:graphic>
          <a:graphicData uri="http://schemas.openxmlformats.org/presentationml/2006/ole">
            <mc:AlternateContent xmlns:mc="http://schemas.openxmlformats.org/markup-compatibility/2006">
              <mc:Choice xmlns:v="urn:schemas-microsoft-com:vml" Requires="v">
                <p:oleObj name="Equation" r:id="rId23" imgW="177480" imgH="203040" progId="Equation.DSMT4">
                  <p:embed/>
                </p:oleObj>
              </mc:Choice>
              <mc:Fallback>
                <p:oleObj name="Equation" r:id="rId23" imgW="177480" imgH="203040" progId="Equation.DSMT4">
                  <p:embed/>
                  <p:pic>
                    <p:nvPicPr>
                      <p:cNvPr id="0" name=""/>
                      <p:cNvPicPr/>
                      <p:nvPr/>
                    </p:nvPicPr>
                    <p:blipFill>
                      <a:blip r:embed="rId24"/>
                      <a:stretch>
                        <a:fillRect/>
                      </a:stretch>
                    </p:blipFill>
                    <p:spPr>
                      <a:xfrm>
                        <a:off x="8949742" y="3676782"/>
                        <a:ext cx="302507" cy="345722"/>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33E4D81E-6CA4-DCF8-8C0F-9BB6F2A09DD8}"/>
              </a:ext>
            </a:extLst>
          </p:cNvPr>
          <p:cNvGraphicFramePr>
            <a:graphicFrameLocks noChangeAspect="1"/>
          </p:cNvGraphicFramePr>
          <p:nvPr>
            <p:extLst>
              <p:ext uri="{D42A27DB-BD31-4B8C-83A1-F6EECF244321}">
                <p14:modId xmlns:p14="http://schemas.microsoft.com/office/powerpoint/2010/main" val="3989246366"/>
              </p:ext>
            </p:extLst>
          </p:nvPr>
        </p:nvGraphicFramePr>
        <p:xfrm>
          <a:off x="3474562" y="4022503"/>
          <a:ext cx="302507" cy="403343"/>
        </p:xfrm>
        <a:graphic>
          <a:graphicData uri="http://schemas.openxmlformats.org/presentationml/2006/ole">
            <mc:AlternateContent xmlns:mc="http://schemas.openxmlformats.org/markup-compatibility/2006">
              <mc:Choice xmlns:v="urn:schemas-microsoft-com:vml" Requires="v">
                <p:oleObj name="Equation" r:id="rId25" imgW="152280" imgH="203040" progId="Equation.DSMT4">
                  <p:embed/>
                </p:oleObj>
              </mc:Choice>
              <mc:Fallback>
                <p:oleObj name="Equation" r:id="rId25" imgW="152280" imgH="203040" progId="Equation.DSMT4">
                  <p:embed/>
                  <p:pic>
                    <p:nvPicPr>
                      <p:cNvPr id="0" name=""/>
                      <p:cNvPicPr/>
                      <p:nvPr/>
                    </p:nvPicPr>
                    <p:blipFill>
                      <a:blip r:embed="rId26"/>
                      <a:stretch>
                        <a:fillRect/>
                      </a:stretch>
                    </p:blipFill>
                    <p:spPr>
                      <a:xfrm>
                        <a:off x="3474562" y="4022503"/>
                        <a:ext cx="302507" cy="40334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38B3484C-458B-1ABE-AC96-798178F362D0}"/>
              </a:ext>
            </a:extLst>
          </p:cNvPr>
          <p:cNvGraphicFramePr>
            <a:graphicFrameLocks noChangeAspect="1"/>
          </p:cNvGraphicFramePr>
          <p:nvPr>
            <p:extLst>
              <p:ext uri="{D42A27DB-BD31-4B8C-83A1-F6EECF244321}">
                <p14:modId xmlns:p14="http://schemas.microsoft.com/office/powerpoint/2010/main" val="3997419508"/>
              </p:ext>
            </p:extLst>
          </p:nvPr>
        </p:nvGraphicFramePr>
        <p:xfrm>
          <a:off x="6028833" y="4038999"/>
          <a:ext cx="302507" cy="403343"/>
        </p:xfrm>
        <a:graphic>
          <a:graphicData uri="http://schemas.openxmlformats.org/presentationml/2006/ole">
            <mc:AlternateContent xmlns:mc="http://schemas.openxmlformats.org/markup-compatibility/2006">
              <mc:Choice xmlns:v="urn:schemas-microsoft-com:vml" Requires="v">
                <p:oleObj name="Equation" r:id="rId27" imgW="152280" imgH="203040" progId="Equation.DSMT4">
                  <p:embed/>
                </p:oleObj>
              </mc:Choice>
              <mc:Fallback>
                <p:oleObj name="Equation" r:id="rId27" imgW="152280" imgH="203040" progId="Equation.DSMT4">
                  <p:embed/>
                  <p:pic>
                    <p:nvPicPr>
                      <p:cNvPr id="0" name=""/>
                      <p:cNvPicPr/>
                      <p:nvPr/>
                    </p:nvPicPr>
                    <p:blipFill>
                      <a:blip r:embed="rId28"/>
                      <a:stretch>
                        <a:fillRect/>
                      </a:stretch>
                    </p:blipFill>
                    <p:spPr>
                      <a:xfrm>
                        <a:off x="6028833" y="4038999"/>
                        <a:ext cx="302507" cy="40334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AAA3B113-9653-769F-C88D-99D5BA587374}"/>
              </a:ext>
            </a:extLst>
          </p:cNvPr>
          <p:cNvGraphicFramePr>
            <a:graphicFrameLocks noChangeAspect="1"/>
          </p:cNvGraphicFramePr>
          <p:nvPr>
            <p:extLst>
              <p:ext uri="{D42A27DB-BD31-4B8C-83A1-F6EECF244321}">
                <p14:modId xmlns:p14="http://schemas.microsoft.com/office/powerpoint/2010/main" val="1967701073"/>
              </p:ext>
            </p:extLst>
          </p:nvPr>
        </p:nvGraphicFramePr>
        <p:xfrm>
          <a:off x="6586405" y="4054270"/>
          <a:ext cx="291054" cy="388072"/>
        </p:xfrm>
        <a:graphic>
          <a:graphicData uri="http://schemas.openxmlformats.org/presentationml/2006/ole">
            <mc:AlternateContent xmlns:mc="http://schemas.openxmlformats.org/markup-compatibility/2006">
              <mc:Choice xmlns:v="urn:schemas-microsoft-com:vml" Requires="v">
                <p:oleObj name="Equation" r:id="rId29" imgW="152280" imgH="203040" progId="Equation.DSMT4">
                  <p:embed/>
                </p:oleObj>
              </mc:Choice>
              <mc:Fallback>
                <p:oleObj name="Equation" r:id="rId29" imgW="152280" imgH="203040" progId="Equation.DSMT4">
                  <p:embed/>
                  <p:pic>
                    <p:nvPicPr>
                      <p:cNvPr id="0" name=""/>
                      <p:cNvPicPr/>
                      <p:nvPr/>
                    </p:nvPicPr>
                    <p:blipFill>
                      <a:blip r:embed="rId30"/>
                      <a:stretch>
                        <a:fillRect/>
                      </a:stretch>
                    </p:blipFill>
                    <p:spPr>
                      <a:xfrm>
                        <a:off x="6586405" y="4054270"/>
                        <a:ext cx="291054" cy="388072"/>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2C7139CA-CC75-9169-6F64-10F1660557D2}"/>
              </a:ext>
            </a:extLst>
          </p:cNvPr>
          <p:cNvGraphicFramePr>
            <a:graphicFrameLocks noChangeAspect="1"/>
          </p:cNvGraphicFramePr>
          <p:nvPr>
            <p:extLst>
              <p:ext uri="{D42A27DB-BD31-4B8C-83A1-F6EECF244321}">
                <p14:modId xmlns:p14="http://schemas.microsoft.com/office/powerpoint/2010/main" val="1315263213"/>
              </p:ext>
            </p:extLst>
          </p:nvPr>
        </p:nvGraphicFramePr>
        <p:xfrm>
          <a:off x="7339551" y="4054270"/>
          <a:ext cx="302507" cy="403343"/>
        </p:xfrm>
        <a:graphic>
          <a:graphicData uri="http://schemas.openxmlformats.org/presentationml/2006/ole">
            <mc:AlternateContent xmlns:mc="http://schemas.openxmlformats.org/markup-compatibility/2006">
              <mc:Choice xmlns:v="urn:schemas-microsoft-com:vml" Requires="v">
                <p:oleObj name="Equation" r:id="rId31" imgW="152280" imgH="203040" progId="Equation.DSMT4">
                  <p:embed/>
                </p:oleObj>
              </mc:Choice>
              <mc:Fallback>
                <p:oleObj name="Equation" r:id="rId31" imgW="152280" imgH="203040" progId="Equation.DSMT4">
                  <p:embed/>
                  <p:pic>
                    <p:nvPicPr>
                      <p:cNvPr id="0" name=""/>
                      <p:cNvPicPr/>
                      <p:nvPr/>
                    </p:nvPicPr>
                    <p:blipFill>
                      <a:blip r:embed="rId32"/>
                      <a:stretch>
                        <a:fillRect/>
                      </a:stretch>
                    </p:blipFill>
                    <p:spPr>
                      <a:xfrm>
                        <a:off x="7339551" y="4054270"/>
                        <a:ext cx="302507" cy="403343"/>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4FDBEC32-10D2-1A4F-D2A5-5EC60D407C03}"/>
              </a:ext>
            </a:extLst>
          </p:cNvPr>
          <p:cNvGraphicFramePr>
            <a:graphicFrameLocks noChangeAspect="1"/>
          </p:cNvGraphicFramePr>
          <p:nvPr>
            <p:extLst>
              <p:ext uri="{D42A27DB-BD31-4B8C-83A1-F6EECF244321}">
                <p14:modId xmlns:p14="http://schemas.microsoft.com/office/powerpoint/2010/main" val="1644601894"/>
              </p:ext>
            </p:extLst>
          </p:nvPr>
        </p:nvGraphicFramePr>
        <p:xfrm>
          <a:off x="94086" y="4457613"/>
          <a:ext cx="302507" cy="372316"/>
        </p:xfrm>
        <a:graphic>
          <a:graphicData uri="http://schemas.openxmlformats.org/presentationml/2006/ole">
            <mc:AlternateContent xmlns:mc="http://schemas.openxmlformats.org/markup-compatibility/2006">
              <mc:Choice xmlns:v="urn:schemas-microsoft-com:vml" Requires="v">
                <p:oleObj name="Equation" r:id="rId33" imgW="164880" imgH="203040" progId="Equation.DSMT4">
                  <p:embed/>
                </p:oleObj>
              </mc:Choice>
              <mc:Fallback>
                <p:oleObj name="Equation" r:id="rId33" imgW="164880" imgH="203040" progId="Equation.DSMT4">
                  <p:embed/>
                  <p:pic>
                    <p:nvPicPr>
                      <p:cNvPr id="0" name=""/>
                      <p:cNvPicPr/>
                      <p:nvPr/>
                    </p:nvPicPr>
                    <p:blipFill>
                      <a:blip r:embed="rId34"/>
                      <a:stretch>
                        <a:fillRect/>
                      </a:stretch>
                    </p:blipFill>
                    <p:spPr>
                      <a:xfrm>
                        <a:off x="94086" y="4457613"/>
                        <a:ext cx="302507" cy="372316"/>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F4EE1498-AC1D-64FA-D4B7-A0AE61EA7C59}"/>
              </a:ext>
            </a:extLst>
          </p:cNvPr>
          <p:cNvGraphicFramePr>
            <a:graphicFrameLocks noChangeAspect="1"/>
          </p:cNvGraphicFramePr>
          <p:nvPr>
            <p:extLst>
              <p:ext uri="{D42A27DB-BD31-4B8C-83A1-F6EECF244321}">
                <p14:modId xmlns:p14="http://schemas.microsoft.com/office/powerpoint/2010/main" val="2676132530"/>
              </p:ext>
            </p:extLst>
          </p:nvPr>
        </p:nvGraphicFramePr>
        <p:xfrm>
          <a:off x="1911380" y="4900336"/>
          <a:ext cx="302509" cy="345725"/>
        </p:xfrm>
        <a:graphic>
          <a:graphicData uri="http://schemas.openxmlformats.org/presentationml/2006/ole">
            <mc:AlternateContent xmlns:mc="http://schemas.openxmlformats.org/markup-compatibility/2006">
              <mc:Choice xmlns:v="urn:schemas-microsoft-com:vml" Requires="v">
                <p:oleObj name="Equation" r:id="rId35" imgW="177480" imgH="203040" progId="Equation.DSMT4">
                  <p:embed/>
                </p:oleObj>
              </mc:Choice>
              <mc:Fallback>
                <p:oleObj name="Equation" r:id="rId35" imgW="177480" imgH="203040" progId="Equation.DSMT4">
                  <p:embed/>
                  <p:pic>
                    <p:nvPicPr>
                      <p:cNvPr id="0" name=""/>
                      <p:cNvPicPr/>
                      <p:nvPr/>
                    </p:nvPicPr>
                    <p:blipFill>
                      <a:blip r:embed="rId36"/>
                      <a:stretch>
                        <a:fillRect/>
                      </a:stretch>
                    </p:blipFill>
                    <p:spPr>
                      <a:xfrm>
                        <a:off x="1911380" y="4900336"/>
                        <a:ext cx="302509" cy="345725"/>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514DC48E-0DBA-8891-C2B2-8E2DC2CC0BAB}"/>
              </a:ext>
            </a:extLst>
          </p:cNvPr>
          <p:cNvGraphicFramePr>
            <a:graphicFrameLocks noChangeAspect="1"/>
          </p:cNvGraphicFramePr>
          <p:nvPr>
            <p:extLst>
              <p:ext uri="{D42A27DB-BD31-4B8C-83A1-F6EECF244321}">
                <p14:modId xmlns:p14="http://schemas.microsoft.com/office/powerpoint/2010/main" val="1657775886"/>
              </p:ext>
            </p:extLst>
          </p:nvPr>
        </p:nvGraphicFramePr>
        <p:xfrm>
          <a:off x="7733183" y="4829929"/>
          <a:ext cx="302509" cy="403345"/>
        </p:xfrm>
        <a:graphic>
          <a:graphicData uri="http://schemas.openxmlformats.org/presentationml/2006/ole">
            <mc:AlternateContent xmlns:mc="http://schemas.openxmlformats.org/markup-compatibility/2006">
              <mc:Choice xmlns:v="urn:schemas-microsoft-com:vml" Requires="v">
                <p:oleObj name="Equation" r:id="rId37" imgW="152280" imgH="203040" progId="Equation.DSMT4">
                  <p:embed/>
                </p:oleObj>
              </mc:Choice>
              <mc:Fallback>
                <p:oleObj name="Equation" r:id="rId37" imgW="152280" imgH="203040" progId="Equation.DSMT4">
                  <p:embed/>
                  <p:pic>
                    <p:nvPicPr>
                      <p:cNvPr id="0" name=""/>
                      <p:cNvPicPr/>
                      <p:nvPr/>
                    </p:nvPicPr>
                    <p:blipFill>
                      <a:blip r:embed="rId38"/>
                      <a:stretch>
                        <a:fillRect/>
                      </a:stretch>
                    </p:blipFill>
                    <p:spPr>
                      <a:xfrm>
                        <a:off x="7733183" y="4829929"/>
                        <a:ext cx="302509" cy="403345"/>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E87AC19C-9419-9E12-ECAB-B2067817CD67}"/>
              </a:ext>
            </a:extLst>
          </p:cNvPr>
          <p:cNvGraphicFramePr>
            <a:graphicFrameLocks noChangeAspect="1"/>
          </p:cNvGraphicFramePr>
          <p:nvPr>
            <p:extLst>
              <p:ext uri="{D42A27DB-BD31-4B8C-83A1-F6EECF244321}">
                <p14:modId xmlns:p14="http://schemas.microsoft.com/office/powerpoint/2010/main" val="4079535741"/>
              </p:ext>
            </p:extLst>
          </p:nvPr>
        </p:nvGraphicFramePr>
        <p:xfrm>
          <a:off x="10623550" y="4842717"/>
          <a:ext cx="302508" cy="403344"/>
        </p:xfrm>
        <a:graphic>
          <a:graphicData uri="http://schemas.openxmlformats.org/presentationml/2006/ole">
            <mc:AlternateContent xmlns:mc="http://schemas.openxmlformats.org/markup-compatibility/2006">
              <mc:Choice xmlns:v="urn:schemas-microsoft-com:vml" Requires="v">
                <p:oleObj name="Equation" r:id="rId39" imgW="152280" imgH="203040" progId="Equation.DSMT4">
                  <p:embed/>
                </p:oleObj>
              </mc:Choice>
              <mc:Fallback>
                <p:oleObj name="Equation" r:id="rId39" imgW="152280" imgH="203040" progId="Equation.DSMT4">
                  <p:embed/>
                  <p:pic>
                    <p:nvPicPr>
                      <p:cNvPr id="0" name=""/>
                      <p:cNvPicPr/>
                      <p:nvPr/>
                    </p:nvPicPr>
                    <p:blipFill>
                      <a:blip r:embed="rId40"/>
                      <a:stretch>
                        <a:fillRect/>
                      </a:stretch>
                    </p:blipFill>
                    <p:spPr>
                      <a:xfrm>
                        <a:off x="10623550" y="4842717"/>
                        <a:ext cx="302508" cy="403344"/>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BCC1FAFC-422A-06FA-FEA6-49B5BB47903D}"/>
              </a:ext>
            </a:extLst>
          </p:cNvPr>
          <p:cNvGraphicFramePr>
            <a:graphicFrameLocks noChangeAspect="1"/>
          </p:cNvGraphicFramePr>
          <p:nvPr>
            <p:extLst>
              <p:ext uri="{D42A27DB-BD31-4B8C-83A1-F6EECF244321}">
                <p14:modId xmlns:p14="http://schemas.microsoft.com/office/powerpoint/2010/main" val="2844829181"/>
              </p:ext>
            </p:extLst>
          </p:nvPr>
        </p:nvGraphicFramePr>
        <p:xfrm>
          <a:off x="3050355" y="5246060"/>
          <a:ext cx="302507" cy="403343"/>
        </p:xfrm>
        <a:graphic>
          <a:graphicData uri="http://schemas.openxmlformats.org/presentationml/2006/ole">
            <mc:AlternateContent xmlns:mc="http://schemas.openxmlformats.org/markup-compatibility/2006">
              <mc:Choice xmlns:v="urn:schemas-microsoft-com:vml" Requires="v">
                <p:oleObj name="Equation" r:id="rId41" imgW="152280" imgH="203040" progId="Equation.DSMT4">
                  <p:embed/>
                </p:oleObj>
              </mc:Choice>
              <mc:Fallback>
                <p:oleObj name="Equation" r:id="rId41" imgW="152280" imgH="203040" progId="Equation.DSMT4">
                  <p:embed/>
                  <p:pic>
                    <p:nvPicPr>
                      <p:cNvPr id="0" name=""/>
                      <p:cNvPicPr/>
                      <p:nvPr/>
                    </p:nvPicPr>
                    <p:blipFill>
                      <a:blip r:embed="rId42"/>
                      <a:stretch>
                        <a:fillRect/>
                      </a:stretch>
                    </p:blipFill>
                    <p:spPr>
                      <a:xfrm>
                        <a:off x="3050355" y="5246060"/>
                        <a:ext cx="302507" cy="403343"/>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61FBAB2F-78A5-3A12-E1A2-D9822D8F6843}"/>
              </a:ext>
            </a:extLst>
          </p:cNvPr>
          <p:cNvGraphicFramePr>
            <a:graphicFrameLocks noChangeAspect="1"/>
          </p:cNvGraphicFramePr>
          <p:nvPr>
            <p:extLst>
              <p:ext uri="{D42A27DB-BD31-4B8C-83A1-F6EECF244321}">
                <p14:modId xmlns:p14="http://schemas.microsoft.com/office/powerpoint/2010/main" val="4094790937"/>
              </p:ext>
            </p:extLst>
          </p:nvPr>
        </p:nvGraphicFramePr>
        <p:xfrm>
          <a:off x="3777068" y="5246059"/>
          <a:ext cx="302507" cy="403343"/>
        </p:xfrm>
        <a:graphic>
          <a:graphicData uri="http://schemas.openxmlformats.org/presentationml/2006/ole">
            <mc:AlternateContent xmlns:mc="http://schemas.openxmlformats.org/markup-compatibility/2006">
              <mc:Choice xmlns:v="urn:schemas-microsoft-com:vml" Requires="v">
                <p:oleObj name="Equation" r:id="rId43" imgW="152280" imgH="203040" progId="Equation.DSMT4">
                  <p:embed/>
                </p:oleObj>
              </mc:Choice>
              <mc:Fallback>
                <p:oleObj name="Equation" r:id="rId43" imgW="152280" imgH="203040" progId="Equation.DSMT4">
                  <p:embed/>
                  <p:pic>
                    <p:nvPicPr>
                      <p:cNvPr id="0" name=""/>
                      <p:cNvPicPr/>
                      <p:nvPr/>
                    </p:nvPicPr>
                    <p:blipFill>
                      <a:blip r:embed="rId44"/>
                      <a:stretch>
                        <a:fillRect/>
                      </a:stretch>
                    </p:blipFill>
                    <p:spPr>
                      <a:xfrm>
                        <a:off x="3777068" y="5246059"/>
                        <a:ext cx="302507" cy="403343"/>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3AEC7C65-96A0-815F-00BE-8768DF260A9E}"/>
              </a:ext>
            </a:extLst>
          </p:cNvPr>
          <p:cNvGraphicFramePr>
            <a:graphicFrameLocks noChangeAspect="1"/>
          </p:cNvGraphicFramePr>
          <p:nvPr>
            <p:extLst>
              <p:ext uri="{D42A27DB-BD31-4B8C-83A1-F6EECF244321}">
                <p14:modId xmlns:p14="http://schemas.microsoft.com/office/powerpoint/2010/main" val="1133489486"/>
              </p:ext>
            </p:extLst>
          </p:nvPr>
        </p:nvGraphicFramePr>
        <p:xfrm>
          <a:off x="7432898" y="5253129"/>
          <a:ext cx="297205" cy="396273"/>
        </p:xfrm>
        <a:graphic>
          <a:graphicData uri="http://schemas.openxmlformats.org/presentationml/2006/ole">
            <mc:AlternateContent xmlns:mc="http://schemas.openxmlformats.org/markup-compatibility/2006">
              <mc:Choice xmlns:v="urn:schemas-microsoft-com:vml" Requires="v">
                <p:oleObj name="Equation" r:id="rId45" imgW="152280" imgH="203040" progId="Equation.DSMT4">
                  <p:embed/>
                </p:oleObj>
              </mc:Choice>
              <mc:Fallback>
                <p:oleObj name="Equation" r:id="rId45" imgW="152280" imgH="203040" progId="Equation.DSMT4">
                  <p:embed/>
                  <p:pic>
                    <p:nvPicPr>
                      <p:cNvPr id="0" name=""/>
                      <p:cNvPicPr/>
                      <p:nvPr/>
                    </p:nvPicPr>
                    <p:blipFill>
                      <a:blip r:embed="rId46"/>
                      <a:stretch>
                        <a:fillRect/>
                      </a:stretch>
                    </p:blipFill>
                    <p:spPr>
                      <a:xfrm>
                        <a:off x="7432898" y="5253129"/>
                        <a:ext cx="297205" cy="396273"/>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8E0C2A3E-69DC-8586-2122-348230B3F7D1}"/>
              </a:ext>
            </a:extLst>
          </p:cNvPr>
          <p:cNvGraphicFramePr>
            <a:graphicFrameLocks noChangeAspect="1"/>
          </p:cNvGraphicFramePr>
          <p:nvPr>
            <p:extLst>
              <p:ext uri="{D42A27DB-BD31-4B8C-83A1-F6EECF244321}">
                <p14:modId xmlns:p14="http://schemas.microsoft.com/office/powerpoint/2010/main" val="977558048"/>
              </p:ext>
            </p:extLst>
          </p:nvPr>
        </p:nvGraphicFramePr>
        <p:xfrm>
          <a:off x="8089360" y="5253129"/>
          <a:ext cx="357056" cy="476075"/>
        </p:xfrm>
        <a:graphic>
          <a:graphicData uri="http://schemas.openxmlformats.org/presentationml/2006/ole">
            <mc:AlternateContent xmlns:mc="http://schemas.openxmlformats.org/markup-compatibility/2006">
              <mc:Choice xmlns:v="urn:schemas-microsoft-com:vml" Requires="v">
                <p:oleObj name="Equation" r:id="rId47" imgW="152280" imgH="203040" progId="Equation.DSMT4">
                  <p:embed/>
                </p:oleObj>
              </mc:Choice>
              <mc:Fallback>
                <p:oleObj name="Equation" r:id="rId47" imgW="152280" imgH="203040" progId="Equation.DSMT4">
                  <p:embed/>
                  <p:pic>
                    <p:nvPicPr>
                      <p:cNvPr id="0" name=""/>
                      <p:cNvPicPr/>
                      <p:nvPr/>
                    </p:nvPicPr>
                    <p:blipFill>
                      <a:blip r:embed="rId48"/>
                      <a:stretch>
                        <a:fillRect/>
                      </a:stretch>
                    </p:blipFill>
                    <p:spPr>
                      <a:xfrm>
                        <a:off x="8089360" y="5253129"/>
                        <a:ext cx="357056" cy="476075"/>
                      </a:xfrm>
                      <a:prstGeom prst="rect">
                        <a:avLst/>
                      </a:prstGeom>
                    </p:spPr>
                  </p:pic>
                </p:oleObj>
              </mc:Fallback>
            </mc:AlternateContent>
          </a:graphicData>
        </a:graphic>
      </p:graphicFrame>
    </p:spTree>
    <p:extLst>
      <p:ext uri="{BB962C8B-B14F-4D97-AF65-F5344CB8AC3E}">
        <p14:creationId xmlns:p14="http://schemas.microsoft.com/office/powerpoint/2010/main" val="3340324164"/>
      </p:ext>
    </p:extLst>
  </p:cSld>
  <p:clrMapOvr>
    <a:masterClrMapping/>
  </p:clrMapOvr>
  <p:transition advTm="18857"/>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4" name="文本框 3">
            <a:extLst>
              <a:ext uri="{FF2B5EF4-FFF2-40B4-BE49-F238E27FC236}">
                <a16:creationId xmlns:a16="http://schemas.microsoft.com/office/drawing/2014/main" id="{83479500-D455-99B1-C512-484755EABE89}"/>
              </a:ext>
            </a:extLst>
          </p:cNvPr>
          <p:cNvSpPr txBox="1"/>
          <p:nvPr/>
        </p:nvSpPr>
        <p:spPr>
          <a:xfrm>
            <a:off x="377072" y="1084083"/>
            <a:ext cx="11133055" cy="458908"/>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下面介绍右前腿</a:t>
            </a:r>
            <a:r>
              <a:rPr lang="en-US" altLang="zh-CN" sz="1800" kern="1000" dirty="0">
                <a:effectLst/>
                <a:latin typeface="微软雅黑" panose="020B0503020204020204" pitchFamily="34" charset="-122"/>
                <a:ea typeface="微软雅黑" panose="020B0503020204020204" pitchFamily="34" charset="-122"/>
              </a:rPr>
              <a:t>(RF)</a:t>
            </a:r>
            <a:r>
              <a:rPr lang="zh-CN" altLang="zh-CN" sz="1800" kern="1000" dirty="0">
                <a:effectLst/>
                <a:latin typeface="微软雅黑" panose="020B0503020204020204" pitchFamily="34" charset="-122"/>
                <a:ea typeface="微软雅黑" panose="020B0503020204020204" pitchFamily="34" charset="-122"/>
              </a:rPr>
              <a:t>的运动学公式推导过程，图</a:t>
            </a:r>
            <a:r>
              <a:rPr lang="en-US" altLang="zh-CN" sz="1800" kern="1000" dirty="0">
                <a:effectLst/>
                <a:latin typeface="微软雅黑" panose="020B0503020204020204" pitchFamily="34" charset="-122"/>
                <a:ea typeface="微软雅黑" panose="020B0503020204020204" pitchFamily="34" charset="-122"/>
              </a:rPr>
              <a:t>2.19</a:t>
            </a:r>
            <a:r>
              <a:rPr lang="zh-CN" altLang="zh-CN" sz="1800" kern="1000" dirty="0">
                <a:effectLst/>
                <a:latin typeface="微软雅黑" panose="020B0503020204020204" pitchFamily="34" charset="-122"/>
                <a:ea typeface="微软雅黑" panose="020B0503020204020204" pitchFamily="34" charset="-122"/>
              </a:rPr>
              <a:t>为四足机器人</a:t>
            </a:r>
            <a:r>
              <a:rPr lang="en-US" altLang="zh-CN" sz="1800" kern="1000" dirty="0">
                <a:effectLst/>
                <a:latin typeface="微软雅黑" panose="020B0503020204020204" pitchFamily="34" charset="-122"/>
                <a:ea typeface="微软雅黑" panose="020B0503020204020204" pitchFamily="34" charset="-122"/>
              </a:rPr>
              <a:t>RF</a:t>
            </a:r>
            <a:r>
              <a:rPr lang="zh-CN" altLang="zh-CN" sz="1800" kern="1000" dirty="0">
                <a:effectLst/>
                <a:latin typeface="微软雅黑" panose="020B0503020204020204" pitchFamily="34" charset="-122"/>
                <a:ea typeface="微软雅黑" panose="020B0503020204020204" pitchFamily="34" charset="-122"/>
              </a:rPr>
              <a:t>结构示意图。</a:t>
            </a:r>
          </a:p>
        </p:txBody>
      </p:sp>
      <p:pic>
        <p:nvPicPr>
          <p:cNvPr id="10242" name="Picture 2">
            <a:extLst>
              <a:ext uri="{FF2B5EF4-FFF2-40B4-BE49-F238E27FC236}">
                <a16:creationId xmlns:a16="http://schemas.microsoft.com/office/drawing/2014/main" id="{D90708F6-891C-662F-70EE-C8B6550D70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8552" y="1696752"/>
            <a:ext cx="3993782" cy="38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BD216027-C15E-0944-02D8-5BAF03F4753B}"/>
              </a:ext>
            </a:extLst>
          </p:cNvPr>
          <p:cNvSpPr txBox="1"/>
          <p:nvPr/>
        </p:nvSpPr>
        <p:spPr>
          <a:xfrm>
            <a:off x="2304089" y="5773917"/>
            <a:ext cx="6122708" cy="307777"/>
          </a:xfrm>
          <a:prstGeom prst="rect">
            <a:avLst/>
          </a:prstGeom>
          <a:noFill/>
        </p:spPr>
        <p:txBody>
          <a:bodyPr wrap="square">
            <a:spAutoFit/>
          </a:bodyPr>
          <a:lstStyle/>
          <a:p>
            <a:pPr algn="ctr">
              <a:spcBef>
                <a:spcPts val="700"/>
              </a:spcBef>
              <a:spcAft>
                <a:spcPts val="800"/>
              </a:spcAft>
            </a:pPr>
            <a:r>
              <a:rPr lang="zh-CN" altLang="zh-CN" sz="1400" kern="1000" dirty="0">
                <a:effectLst/>
                <a:latin typeface="Times New Roman" panose="02020603050405020304" pitchFamily="18" charset="0"/>
                <a:ea typeface="宋体" panose="02010600030101010101" pitchFamily="2" charset="-122"/>
              </a:rPr>
              <a:t>图</a:t>
            </a:r>
            <a:r>
              <a:rPr lang="en-US" altLang="zh-CN" sz="1400" kern="1000" dirty="0">
                <a:effectLst/>
                <a:latin typeface="Times New Roman" panose="02020603050405020304" pitchFamily="18" charset="0"/>
                <a:ea typeface="宋体" panose="02010600030101010101" pitchFamily="2" charset="-122"/>
              </a:rPr>
              <a:t>2.19  </a:t>
            </a:r>
            <a:r>
              <a:rPr lang="zh-CN" altLang="zh-CN" sz="1400" kern="1000" dirty="0">
                <a:effectLst/>
                <a:latin typeface="Times New Roman" panose="02020603050405020304" pitchFamily="18" charset="0"/>
                <a:ea typeface="宋体" panose="02010600030101010101" pitchFamily="2" charset="-122"/>
              </a:rPr>
              <a:t>四足机器人</a:t>
            </a:r>
            <a:r>
              <a:rPr lang="en-US" altLang="zh-CN" sz="1400" kern="1000" dirty="0">
                <a:effectLst/>
                <a:latin typeface="Times New Roman" panose="02020603050405020304" pitchFamily="18" charset="0"/>
                <a:ea typeface="宋体" panose="02010600030101010101" pitchFamily="2" charset="-122"/>
              </a:rPr>
              <a:t>RF</a:t>
            </a:r>
            <a:r>
              <a:rPr lang="zh-CN" altLang="zh-CN" sz="1400" kern="1000" dirty="0">
                <a:effectLst/>
                <a:latin typeface="Times New Roman" panose="02020603050405020304" pitchFamily="18" charset="0"/>
                <a:ea typeface="宋体" panose="02010600030101010101" pitchFamily="2" charset="-122"/>
              </a:rPr>
              <a:t>结构示意图</a:t>
            </a:r>
          </a:p>
        </p:txBody>
      </p:sp>
    </p:spTree>
    <p:extLst>
      <p:ext uri="{BB962C8B-B14F-4D97-AF65-F5344CB8AC3E}">
        <p14:creationId xmlns:p14="http://schemas.microsoft.com/office/powerpoint/2010/main" val="340731633"/>
      </p:ext>
    </p:extLst>
  </p:cSld>
  <p:clrMapOvr>
    <a:masterClrMapping/>
  </p:clrMapOvr>
  <p:transition advTm="18857"/>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4" name="文本框 3">
            <a:extLst>
              <a:ext uri="{FF2B5EF4-FFF2-40B4-BE49-F238E27FC236}">
                <a16:creationId xmlns:a16="http://schemas.microsoft.com/office/drawing/2014/main" id="{BA328B6B-7E7D-8119-A12C-7CE947BCF1FC}"/>
              </a:ext>
            </a:extLst>
          </p:cNvPr>
          <p:cNvSpPr txBox="1"/>
          <p:nvPr/>
        </p:nvSpPr>
        <p:spPr>
          <a:xfrm>
            <a:off x="509046" y="999241"/>
            <a:ext cx="11349873" cy="4275338"/>
          </a:xfrm>
          <a:prstGeom prst="rect">
            <a:avLst/>
          </a:prstGeom>
          <a:noFill/>
        </p:spPr>
        <p:txBody>
          <a:bodyPr wrap="square">
            <a:spAutoFit/>
          </a:bodyPr>
          <a:lstStyle/>
          <a:p>
            <a:pPr indent="269875" algn="just">
              <a:lnSpc>
                <a:spcPct val="150000"/>
              </a:lnSpc>
              <a:spcBef>
                <a:spcPts val="600"/>
              </a:spcBef>
              <a:spcAft>
                <a:spcPts val="600"/>
              </a:spcAft>
            </a:pPr>
            <a:r>
              <a:rPr lang="en-US"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800" b="1" kern="1000" dirty="0">
                <a:effectLst/>
                <a:latin typeface="微软雅黑" panose="020B0503020204020204" pitchFamily="34" charset="-122"/>
                <a:ea typeface="微软雅黑" panose="020B0503020204020204" pitchFamily="34" charset="-122"/>
                <a:cs typeface="Times New Roman" panose="02020603050405020304" pitchFamily="18" charset="0"/>
              </a:rPr>
              <a:t>．正运动学分析</a:t>
            </a:r>
          </a:p>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建立躯干固连坐标系</a:t>
            </a:r>
            <a:r>
              <a:rPr lang="en-US" altLang="zh-CN" sz="1800" kern="1000" dirty="0">
                <a:effectLst/>
                <a:latin typeface="微软雅黑" panose="020B0503020204020204" pitchFamily="34" charset="-122"/>
                <a:ea typeface="微软雅黑" panose="020B0503020204020204" pitchFamily="34" charset="-122"/>
              </a:rPr>
              <a:t>             ,  </a:t>
            </a:r>
            <a:r>
              <a:rPr lang="zh-CN" altLang="zh-CN" sz="1800" kern="1000" dirty="0">
                <a:effectLst/>
                <a:latin typeface="微软雅黑" panose="020B0503020204020204" pitchFamily="34" charset="-122"/>
                <a:ea typeface="微软雅黑" panose="020B0503020204020204" pitchFamily="34" charset="-122"/>
              </a:rPr>
              <a:t>其原点</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为机体质心的初始位置，根据</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方法的齐次变换矩阵公式：列出</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参数，其中</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w</a:t>
            </a:r>
            <a:r>
              <a:rPr lang="zh-CN"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h</a:t>
            </a:r>
            <a:r>
              <a:rPr lang="zh-CN" altLang="zh-CN" sz="1800" kern="1000" dirty="0">
                <a:effectLst/>
                <a:latin typeface="微软雅黑" panose="020B0503020204020204" pitchFamily="34" charset="-122"/>
                <a:ea typeface="微软雅黑" panose="020B0503020204020204" pitchFamily="34" charset="-122"/>
              </a:rPr>
              <a:t>都是正值，右前腿</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800" kern="1000" dirty="0">
                <a:effectLst/>
                <a:latin typeface="微软雅黑" panose="020B0503020204020204" pitchFamily="34" charset="-122"/>
                <a:ea typeface="微软雅黑" panose="020B0503020204020204" pitchFamily="34" charset="-122"/>
              </a:rPr>
              <a:t>为正，右后腿</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800" kern="1000" dirty="0">
                <a:effectLst/>
                <a:latin typeface="微软雅黑" panose="020B0503020204020204" pitchFamily="34" charset="-122"/>
                <a:ea typeface="微软雅黑" panose="020B0503020204020204" pitchFamily="34" charset="-122"/>
              </a:rPr>
              <a:t>为负，两个</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800" kern="1000" dirty="0">
                <a:effectLst/>
                <a:latin typeface="微软雅黑" panose="020B0503020204020204" pitchFamily="34" charset="-122"/>
                <a:ea typeface="微软雅黑" panose="020B0503020204020204" pitchFamily="34" charset="-122"/>
              </a:rPr>
              <a:t>的绝对值不一定相等。</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连杆坐标系的参数如下：杆件长度       </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从     到     沿       测量的距离，      代表连杆 </a:t>
            </a:r>
            <a:r>
              <a:rPr lang="en-US" altLang="zh-CN" sz="1800" i="1" kern="1000" dirty="0">
                <a:effectLst/>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000" dirty="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kern="1000" dirty="0">
                <a:effectLst/>
                <a:latin typeface="微软雅黑" panose="020B0503020204020204" pitchFamily="34" charset="-122"/>
                <a:ea typeface="微软雅黑" panose="020B0503020204020204" pitchFamily="34" charset="-122"/>
              </a:rPr>
              <a:t>   的长度，因此规定             ；杆件扭角       </a:t>
            </a:r>
            <a:r>
              <a:rPr lang="en-US" altLang="zh-CN" sz="1800" kern="1000" dirty="0">
                <a:effectLst/>
                <a:latin typeface="微软雅黑" panose="020B0503020204020204" pitchFamily="34" charset="-122"/>
                <a:ea typeface="微软雅黑" panose="020B0503020204020204" pitchFamily="34" charset="-122"/>
              </a:rPr>
              <a:t>=</a:t>
            </a:r>
            <a:r>
              <a:rPr lang="zh-CN" altLang="en-US" sz="1800" kern="1000" dirty="0">
                <a:effectLst/>
                <a:latin typeface="微软雅黑" panose="020B0503020204020204" pitchFamily="34" charset="-122"/>
                <a:ea typeface="微软雅黑" panose="020B0503020204020204" pitchFamily="34" charset="-122"/>
              </a:rPr>
              <a:t>从         到      绕        旋转的角度，以逆时针为正</a:t>
            </a:r>
            <a:r>
              <a:rPr lang="en-US" altLang="zh-CN" kern="1000" dirty="0">
                <a:latin typeface="微软雅黑" panose="020B0503020204020204" pitchFamily="34" charset="-122"/>
                <a:ea typeface="微软雅黑" panose="020B0503020204020204" pitchFamily="34" charset="-122"/>
              </a:rPr>
              <a:t>;</a:t>
            </a:r>
            <a:r>
              <a:rPr lang="zh-CN" altLang="en-US" kern="1000" dirty="0">
                <a:latin typeface="微软雅黑" panose="020B0503020204020204" pitchFamily="34" charset="-122"/>
                <a:ea typeface="微软雅黑" panose="020B0503020204020204" pitchFamily="34" charset="-122"/>
              </a:rPr>
              <a:t>关节距离       </a:t>
            </a:r>
            <a:r>
              <a:rPr lang="en-US" altLang="zh-CN" kern="1000" dirty="0">
                <a:latin typeface="微软雅黑" panose="020B0503020204020204" pitchFamily="34" charset="-122"/>
                <a:ea typeface="微软雅黑" panose="020B0503020204020204" pitchFamily="34" charset="-122"/>
              </a:rPr>
              <a:t>=</a:t>
            </a:r>
            <a:r>
              <a:rPr lang="zh-CN" altLang="en-US" kern="1000" dirty="0">
                <a:latin typeface="微软雅黑" panose="020B0503020204020204" pitchFamily="34" charset="-122"/>
                <a:ea typeface="微软雅黑" panose="020B0503020204020204" pitchFamily="34" charset="-122"/>
              </a:rPr>
              <a:t>从     到     沿  测量的距离，规定与     轴正方向一致时，       为正；关节转角      </a:t>
            </a:r>
            <a:r>
              <a:rPr lang="en-US" altLang="zh-CN" kern="1000" dirty="0">
                <a:latin typeface="微软雅黑" panose="020B0503020204020204" pitchFamily="34" charset="-122"/>
                <a:ea typeface="微软雅黑" panose="020B0503020204020204" pitchFamily="34" charset="-122"/>
              </a:rPr>
              <a:t>= </a:t>
            </a:r>
            <a:r>
              <a:rPr lang="zh-CN" altLang="en-US" kern="1000" dirty="0">
                <a:latin typeface="微软雅黑" panose="020B0503020204020204" pitchFamily="34" charset="-122"/>
                <a:ea typeface="微软雅黑" panose="020B0503020204020204" pitchFamily="34" charset="-122"/>
              </a:rPr>
              <a:t>从       到        绕      旋转的角度，也以逆时针为正。</a:t>
            </a: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kern="1000" dirty="0">
                <a:latin typeface="微软雅黑" panose="020B0503020204020204" pitchFamily="34" charset="-122"/>
                <a:ea typeface="微软雅黑" panose="020B0503020204020204" pitchFamily="34" charset="-122"/>
              </a:rPr>
              <a:t>机器人右前腿的</a:t>
            </a:r>
            <a:r>
              <a:rPr lang="en-US" altLang="zh-CN" kern="1000" dirty="0">
                <a:latin typeface="微软雅黑" panose="020B0503020204020204" pitchFamily="34" charset="-122"/>
                <a:ea typeface="微软雅黑" panose="020B0503020204020204" pitchFamily="34" charset="-122"/>
              </a:rPr>
              <a:t>D-H</a:t>
            </a:r>
            <a:r>
              <a:rPr lang="zh-CN" altLang="en-US" kern="1000" dirty="0">
                <a:latin typeface="微软雅黑" panose="020B0503020204020204" pitchFamily="34" charset="-122"/>
                <a:ea typeface="微软雅黑" panose="020B0503020204020204" pitchFamily="34" charset="-122"/>
              </a:rPr>
              <a:t>参数表如表</a:t>
            </a:r>
            <a:r>
              <a:rPr lang="en-US" altLang="zh-CN" kern="1000" dirty="0">
                <a:latin typeface="微软雅黑" panose="020B0503020204020204" pitchFamily="34" charset="-122"/>
                <a:ea typeface="微软雅黑" panose="020B0503020204020204" pitchFamily="34" charset="-122"/>
              </a:rPr>
              <a:t>2.2</a:t>
            </a:r>
            <a:r>
              <a:rPr lang="zh-CN" altLang="en-US" kern="1000" dirty="0">
                <a:latin typeface="微软雅黑" panose="020B0503020204020204" pitchFamily="34" charset="-122"/>
                <a:ea typeface="微软雅黑" panose="020B0503020204020204" pitchFamily="34" charset="-122"/>
              </a:rPr>
              <a:t>所示。</a:t>
            </a:r>
          </a:p>
          <a:p>
            <a:pPr indent="269875" algn="just">
              <a:lnSpc>
                <a:spcPct val="150000"/>
              </a:lnSpc>
            </a:pPr>
            <a:endParaRPr lang="zh-CN" altLang="en-US"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7200C2D3-E0A5-26FD-73B3-C01237734CB7}"/>
              </a:ext>
            </a:extLst>
          </p:cNvPr>
          <p:cNvGraphicFramePr>
            <a:graphicFrameLocks noChangeAspect="1"/>
          </p:cNvGraphicFramePr>
          <p:nvPr>
            <p:extLst>
              <p:ext uri="{D42A27DB-BD31-4B8C-83A1-F6EECF244321}">
                <p14:modId xmlns:p14="http://schemas.microsoft.com/office/powerpoint/2010/main" val="86155099"/>
              </p:ext>
            </p:extLst>
          </p:nvPr>
        </p:nvGraphicFramePr>
        <p:xfrm>
          <a:off x="2912947" y="1581064"/>
          <a:ext cx="949253" cy="323150"/>
        </p:xfrm>
        <a:graphic>
          <a:graphicData uri="http://schemas.openxmlformats.org/presentationml/2006/ole">
            <mc:AlternateContent xmlns:mc="http://schemas.openxmlformats.org/markup-compatibility/2006">
              <mc:Choice xmlns:v="urn:schemas-microsoft-com:vml" Requires="v">
                <p:oleObj name="Equation" r:id="rId3" imgW="596880" imgH="203040" progId="Equation.DSMT4">
                  <p:embed/>
                </p:oleObj>
              </mc:Choice>
              <mc:Fallback>
                <p:oleObj name="Equation" r:id="rId3" imgW="596880" imgH="203040" progId="Equation.DSMT4">
                  <p:embed/>
                  <p:pic>
                    <p:nvPicPr>
                      <p:cNvPr id="0" name=""/>
                      <p:cNvPicPr/>
                      <p:nvPr/>
                    </p:nvPicPr>
                    <p:blipFill>
                      <a:blip r:embed="rId4"/>
                      <a:stretch>
                        <a:fillRect/>
                      </a:stretch>
                    </p:blipFill>
                    <p:spPr>
                      <a:xfrm>
                        <a:off x="2912947" y="1581064"/>
                        <a:ext cx="949253" cy="32315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92A079A-E954-ECCC-C359-0793FF54CF4B}"/>
              </a:ext>
            </a:extLst>
          </p:cNvPr>
          <p:cNvGraphicFramePr>
            <a:graphicFrameLocks noChangeAspect="1"/>
          </p:cNvGraphicFramePr>
          <p:nvPr>
            <p:extLst>
              <p:ext uri="{D42A27DB-BD31-4B8C-83A1-F6EECF244321}">
                <p14:modId xmlns:p14="http://schemas.microsoft.com/office/powerpoint/2010/main" val="800344009"/>
              </p:ext>
            </p:extLst>
          </p:nvPr>
        </p:nvGraphicFramePr>
        <p:xfrm>
          <a:off x="4819322" y="1565363"/>
          <a:ext cx="290005" cy="331434"/>
        </p:xfrm>
        <a:graphic>
          <a:graphicData uri="http://schemas.openxmlformats.org/presentationml/2006/ole">
            <mc:AlternateContent xmlns:mc="http://schemas.openxmlformats.org/markup-compatibility/2006">
              <mc:Choice xmlns:v="urn:schemas-microsoft-com:vml" Requires="v">
                <p:oleObj name="Equation" r:id="rId5" imgW="177480" imgH="203040" progId="Equation.DSMT4">
                  <p:embed/>
                </p:oleObj>
              </mc:Choice>
              <mc:Fallback>
                <p:oleObj name="Equation" r:id="rId5" imgW="177480" imgH="203040" progId="Equation.DSMT4">
                  <p:embed/>
                  <p:pic>
                    <p:nvPicPr>
                      <p:cNvPr id="0" name=""/>
                      <p:cNvPicPr/>
                      <p:nvPr/>
                    </p:nvPicPr>
                    <p:blipFill>
                      <a:blip r:embed="rId6"/>
                      <a:stretch>
                        <a:fillRect/>
                      </a:stretch>
                    </p:blipFill>
                    <p:spPr>
                      <a:xfrm>
                        <a:off x="4819322" y="1565363"/>
                        <a:ext cx="290005" cy="33143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96E1395F-F723-2673-ECBF-D170920DC637}"/>
              </a:ext>
            </a:extLst>
          </p:cNvPr>
          <p:cNvGraphicFramePr>
            <a:graphicFrameLocks noChangeAspect="1"/>
          </p:cNvGraphicFramePr>
          <p:nvPr>
            <p:extLst>
              <p:ext uri="{D42A27DB-BD31-4B8C-83A1-F6EECF244321}">
                <p14:modId xmlns:p14="http://schemas.microsoft.com/office/powerpoint/2010/main" val="624768603"/>
              </p:ext>
            </p:extLst>
          </p:nvPr>
        </p:nvGraphicFramePr>
        <p:xfrm>
          <a:off x="4357212" y="2411413"/>
          <a:ext cx="375043" cy="352982"/>
        </p:xfrm>
        <a:graphic>
          <a:graphicData uri="http://schemas.openxmlformats.org/presentationml/2006/ole">
            <mc:AlternateContent xmlns:mc="http://schemas.openxmlformats.org/markup-compatibility/2006">
              <mc:Choice xmlns:v="urn:schemas-microsoft-com:vml" Requires="v">
                <p:oleObj name="Equation" r:id="rId7" imgW="215640" imgH="203040" progId="Equation.DSMT4">
                  <p:embed/>
                </p:oleObj>
              </mc:Choice>
              <mc:Fallback>
                <p:oleObj name="Equation" r:id="rId7" imgW="215640" imgH="203040" progId="Equation.DSMT4">
                  <p:embed/>
                  <p:pic>
                    <p:nvPicPr>
                      <p:cNvPr id="0" name=""/>
                      <p:cNvPicPr/>
                      <p:nvPr/>
                    </p:nvPicPr>
                    <p:blipFill>
                      <a:blip r:embed="rId8"/>
                      <a:stretch>
                        <a:fillRect/>
                      </a:stretch>
                    </p:blipFill>
                    <p:spPr>
                      <a:xfrm>
                        <a:off x="4357212" y="2411413"/>
                        <a:ext cx="375043" cy="35298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D969F93-99A4-78A9-31EC-52E36A233539}"/>
              </a:ext>
            </a:extLst>
          </p:cNvPr>
          <p:cNvGraphicFramePr>
            <a:graphicFrameLocks noChangeAspect="1"/>
          </p:cNvGraphicFramePr>
          <p:nvPr>
            <p:extLst>
              <p:ext uri="{D42A27DB-BD31-4B8C-83A1-F6EECF244321}">
                <p14:modId xmlns:p14="http://schemas.microsoft.com/office/powerpoint/2010/main" val="161332113"/>
              </p:ext>
            </p:extLst>
          </p:nvPr>
        </p:nvGraphicFramePr>
        <p:xfrm>
          <a:off x="5237435" y="2389879"/>
          <a:ext cx="375043" cy="352982"/>
        </p:xfrm>
        <a:graphic>
          <a:graphicData uri="http://schemas.openxmlformats.org/presentationml/2006/ole">
            <mc:AlternateContent xmlns:mc="http://schemas.openxmlformats.org/markup-compatibility/2006">
              <mc:Choice xmlns:v="urn:schemas-microsoft-com:vml" Requires="v">
                <p:oleObj name="Equation" r:id="rId9" imgW="215640" imgH="203040" progId="Equation.DSMT4">
                  <p:embed/>
                </p:oleObj>
              </mc:Choice>
              <mc:Fallback>
                <p:oleObj name="Equation" r:id="rId9" imgW="215640" imgH="203040" progId="Equation.DSMT4">
                  <p:embed/>
                  <p:pic>
                    <p:nvPicPr>
                      <p:cNvPr id="0" name=""/>
                      <p:cNvPicPr/>
                      <p:nvPr/>
                    </p:nvPicPr>
                    <p:blipFill>
                      <a:blip r:embed="rId10"/>
                      <a:stretch>
                        <a:fillRect/>
                      </a:stretch>
                    </p:blipFill>
                    <p:spPr>
                      <a:xfrm>
                        <a:off x="5237435" y="2389879"/>
                        <a:ext cx="375043" cy="35298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BBBD1A0-28A8-CDC4-621B-8881BE0B909F}"/>
              </a:ext>
            </a:extLst>
          </p:cNvPr>
          <p:cNvGraphicFramePr>
            <a:graphicFrameLocks noChangeAspect="1"/>
          </p:cNvGraphicFramePr>
          <p:nvPr>
            <p:extLst>
              <p:ext uri="{D42A27DB-BD31-4B8C-83A1-F6EECF244321}">
                <p14:modId xmlns:p14="http://schemas.microsoft.com/office/powerpoint/2010/main" val="795148476"/>
              </p:ext>
            </p:extLst>
          </p:nvPr>
        </p:nvGraphicFramePr>
        <p:xfrm>
          <a:off x="5974662" y="2399305"/>
          <a:ext cx="242675" cy="352982"/>
        </p:xfrm>
        <a:graphic>
          <a:graphicData uri="http://schemas.openxmlformats.org/presentationml/2006/ole">
            <mc:AlternateContent xmlns:mc="http://schemas.openxmlformats.org/markup-compatibility/2006">
              <mc:Choice xmlns:v="urn:schemas-microsoft-com:vml" Requires="v">
                <p:oleObj name="Equation" r:id="rId11" imgW="139680" imgH="203040" progId="Equation.DSMT4">
                  <p:embed/>
                </p:oleObj>
              </mc:Choice>
              <mc:Fallback>
                <p:oleObj name="Equation" r:id="rId11" imgW="139680" imgH="203040" progId="Equation.DSMT4">
                  <p:embed/>
                  <p:pic>
                    <p:nvPicPr>
                      <p:cNvPr id="0" name=""/>
                      <p:cNvPicPr/>
                      <p:nvPr/>
                    </p:nvPicPr>
                    <p:blipFill>
                      <a:blip r:embed="rId12"/>
                      <a:stretch>
                        <a:fillRect/>
                      </a:stretch>
                    </p:blipFill>
                    <p:spPr>
                      <a:xfrm>
                        <a:off x="5974662" y="2399305"/>
                        <a:ext cx="242675" cy="35298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9287DA4-6289-9C8F-5890-3CBC7BC73F4D}"/>
              </a:ext>
            </a:extLst>
          </p:cNvPr>
          <p:cNvGraphicFramePr>
            <a:graphicFrameLocks noChangeAspect="1"/>
          </p:cNvGraphicFramePr>
          <p:nvPr>
            <p:extLst>
              <p:ext uri="{D42A27DB-BD31-4B8C-83A1-F6EECF244321}">
                <p14:modId xmlns:p14="http://schemas.microsoft.com/office/powerpoint/2010/main" val="3528788694"/>
              </p:ext>
            </p:extLst>
          </p:nvPr>
        </p:nvGraphicFramePr>
        <p:xfrm>
          <a:off x="6566662" y="2389879"/>
          <a:ext cx="375043" cy="352982"/>
        </p:xfrm>
        <a:graphic>
          <a:graphicData uri="http://schemas.openxmlformats.org/presentationml/2006/ole">
            <mc:AlternateContent xmlns:mc="http://schemas.openxmlformats.org/markup-compatibility/2006">
              <mc:Choice xmlns:v="urn:schemas-microsoft-com:vml" Requires="v">
                <p:oleObj name="Equation" r:id="rId13" imgW="215640" imgH="203040" progId="Equation.DSMT4">
                  <p:embed/>
                </p:oleObj>
              </mc:Choice>
              <mc:Fallback>
                <p:oleObj name="Equation" r:id="rId13" imgW="215640" imgH="203040" progId="Equation.DSMT4">
                  <p:embed/>
                  <p:pic>
                    <p:nvPicPr>
                      <p:cNvPr id="0" name=""/>
                      <p:cNvPicPr/>
                      <p:nvPr/>
                    </p:nvPicPr>
                    <p:blipFill>
                      <a:blip r:embed="rId14"/>
                      <a:stretch>
                        <a:fillRect/>
                      </a:stretch>
                    </p:blipFill>
                    <p:spPr>
                      <a:xfrm>
                        <a:off x="6566662" y="2389879"/>
                        <a:ext cx="375043" cy="35298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1EB0FE38-E221-FE1C-970A-1A6EC3E59414}"/>
              </a:ext>
            </a:extLst>
          </p:cNvPr>
          <p:cNvGraphicFramePr>
            <a:graphicFrameLocks noChangeAspect="1"/>
          </p:cNvGraphicFramePr>
          <p:nvPr>
            <p:extLst>
              <p:ext uri="{D42A27DB-BD31-4B8C-83A1-F6EECF244321}">
                <p14:modId xmlns:p14="http://schemas.microsoft.com/office/powerpoint/2010/main" val="1896912691"/>
              </p:ext>
            </p:extLst>
          </p:nvPr>
        </p:nvGraphicFramePr>
        <p:xfrm>
          <a:off x="8305120" y="2372810"/>
          <a:ext cx="375044" cy="352983"/>
        </p:xfrm>
        <a:graphic>
          <a:graphicData uri="http://schemas.openxmlformats.org/presentationml/2006/ole">
            <mc:AlternateContent xmlns:mc="http://schemas.openxmlformats.org/markup-compatibility/2006">
              <mc:Choice xmlns:v="urn:schemas-microsoft-com:vml" Requires="v">
                <p:oleObj name="Equation" r:id="rId15" imgW="215640" imgH="203040" progId="Equation.DSMT4">
                  <p:embed/>
                </p:oleObj>
              </mc:Choice>
              <mc:Fallback>
                <p:oleObj name="Equation" r:id="rId15" imgW="215640" imgH="203040" progId="Equation.DSMT4">
                  <p:embed/>
                  <p:pic>
                    <p:nvPicPr>
                      <p:cNvPr id="0" name=""/>
                      <p:cNvPicPr/>
                      <p:nvPr/>
                    </p:nvPicPr>
                    <p:blipFill>
                      <a:blip r:embed="rId16"/>
                      <a:stretch>
                        <a:fillRect/>
                      </a:stretch>
                    </p:blipFill>
                    <p:spPr>
                      <a:xfrm>
                        <a:off x="8305120" y="2372810"/>
                        <a:ext cx="375044" cy="35298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0138A599-6F9E-232E-B2DA-CACF157E2DBD}"/>
              </a:ext>
            </a:extLst>
          </p:cNvPr>
          <p:cNvGraphicFramePr>
            <a:graphicFrameLocks noChangeAspect="1"/>
          </p:cNvGraphicFramePr>
          <p:nvPr>
            <p:extLst>
              <p:ext uri="{D42A27DB-BD31-4B8C-83A1-F6EECF244321}">
                <p14:modId xmlns:p14="http://schemas.microsoft.com/office/powerpoint/2010/main" val="3685900974"/>
              </p:ext>
            </p:extLst>
          </p:nvPr>
        </p:nvGraphicFramePr>
        <p:xfrm>
          <a:off x="915250" y="2863898"/>
          <a:ext cx="635737" cy="290623"/>
        </p:xfrm>
        <a:graphic>
          <a:graphicData uri="http://schemas.openxmlformats.org/presentationml/2006/ole">
            <mc:AlternateContent xmlns:mc="http://schemas.openxmlformats.org/markup-compatibility/2006">
              <mc:Choice xmlns:v="urn:schemas-microsoft-com:vml" Requires="v">
                <p:oleObj name="Equation" r:id="rId17" imgW="444240" imgH="203040" progId="Equation.DSMT4">
                  <p:embed/>
                </p:oleObj>
              </mc:Choice>
              <mc:Fallback>
                <p:oleObj name="Equation" r:id="rId17" imgW="444240" imgH="203040" progId="Equation.DSMT4">
                  <p:embed/>
                  <p:pic>
                    <p:nvPicPr>
                      <p:cNvPr id="0" name=""/>
                      <p:cNvPicPr/>
                      <p:nvPr/>
                    </p:nvPicPr>
                    <p:blipFill>
                      <a:blip r:embed="rId18"/>
                      <a:stretch>
                        <a:fillRect/>
                      </a:stretch>
                    </p:blipFill>
                    <p:spPr>
                      <a:xfrm>
                        <a:off x="915250" y="2863898"/>
                        <a:ext cx="635737" cy="29062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2FAAE824-E59C-14AB-CC66-1A6A41DCCAB0}"/>
              </a:ext>
            </a:extLst>
          </p:cNvPr>
          <p:cNvGraphicFramePr>
            <a:graphicFrameLocks noChangeAspect="1"/>
          </p:cNvGraphicFramePr>
          <p:nvPr>
            <p:extLst>
              <p:ext uri="{D42A27DB-BD31-4B8C-83A1-F6EECF244321}">
                <p14:modId xmlns:p14="http://schemas.microsoft.com/office/powerpoint/2010/main" val="2587912030"/>
              </p:ext>
            </p:extLst>
          </p:nvPr>
        </p:nvGraphicFramePr>
        <p:xfrm>
          <a:off x="2919231" y="2804979"/>
          <a:ext cx="380149" cy="320125"/>
        </p:xfrm>
        <a:graphic>
          <a:graphicData uri="http://schemas.openxmlformats.org/presentationml/2006/ole">
            <mc:AlternateContent xmlns:mc="http://schemas.openxmlformats.org/markup-compatibility/2006">
              <mc:Choice xmlns:v="urn:schemas-microsoft-com:vml" Requires="v">
                <p:oleObj name="Equation" r:id="rId19" imgW="241200" imgH="203040" progId="Equation.DSMT4">
                  <p:embed/>
                </p:oleObj>
              </mc:Choice>
              <mc:Fallback>
                <p:oleObj name="Equation" r:id="rId19" imgW="241200" imgH="203040" progId="Equation.DSMT4">
                  <p:embed/>
                  <p:pic>
                    <p:nvPicPr>
                      <p:cNvPr id="0" name=""/>
                      <p:cNvPicPr/>
                      <p:nvPr/>
                    </p:nvPicPr>
                    <p:blipFill>
                      <a:blip r:embed="rId20"/>
                      <a:stretch>
                        <a:fillRect/>
                      </a:stretch>
                    </p:blipFill>
                    <p:spPr>
                      <a:xfrm>
                        <a:off x="2919231" y="2804979"/>
                        <a:ext cx="380149" cy="320125"/>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7CAD6169-D1AB-E64D-CD1A-5B95FC7A36A0}"/>
              </a:ext>
            </a:extLst>
          </p:cNvPr>
          <p:cNvGraphicFramePr>
            <a:graphicFrameLocks noChangeAspect="1"/>
          </p:cNvGraphicFramePr>
          <p:nvPr>
            <p:extLst>
              <p:ext uri="{D42A27DB-BD31-4B8C-83A1-F6EECF244321}">
                <p14:modId xmlns:p14="http://schemas.microsoft.com/office/powerpoint/2010/main" val="2901037631"/>
              </p:ext>
            </p:extLst>
          </p:nvPr>
        </p:nvGraphicFramePr>
        <p:xfrm>
          <a:off x="3950697" y="2804979"/>
          <a:ext cx="380149" cy="357787"/>
        </p:xfrm>
        <a:graphic>
          <a:graphicData uri="http://schemas.openxmlformats.org/presentationml/2006/ole">
            <mc:AlternateContent xmlns:mc="http://schemas.openxmlformats.org/markup-compatibility/2006">
              <mc:Choice xmlns:v="urn:schemas-microsoft-com:vml" Requires="v">
                <p:oleObj name="Equation" r:id="rId21" imgW="215640" imgH="203040" progId="Equation.DSMT4">
                  <p:embed/>
                </p:oleObj>
              </mc:Choice>
              <mc:Fallback>
                <p:oleObj name="Equation" r:id="rId21" imgW="215640" imgH="203040" progId="Equation.DSMT4">
                  <p:embed/>
                  <p:pic>
                    <p:nvPicPr>
                      <p:cNvPr id="0" name=""/>
                      <p:cNvPicPr/>
                      <p:nvPr/>
                    </p:nvPicPr>
                    <p:blipFill>
                      <a:blip r:embed="rId22"/>
                      <a:stretch>
                        <a:fillRect/>
                      </a:stretch>
                    </p:blipFill>
                    <p:spPr>
                      <a:xfrm>
                        <a:off x="3950697" y="2804979"/>
                        <a:ext cx="380149" cy="357787"/>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DA2841F6-9DFA-2C7C-30B4-8A861E7FF47C}"/>
              </a:ext>
            </a:extLst>
          </p:cNvPr>
          <p:cNvGraphicFramePr>
            <a:graphicFrameLocks noChangeAspect="1"/>
          </p:cNvGraphicFramePr>
          <p:nvPr>
            <p:extLst>
              <p:ext uri="{D42A27DB-BD31-4B8C-83A1-F6EECF244321}">
                <p14:modId xmlns:p14="http://schemas.microsoft.com/office/powerpoint/2010/main" val="1369271056"/>
              </p:ext>
            </p:extLst>
          </p:nvPr>
        </p:nvGraphicFramePr>
        <p:xfrm>
          <a:off x="4651188" y="2792537"/>
          <a:ext cx="290004" cy="421824"/>
        </p:xfrm>
        <a:graphic>
          <a:graphicData uri="http://schemas.openxmlformats.org/presentationml/2006/ole">
            <mc:AlternateContent xmlns:mc="http://schemas.openxmlformats.org/markup-compatibility/2006">
              <mc:Choice xmlns:v="urn:schemas-microsoft-com:vml" Requires="v">
                <p:oleObj name="Equation" r:id="rId23" imgW="139680" imgH="203040" progId="Equation.DSMT4">
                  <p:embed/>
                </p:oleObj>
              </mc:Choice>
              <mc:Fallback>
                <p:oleObj name="Equation" r:id="rId23" imgW="139680" imgH="203040" progId="Equation.DSMT4">
                  <p:embed/>
                  <p:pic>
                    <p:nvPicPr>
                      <p:cNvPr id="0" name=""/>
                      <p:cNvPicPr/>
                      <p:nvPr/>
                    </p:nvPicPr>
                    <p:blipFill>
                      <a:blip r:embed="rId24"/>
                      <a:stretch>
                        <a:fillRect/>
                      </a:stretch>
                    </p:blipFill>
                    <p:spPr>
                      <a:xfrm>
                        <a:off x="4651188" y="2792537"/>
                        <a:ext cx="290004" cy="421824"/>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79015C68-0291-D0C8-7C9C-D568A1309303}"/>
              </a:ext>
            </a:extLst>
          </p:cNvPr>
          <p:cNvGraphicFramePr>
            <a:graphicFrameLocks noChangeAspect="1"/>
          </p:cNvGraphicFramePr>
          <p:nvPr>
            <p:extLst>
              <p:ext uri="{D42A27DB-BD31-4B8C-83A1-F6EECF244321}">
                <p14:modId xmlns:p14="http://schemas.microsoft.com/office/powerpoint/2010/main" val="184224089"/>
              </p:ext>
            </p:extLst>
          </p:nvPr>
        </p:nvGraphicFramePr>
        <p:xfrm>
          <a:off x="5474264" y="2796536"/>
          <a:ext cx="375042" cy="352981"/>
        </p:xfrm>
        <a:graphic>
          <a:graphicData uri="http://schemas.openxmlformats.org/presentationml/2006/ole">
            <mc:AlternateContent xmlns:mc="http://schemas.openxmlformats.org/markup-compatibility/2006">
              <mc:Choice xmlns:v="urn:schemas-microsoft-com:vml" Requires="v">
                <p:oleObj name="Equation" r:id="rId25" imgW="215640" imgH="203040" progId="Equation.DSMT4">
                  <p:embed/>
                </p:oleObj>
              </mc:Choice>
              <mc:Fallback>
                <p:oleObj name="Equation" r:id="rId25" imgW="215640" imgH="203040" progId="Equation.DSMT4">
                  <p:embed/>
                  <p:pic>
                    <p:nvPicPr>
                      <p:cNvPr id="0" name=""/>
                      <p:cNvPicPr/>
                      <p:nvPr/>
                    </p:nvPicPr>
                    <p:blipFill>
                      <a:blip r:embed="rId26"/>
                      <a:stretch>
                        <a:fillRect/>
                      </a:stretch>
                    </p:blipFill>
                    <p:spPr>
                      <a:xfrm>
                        <a:off x="5474264" y="2796536"/>
                        <a:ext cx="375042" cy="352981"/>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8DFB0EFC-A7E5-0B68-AC20-4566AFE39171}"/>
              </a:ext>
            </a:extLst>
          </p:cNvPr>
          <p:cNvGraphicFramePr>
            <a:graphicFrameLocks noChangeAspect="1"/>
          </p:cNvGraphicFramePr>
          <p:nvPr>
            <p:extLst>
              <p:ext uri="{D42A27DB-BD31-4B8C-83A1-F6EECF244321}">
                <p14:modId xmlns:p14="http://schemas.microsoft.com/office/powerpoint/2010/main" val="4592086"/>
              </p:ext>
            </p:extLst>
          </p:nvPr>
        </p:nvGraphicFramePr>
        <p:xfrm>
          <a:off x="9696057" y="2794827"/>
          <a:ext cx="290004" cy="386672"/>
        </p:xfrm>
        <a:graphic>
          <a:graphicData uri="http://schemas.openxmlformats.org/presentationml/2006/ole">
            <mc:AlternateContent xmlns:mc="http://schemas.openxmlformats.org/markup-compatibility/2006">
              <mc:Choice xmlns:v="urn:schemas-microsoft-com:vml" Requires="v">
                <p:oleObj name="Equation" r:id="rId27" imgW="152280" imgH="203040" progId="Equation.DSMT4">
                  <p:embed/>
                </p:oleObj>
              </mc:Choice>
              <mc:Fallback>
                <p:oleObj name="Equation" r:id="rId27" imgW="152280" imgH="203040" progId="Equation.DSMT4">
                  <p:embed/>
                  <p:pic>
                    <p:nvPicPr>
                      <p:cNvPr id="0" name=""/>
                      <p:cNvPicPr/>
                      <p:nvPr/>
                    </p:nvPicPr>
                    <p:blipFill>
                      <a:blip r:embed="rId28"/>
                      <a:stretch>
                        <a:fillRect/>
                      </a:stretch>
                    </p:blipFill>
                    <p:spPr>
                      <a:xfrm>
                        <a:off x="9696057" y="2794827"/>
                        <a:ext cx="290004" cy="386672"/>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D6162A3A-EDB2-15D9-492B-AC2E7BFFE722}"/>
              </a:ext>
            </a:extLst>
          </p:cNvPr>
          <p:cNvGraphicFramePr>
            <a:graphicFrameLocks noChangeAspect="1"/>
          </p:cNvGraphicFramePr>
          <p:nvPr>
            <p:extLst>
              <p:ext uri="{D42A27DB-BD31-4B8C-83A1-F6EECF244321}">
                <p14:modId xmlns:p14="http://schemas.microsoft.com/office/powerpoint/2010/main" val="361354250"/>
              </p:ext>
            </p:extLst>
          </p:nvPr>
        </p:nvGraphicFramePr>
        <p:xfrm>
          <a:off x="10521745" y="2757539"/>
          <a:ext cx="450457" cy="423960"/>
        </p:xfrm>
        <a:graphic>
          <a:graphicData uri="http://schemas.openxmlformats.org/presentationml/2006/ole">
            <mc:AlternateContent xmlns:mc="http://schemas.openxmlformats.org/markup-compatibility/2006">
              <mc:Choice xmlns:v="urn:schemas-microsoft-com:vml" Requires="v">
                <p:oleObj name="Equation" r:id="rId29" imgW="215640" imgH="203040" progId="Equation.DSMT4">
                  <p:embed/>
                </p:oleObj>
              </mc:Choice>
              <mc:Fallback>
                <p:oleObj name="Equation" r:id="rId29" imgW="215640" imgH="203040" progId="Equation.DSMT4">
                  <p:embed/>
                  <p:pic>
                    <p:nvPicPr>
                      <p:cNvPr id="0" name=""/>
                      <p:cNvPicPr/>
                      <p:nvPr/>
                    </p:nvPicPr>
                    <p:blipFill>
                      <a:blip r:embed="rId30"/>
                      <a:stretch>
                        <a:fillRect/>
                      </a:stretch>
                    </p:blipFill>
                    <p:spPr>
                      <a:xfrm>
                        <a:off x="10521745" y="2757539"/>
                        <a:ext cx="450457" cy="42396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F8D3990A-1F90-B390-4943-94E2F00192A6}"/>
              </a:ext>
            </a:extLst>
          </p:cNvPr>
          <p:cNvGraphicFramePr>
            <a:graphicFrameLocks noChangeAspect="1"/>
          </p:cNvGraphicFramePr>
          <p:nvPr>
            <p:extLst>
              <p:ext uri="{D42A27DB-BD31-4B8C-83A1-F6EECF244321}">
                <p14:modId xmlns:p14="http://schemas.microsoft.com/office/powerpoint/2010/main" val="1779502228"/>
              </p:ext>
            </p:extLst>
          </p:nvPr>
        </p:nvGraphicFramePr>
        <p:xfrm>
          <a:off x="11161517" y="2710552"/>
          <a:ext cx="346369" cy="503809"/>
        </p:xfrm>
        <a:graphic>
          <a:graphicData uri="http://schemas.openxmlformats.org/presentationml/2006/ole">
            <mc:AlternateContent xmlns:mc="http://schemas.openxmlformats.org/markup-compatibility/2006">
              <mc:Choice xmlns:v="urn:schemas-microsoft-com:vml" Requires="v">
                <p:oleObj name="Equation" r:id="rId31" imgW="139680" imgH="203040" progId="Equation.DSMT4">
                  <p:embed/>
                </p:oleObj>
              </mc:Choice>
              <mc:Fallback>
                <p:oleObj name="Equation" r:id="rId31" imgW="139680" imgH="203040" progId="Equation.DSMT4">
                  <p:embed/>
                  <p:pic>
                    <p:nvPicPr>
                      <p:cNvPr id="0" name=""/>
                      <p:cNvPicPr/>
                      <p:nvPr/>
                    </p:nvPicPr>
                    <p:blipFill>
                      <a:blip r:embed="rId32"/>
                      <a:stretch>
                        <a:fillRect/>
                      </a:stretch>
                    </p:blipFill>
                    <p:spPr>
                      <a:xfrm>
                        <a:off x="11161517" y="2710552"/>
                        <a:ext cx="346369" cy="503809"/>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54BD3BE5-FD67-4BC3-FD8B-FDAC7516CA87}"/>
              </a:ext>
            </a:extLst>
          </p:cNvPr>
          <p:cNvGraphicFramePr>
            <a:graphicFrameLocks noChangeAspect="1"/>
          </p:cNvGraphicFramePr>
          <p:nvPr>
            <p:extLst>
              <p:ext uri="{D42A27DB-BD31-4B8C-83A1-F6EECF244321}">
                <p14:modId xmlns:p14="http://schemas.microsoft.com/office/powerpoint/2010/main" val="4261352818"/>
              </p:ext>
            </p:extLst>
          </p:nvPr>
        </p:nvGraphicFramePr>
        <p:xfrm>
          <a:off x="333081" y="3242296"/>
          <a:ext cx="260808" cy="379357"/>
        </p:xfrm>
        <a:graphic>
          <a:graphicData uri="http://schemas.openxmlformats.org/presentationml/2006/ole">
            <mc:AlternateContent xmlns:mc="http://schemas.openxmlformats.org/markup-compatibility/2006">
              <mc:Choice xmlns:v="urn:schemas-microsoft-com:vml" Requires="v">
                <p:oleObj name="Equation" r:id="rId33" imgW="139680" imgH="203040" progId="Equation.DSMT4">
                  <p:embed/>
                </p:oleObj>
              </mc:Choice>
              <mc:Fallback>
                <p:oleObj name="Equation" r:id="rId33" imgW="139680" imgH="203040" progId="Equation.DSMT4">
                  <p:embed/>
                  <p:pic>
                    <p:nvPicPr>
                      <p:cNvPr id="0" name=""/>
                      <p:cNvPicPr/>
                      <p:nvPr/>
                    </p:nvPicPr>
                    <p:blipFill>
                      <a:blip r:embed="rId34"/>
                      <a:stretch>
                        <a:fillRect/>
                      </a:stretch>
                    </p:blipFill>
                    <p:spPr>
                      <a:xfrm>
                        <a:off x="333081" y="3242296"/>
                        <a:ext cx="260808" cy="379357"/>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FB1C2A59-1F58-4F1C-DF4D-EF74DBCE1657}"/>
              </a:ext>
            </a:extLst>
          </p:cNvPr>
          <p:cNvGraphicFramePr>
            <a:graphicFrameLocks noChangeAspect="1"/>
          </p:cNvGraphicFramePr>
          <p:nvPr>
            <p:extLst>
              <p:ext uri="{D42A27DB-BD31-4B8C-83A1-F6EECF244321}">
                <p14:modId xmlns:p14="http://schemas.microsoft.com/office/powerpoint/2010/main" val="1789663137"/>
              </p:ext>
            </p:extLst>
          </p:nvPr>
        </p:nvGraphicFramePr>
        <p:xfrm>
          <a:off x="2703438" y="3239322"/>
          <a:ext cx="260807" cy="379356"/>
        </p:xfrm>
        <a:graphic>
          <a:graphicData uri="http://schemas.openxmlformats.org/presentationml/2006/ole">
            <mc:AlternateContent xmlns:mc="http://schemas.openxmlformats.org/markup-compatibility/2006">
              <mc:Choice xmlns:v="urn:schemas-microsoft-com:vml" Requires="v">
                <p:oleObj name="Equation" r:id="rId35" imgW="139680" imgH="203040" progId="Equation.DSMT4">
                  <p:embed/>
                </p:oleObj>
              </mc:Choice>
              <mc:Fallback>
                <p:oleObj name="Equation" r:id="rId35" imgW="139680" imgH="203040" progId="Equation.DSMT4">
                  <p:embed/>
                  <p:pic>
                    <p:nvPicPr>
                      <p:cNvPr id="0" name=""/>
                      <p:cNvPicPr/>
                      <p:nvPr/>
                    </p:nvPicPr>
                    <p:blipFill>
                      <a:blip r:embed="rId36"/>
                      <a:stretch>
                        <a:fillRect/>
                      </a:stretch>
                    </p:blipFill>
                    <p:spPr>
                      <a:xfrm>
                        <a:off x="2703438" y="3239322"/>
                        <a:ext cx="260807" cy="379356"/>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35BD0154-E83A-9567-750F-2BD88A9429FD}"/>
              </a:ext>
            </a:extLst>
          </p:cNvPr>
          <p:cNvGraphicFramePr>
            <a:graphicFrameLocks noChangeAspect="1"/>
          </p:cNvGraphicFramePr>
          <p:nvPr>
            <p:extLst>
              <p:ext uri="{D42A27DB-BD31-4B8C-83A1-F6EECF244321}">
                <p14:modId xmlns:p14="http://schemas.microsoft.com/office/powerpoint/2010/main" val="4155887278"/>
              </p:ext>
            </p:extLst>
          </p:nvPr>
        </p:nvGraphicFramePr>
        <p:xfrm>
          <a:off x="4864991" y="3265245"/>
          <a:ext cx="265075" cy="353433"/>
        </p:xfrm>
        <a:graphic>
          <a:graphicData uri="http://schemas.openxmlformats.org/presentationml/2006/ole">
            <mc:AlternateContent xmlns:mc="http://schemas.openxmlformats.org/markup-compatibility/2006">
              <mc:Choice xmlns:v="urn:schemas-microsoft-com:vml" Requires="v">
                <p:oleObj name="Equation" r:id="rId37" imgW="152280" imgH="203040" progId="Equation.DSMT4">
                  <p:embed/>
                </p:oleObj>
              </mc:Choice>
              <mc:Fallback>
                <p:oleObj name="Equation" r:id="rId37" imgW="152280" imgH="203040" progId="Equation.DSMT4">
                  <p:embed/>
                  <p:pic>
                    <p:nvPicPr>
                      <p:cNvPr id="0" name=""/>
                      <p:cNvPicPr/>
                      <p:nvPr/>
                    </p:nvPicPr>
                    <p:blipFill>
                      <a:blip r:embed="rId38"/>
                      <a:stretch>
                        <a:fillRect/>
                      </a:stretch>
                    </p:blipFill>
                    <p:spPr>
                      <a:xfrm>
                        <a:off x="4864991" y="3265245"/>
                        <a:ext cx="265075" cy="353433"/>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5F4A97C5-BDC1-5328-F1E1-028C413F37AC}"/>
              </a:ext>
            </a:extLst>
          </p:cNvPr>
          <p:cNvGraphicFramePr>
            <a:graphicFrameLocks noChangeAspect="1"/>
          </p:cNvGraphicFramePr>
          <p:nvPr>
            <p:extLst>
              <p:ext uri="{D42A27DB-BD31-4B8C-83A1-F6EECF244321}">
                <p14:modId xmlns:p14="http://schemas.microsoft.com/office/powerpoint/2010/main" val="3098441620"/>
              </p:ext>
            </p:extLst>
          </p:nvPr>
        </p:nvGraphicFramePr>
        <p:xfrm>
          <a:off x="6992086" y="3265245"/>
          <a:ext cx="260806" cy="379354"/>
        </p:xfrm>
        <a:graphic>
          <a:graphicData uri="http://schemas.openxmlformats.org/presentationml/2006/ole">
            <mc:AlternateContent xmlns:mc="http://schemas.openxmlformats.org/markup-compatibility/2006">
              <mc:Choice xmlns:v="urn:schemas-microsoft-com:vml" Requires="v">
                <p:oleObj name="Equation" r:id="rId39" imgW="139680" imgH="203040" progId="Equation.DSMT4">
                  <p:embed/>
                </p:oleObj>
              </mc:Choice>
              <mc:Fallback>
                <p:oleObj name="Equation" r:id="rId39" imgW="139680" imgH="203040" progId="Equation.DSMT4">
                  <p:embed/>
                  <p:pic>
                    <p:nvPicPr>
                      <p:cNvPr id="0" name=""/>
                      <p:cNvPicPr/>
                      <p:nvPr/>
                    </p:nvPicPr>
                    <p:blipFill>
                      <a:blip r:embed="rId40"/>
                      <a:stretch>
                        <a:fillRect/>
                      </a:stretch>
                    </p:blipFill>
                    <p:spPr>
                      <a:xfrm>
                        <a:off x="6992086" y="3265245"/>
                        <a:ext cx="260806" cy="379354"/>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7BD6BDF7-45A3-0C9B-DC01-9F494C8F9FFC}"/>
              </a:ext>
            </a:extLst>
          </p:cNvPr>
          <p:cNvGraphicFramePr>
            <a:graphicFrameLocks noChangeAspect="1"/>
          </p:cNvGraphicFramePr>
          <p:nvPr>
            <p:extLst>
              <p:ext uri="{D42A27DB-BD31-4B8C-83A1-F6EECF244321}">
                <p14:modId xmlns:p14="http://schemas.microsoft.com/office/powerpoint/2010/main" val="439942742"/>
              </p:ext>
            </p:extLst>
          </p:nvPr>
        </p:nvGraphicFramePr>
        <p:xfrm>
          <a:off x="7779143" y="3149517"/>
          <a:ext cx="525977" cy="495037"/>
        </p:xfrm>
        <a:graphic>
          <a:graphicData uri="http://schemas.openxmlformats.org/presentationml/2006/ole">
            <mc:AlternateContent xmlns:mc="http://schemas.openxmlformats.org/markup-compatibility/2006">
              <mc:Choice xmlns:v="urn:schemas-microsoft-com:vml" Requires="v">
                <p:oleObj name="Equation" r:id="rId41" imgW="215640" imgH="203040" progId="Equation.DSMT4">
                  <p:embed/>
                </p:oleObj>
              </mc:Choice>
              <mc:Fallback>
                <p:oleObj name="Equation" r:id="rId41" imgW="215640" imgH="203040" progId="Equation.DSMT4">
                  <p:embed/>
                  <p:pic>
                    <p:nvPicPr>
                      <p:cNvPr id="0" name=""/>
                      <p:cNvPicPr/>
                      <p:nvPr/>
                    </p:nvPicPr>
                    <p:blipFill>
                      <a:blip r:embed="rId42"/>
                      <a:stretch>
                        <a:fillRect/>
                      </a:stretch>
                    </p:blipFill>
                    <p:spPr>
                      <a:xfrm>
                        <a:off x="7779143" y="3149517"/>
                        <a:ext cx="525977" cy="495037"/>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3BB91D4D-6E43-7524-F5FE-EC76BA0E5F78}"/>
              </a:ext>
            </a:extLst>
          </p:cNvPr>
          <p:cNvGraphicFramePr>
            <a:graphicFrameLocks noChangeAspect="1"/>
          </p:cNvGraphicFramePr>
          <p:nvPr>
            <p:extLst>
              <p:ext uri="{D42A27DB-BD31-4B8C-83A1-F6EECF244321}">
                <p14:modId xmlns:p14="http://schemas.microsoft.com/office/powerpoint/2010/main" val="463752320"/>
              </p:ext>
            </p:extLst>
          </p:nvPr>
        </p:nvGraphicFramePr>
        <p:xfrm>
          <a:off x="8660401" y="3186122"/>
          <a:ext cx="291231" cy="423609"/>
        </p:xfrm>
        <a:graphic>
          <a:graphicData uri="http://schemas.openxmlformats.org/presentationml/2006/ole">
            <mc:AlternateContent xmlns:mc="http://schemas.openxmlformats.org/markup-compatibility/2006">
              <mc:Choice xmlns:v="urn:schemas-microsoft-com:vml" Requires="v">
                <p:oleObj name="Equation" r:id="rId43" imgW="139680" imgH="203040" progId="Equation.DSMT4">
                  <p:embed/>
                </p:oleObj>
              </mc:Choice>
              <mc:Fallback>
                <p:oleObj name="Equation" r:id="rId43" imgW="139680" imgH="203040" progId="Equation.DSMT4">
                  <p:embed/>
                  <p:pic>
                    <p:nvPicPr>
                      <p:cNvPr id="0" name=""/>
                      <p:cNvPicPr/>
                      <p:nvPr/>
                    </p:nvPicPr>
                    <p:blipFill>
                      <a:blip r:embed="rId44"/>
                      <a:stretch>
                        <a:fillRect/>
                      </a:stretch>
                    </p:blipFill>
                    <p:spPr>
                      <a:xfrm>
                        <a:off x="8660401" y="3186122"/>
                        <a:ext cx="291231" cy="423609"/>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CE3E6B54-8BE2-0C21-D08B-2BF737CBD70E}"/>
              </a:ext>
            </a:extLst>
          </p:cNvPr>
          <p:cNvGraphicFramePr>
            <a:graphicFrameLocks noChangeAspect="1"/>
          </p:cNvGraphicFramePr>
          <p:nvPr>
            <p:extLst>
              <p:ext uri="{D42A27DB-BD31-4B8C-83A1-F6EECF244321}">
                <p14:modId xmlns:p14="http://schemas.microsoft.com/office/powerpoint/2010/main" val="27520340"/>
              </p:ext>
            </p:extLst>
          </p:nvPr>
        </p:nvGraphicFramePr>
        <p:xfrm>
          <a:off x="9349878" y="3186123"/>
          <a:ext cx="290004" cy="421824"/>
        </p:xfrm>
        <a:graphic>
          <a:graphicData uri="http://schemas.openxmlformats.org/presentationml/2006/ole">
            <mc:AlternateContent xmlns:mc="http://schemas.openxmlformats.org/markup-compatibility/2006">
              <mc:Choice xmlns:v="urn:schemas-microsoft-com:vml" Requires="v">
                <p:oleObj name="Equation" r:id="rId45" imgW="139680" imgH="203040" progId="Equation.DSMT4">
                  <p:embed/>
                </p:oleObj>
              </mc:Choice>
              <mc:Fallback>
                <p:oleObj name="Equation" r:id="rId45" imgW="139680" imgH="203040" progId="Equation.DSMT4">
                  <p:embed/>
                  <p:pic>
                    <p:nvPicPr>
                      <p:cNvPr id="0" name=""/>
                      <p:cNvPicPr/>
                      <p:nvPr/>
                    </p:nvPicPr>
                    <p:blipFill>
                      <a:blip r:embed="rId46"/>
                      <a:stretch>
                        <a:fillRect/>
                      </a:stretch>
                    </p:blipFill>
                    <p:spPr>
                      <a:xfrm>
                        <a:off x="9349878" y="3186123"/>
                        <a:ext cx="290004" cy="421824"/>
                      </a:xfrm>
                      <a:prstGeom prst="rect">
                        <a:avLst/>
                      </a:prstGeom>
                    </p:spPr>
                  </p:pic>
                </p:oleObj>
              </mc:Fallback>
            </mc:AlternateContent>
          </a:graphicData>
        </a:graphic>
      </p:graphicFrame>
      <p:pic>
        <p:nvPicPr>
          <p:cNvPr id="42" name="图片 41">
            <a:extLst>
              <a:ext uri="{FF2B5EF4-FFF2-40B4-BE49-F238E27FC236}">
                <a16:creationId xmlns:a16="http://schemas.microsoft.com/office/drawing/2014/main" id="{31561057-86F2-EA41-FCC8-A3A55239C1A9}"/>
              </a:ext>
            </a:extLst>
          </p:cNvPr>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2396378" y="4531214"/>
            <a:ext cx="7641918" cy="2058149"/>
          </a:xfrm>
          <a:prstGeom prst="rect">
            <a:avLst/>
          </a:prstGeom>
        </p:spPr>
      </p:pic>
    </p:spTree>
    <p:extLst>
      <p:ext uri="{BB962C8B-B14F-4D97-AF65-F5344CB8AC3E}">
        <p14:creationId xmlns:p14="http://schemas.microsoft.com/office/powerpoint/2010/main" val="1412186890"/>
      </p:ext>
    </p:extLst>
  </p:cSld>
  <p:clrMapOvr>
    <a:masterClrMapping/>
  </p:clrMapOvr>
  <p:transition advTm="18857"/>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4" name="文本框 3">
            <a:extLst>
              <a:ext uri="{FF2B5EF4-FFF2-40B4-BE49-F238E27FC236}">
                <a16:creationId xmlns:a16="http://schemas.microsoft.com/office/drawing/2014/main" id="{E07F038D-86F0-2B61-A454-B3F73227E570}"/>
              </a:ext>
            </a:extLst>
          </p:cNvPr>
          <p:cNvSpPr txBox="1"/>
          <p:nvPr/>
        </p:nvSpPr>
        <p:spPr>
          <a:xfrm>
            <a:off x="204281" y="894946"/>
            <a:ext cx="11478639" cy="2951898"/>
          </a:xfrm>
          <a:prstGeom prst="rect">
            <a:avLst/>
          </a:prstGeom>
          <a:noFill/>
        </p:spPr>
        <p:txBody>
          <a:bodyPr wrap="square">
            <a:spAutoFit/>
          </a:bodyPr>
          <a:lstStyle/>
          <a:p>
            <a:pPr indent="457200" algn="just">
              <a:lnSpc>
                <a:spcPct val="150000"/>
              </a:lnSpc>
              <a:spcBef>
                <a:spcPts val="600"/>
              </a:spcBef>
            </a:pPr>
            <a:r>
              <a:rPr lang="zh-CN" altLang="zh-CN" sz="1800" kern="1000" dirty="0">
                <a:effectLst/>
                <a:latin typeface="微软雅黑" panose="020B0503020204020204" pitchFamily="34" charset="-122"/>
                <a:ea typeface="微软雅黑" panose="020B0503020204020204" pitchFamily="34" charset="-122"/>
              </a:rPr>
              <a:t>其中，第</a:t>
            </a:r>
            <a:r>
              <a:rPr lang="en-US" altLang="zh-CN" sz="1800" kern="1000" dirty="0">
                <a:effectLst/>
                <a:latin typeface="微软雅黑" panose="020B0503020204020204" pitchFamily="34" charset="-122"/>
                <a:ea typeface="微软雅黑" panose="020B0503020204020204" pitchFamily="34" charset="-122"/>
              </a:rPr>
              <a:t>0</a:t>
            </a:r>
            <a:r>
              <a:rPr lang="zh-CN" altLang="zh-CN" sz="1800" kern="1000" dirty="0">
                <a:effectLst/>
                <a:latin typeface="微软雅黑" panose="020B0503020204020204" pitchFamily="34" charset="-122"/>
                <a:ea typeface="微软雅黑" panose="020B0503020204020204" pitchFamily="34" charset="-122"/>
              </a:rPr>
              <a:t>行和第</a:t>
            </a:r>
            <a:r>
              <a:rPr lang="en-US" altLang="zh-CN" sz="1800" kern="1000" dirty="0">
                <a:effectLst/>
                <a:latin typeface="微软雅黑" panose="020B0503020204020204" pitchFamily="34" charset="-122"/>
                <a:ea typeface="微软雅黑" panose="020B0503020204020204" pitchFamily="34" charset="-122"/>
              </a:rPr>
              <a:t>1</a:t>
            </a:r>
            <a:r>
              <a:rPr lang="zh-CN" altLang="zh-CN" sz="1800" kern="1000" dirty="0">
                <a:effectLst/>
                <a:latin typeface="微软雅黑" panose="020B0503020204020204" pitchFamily="34" charset="-122"/>
                <a:ea typeface="微软雅黑" panose="020B0503020204020204" pitchFamily="34" charset="-122"/>
              </a:rPr>
              <a:t>行杆件长度为坐标变换值，允许取负值。</a:t>
            </a:r>
          </a:p>
          <a:p>
            <a:pPr indent="457200" algn="just">
              <a:lnSpc>
                <a:spcPct val="150000"/>
              </a:lnSpc>
            </a:pPr>
            <a:r>
              <a:rPr lang="zh-CN" altLang="zh-CN" sz="1800" kern="1000" dirty="0">
                <a:effectLst/>
                <a:latin typeface="微软雅黑" panose="020B0503020204020204" pitchFamily="34" charset="-122"/>
                <a:ea typeface="微软雅黑" panose="020B0503020204020204" pitchFamily="34" charset="-122"/>
              </a:rPr>
              <a:t>根据</a:t>
            </a:r>
            <a:r>
              <a:rPr lang="en-US" altLang="zh-CN" sz="1800" kern="1000" dirty="0">
                <a:effectLst/>
                <a:latin typeface="微软雅黑" panose="020B0503020204020204" pitchFamily="34" charset="-122"/>
                <a:ea typeface="微软雅黑" panose="020B0503020204020204" pitchFamily="34" charset="-122"/>
              </a:rPr>
              <a:t>D-H</a:t>
            </a:r>
            <a:r>
              <a:rPr lang="zh-CN" altLang="zh-CN" sz="1800" kern="1000" dirty="0">
                <a:effectLst/>
                <a:latin typeface="微软雅黑" panose="020B0503020204020204" pitchFamily="34" charset="-122"/>
                <a:ea typeface="微软雅黑" panose="020B0503020204020204" pitchFamily="34" charset="-122"/>
              </a:rPr>
              <a:t>方法得到的齐次变换矩阵公式，有</a:t>
            </a:r>
            <a:endParaRPr lang="en-US" altLang="zh-CN" sz="1800" kern="1000" dirty="0">
              <a:effectLst/>
              <a:latin typeface="微软雅黑" panose="020B0503020204020204" pitchFamily="34" charset="-122"/>
              <a:ea typeface="微软雅黑" panose="020B0503020204020204" pitchFamily="34" charset="-122"/>
            </a:endParaRPr>
          </a:p>
          <a:p>
            <a:pPr indent="4572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457200"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457200" algn="just">
              <a:lnSpc>
                <a:spcPct val="150000"/>
              </a:lnSpc>
            </a:pPr>
            <a:r>
              <a:rPr lang="zh-CN" altLang="en-US" sz="1800" kern="1000" dirty="0">
                <a:effectLst/>
                <a:latin typeface="微软雅黑" panose="020B0503020204020204" pitchFamily="34" charset="-122"/>
                <a:ea typeface="微软雅黑" panose="020B0503020204020204" pitchFamily="34" charset="-122"/>
              </a:rPr>
              <a:t>在上式中分别代入右前腿的</a:t>
            </a:r>
            <a:r>
              <a:rPr lang="en-US" altLang="zh-CN" sz="1800" kern="1000" dirty="0">
                <a:effectLst/>
                <a:latin typeface="微软雅黑" panose="020B0503020204020204" pitchFamily="34" charset="-122"/>
                <a:ea typeface="微软雅黑" panose="020B0503020204020204" pitchFamily="34" charset="-122"/>
              </a:rPr>
              <a:t>D-H</a:t>
            </a:r>
            <a:r>
              <a:rPr lang="zh-CN" altLang="en-US" sz="1800" kern="1000" dirty="0">
                <a:effectLst/>
                <a:latin typeface="微软雅黑" panose="020B0503020204020204" pitchFamily="34" charset="-122"/>
                <a:ea typeface="微软雅黑" panose="020B0503020204020204" pitchFamily="34" charset="-122"/>
              </a:rPr>
              <a:t>参数：</a:t>
            </a: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43B6CB50-6DAE-9C01-4585-AC75FE061102}"/>
              </a:ext>
            </a:extLst>
          </p:cNvPr>
          <p:cNvGraphicFramePr>
            <a:graphicFrameLocks noChangeAspect="1"/>
          </p:cNvGraphicFramePr>
          <p:nvPr>
            <p:extLst>
              <p:ext uri="{D42A27DB-BD31-4B8C-83A1-F6EECF244321}">
                <p14:modId xmlns:p14="http://schemas.microsoft.com/office/powerpoint/2010/main" val="3782287775"/>
              </p:ext>
            </p:extLst>
          </p:nvPr>
        </p:nvGraphicFramePr>
        <p:xfrm>
          <a:off x="3970776" y="1858049"/>
          <a:ext cx="2656728" cy="1268885"/>
        </p:xfrm>
        <a:graphic>
          <a:graphicData uri="http://schemas.openxmlformats.org/presentationml/2006/ole">
            <mc:AlternateContent xmlns:mc="http://schemas.openxmlformats.org/markup-compatibility/2006">
              <mc:Choice xmlns:v="urn:schemas-microsoft-com:vml" Requires="v">
                <p:oleObj name="Equation" r:id="rId3" imgW="1701720" imgH="812520" progId="Equation.DSMT4">
                  <p:embed/>
                </p:oleObj>
              </mc:Choice>
              <mc:Fallback>
                <p:oleObj name="Equation" r:id="rId3" imgW="1701720" imgH="812520" progId="Equation.DSMT4">
                  <p:embed/>
                  <p:pic>
                    <p:nvPicPr>
                      <p:cNvPr id="0" name=""/>
                      <p:cNvPicPr/>
                      <p:nvPr/>
                    </p:nvPicPr>
                    <p:blipFill>
                      <a:blip r:embed="rId4"/>
                      <a:stretch>
                        <a:fillRect/>
                      </a:stretch>
                    </p:blipFill>
                    <p:spPr>
                      <a:xfrm>
                        <a:off x="3970776" y="1858049"/>
                        <a:ext cx="2656728" cy="126888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2A022F84-680C-C0D2-B062-1D982A8C8AE5}"/>
              </a:ext>
            </a:extLst>
          </p:cNvPr>
          <p:cNvGraphicFramePr>
            <a:graphicFrameLocks noChangeAspect="1"/>
          </p:cNvGraphicFramePr>
          <p:nvPr>
            <p:extLst>
              <p:ext uri="{D42A27DB-BD31-4B8C-83A1-F6EECF244321}">
                <p14:modId xmlns:p14="http://schemas.microsoft.com/office/powerpoint/2010/main" val="2309472406"/>
              </p:ext>
            </p:extLst>
          </p:nvPr>
        </p:nvGraphicFramePr>
        <p:xfrm>
          <a:off x="4700350" y="3284668"/>
          <a:ext cx="2468935" cy="1610738"/>
        </p:xfrm>
        <a:graphic>
          <a:graphicData uri="http://schemas.openxmlformats.org/presentationml/2006/ole">
            <mc:AlternateContent xmlns:mc="http://schemas.openxmlformats.org/markup-compatibility/2006">
              <mc:Choice xmlns:v="urn:schemas-microsoft-com:vml" Requires="v">
                <p:oleObj name="Equation" r:id="rId5" imgW="1244520" imgH="812520" progId="Equation.DSMT4">
                  <p:embed/>
                </p:oleObj>
              </mc:Choice>
              <mc:Fallback>
                <p:oleObj name="Equation" r:id="rId5" imgW="1244520" imgH="812520" progId="Equation.DSMT4">
                  <p:embed/>
                  <p:pic>
                    <p:nvPicPr>
                      <p:cNvPr id="0" name=""/>
                      <p:cNvPicPr/>
                      <p:nvPr/>
                    </p:nvPicPr>
                    <p:blipFill>
                      <a:blip r:embed="rId6"/>
                      <a:stretch>
                        <a:fillRect/>
                      </a:stretch>
                    </p:blipFill>
                    <p:spPr>
                      <a:xfrm>
                        <a:off x="4700350" y="3284668"/>
                        <a:ext cx="2468935" cy="161073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A2E98160-3CA8-C59B-1C3B-551085573110}"/>
              </a:ext>
            </a:extLst>
          </p:cNvPr>
          <p:cNvGraphicFramePr>
            <a:graphicFrameLocks noChangeAspect="1"/>
          </p:cNvGraphicFramePr>
          <p:nvPr>
            <p:extLst>
              <p:ext uri="{D42A27DB-BD31-4B8C-83A1-F6EECF244321}">
                <p14:modId xmlns:p14="http://schemas.microsoft.com/office/powerpoint/2010/main" val="2010833824"/>
              </p:ext>
            </p:extLst>
          </p:nvPr>
        </p:nvGraphicFramePr>
        <p:xfrm>
          <a:off x="634324" y="5075366"/>
          <a:ext cx="2298798" cy="1325433"/>
        </p:xfrm>
        <a:graphic>
          <a:graphicData uri="http://schemas.openxmlformats.org/presentationml/2006/ole">
            <mc:AlternateContent xmlns:mc="http://schemas.openxmlformats.org/markup-compatibility/2006">
              <mc:Choice xmlns:v="urn:schemas-microsoft-com:vml" Requires="v">
                <p:oleObj name="Equation" r:id="rId7" imgW="1409400" imgH="812520" progId="Equation.DSMT4">
                  <p:embed/>
                </p:oleObj>
              </mc:Choice>
              <mc:Fallback>
                <p:oleObj name="Equation" r:id="rId7" imgW="1409400" imgH="812520" progId="Equation.DSMT4">
                  <p:embed/>
                  <p:pic>
                    <p:nvPicPr>
                      <p:cNvPr id="0" name=""/>
                      <p:cNvPicPr/>
                      <p:nvPr/>
                    </p:nvPicPr>
                    <p:blipFill>
                      <a:blip r:embed="rId8"/>
                      <a:stretch>
                        <a:fillRect/>
                      </a:stretch>
                    </p:blipFill>
                    <p:spPr>
                      <a:xfrm>
                        <a:off x="634324" y="5075366"/>
                        <a:ext cx="2298798" cy="132543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E4C0DAEA-534A-A973-57CD-C517DFC77B9B}"/>
              </a:ext>
            </a:extLst>
          </p:cNvPr>
          <p:cNvGraphicFramePr>
            <a:graphicFrameLocks noChangeAspect="1"/>
          </p:cNvGraphicFramePr>
          <p:nvPr>
            <p:extLst>
              <p:ext uri="{D42A27DB-BD31-4B8C-83A1-F6EECF244321}">
                <p14:modId xmlns:p14="http://schemas.microsoft.com/office/powerpoint/2010/main" val="153910639"/>
              </p:ext>
            </p:extLst>
          </p:nvPr>
        </p:nvGraphicFramePr>
        <p:xfrm>
          <a:off x="3258766" y="5142393"/>
          <a:ext cx="2162884" cy="1258405"/>
        </p:xfrm>
        <a:graphic>
          <a:graphicData uri="http://schemas.openxmlformats.org/presentationml/2006/ole">
            <mc:AlternateContent xmlns:mc="http://schemas.openxmlformats.org/markup-compatibility/2006">
              <mc:Choice xmlns:v="urn:schemas-microsoft-com:vml" Requires="v">
                <p:oleObj name="Equation" r:id="rId9" imgW="1396800" imgH="812520" progId="Equation.DSMT4">
                  <p:embed/>
                </p:oleObj>
              </mc:Choice>
              <mc:Fallback>
                <p:oleObj name="Equation" r:id="rId9" imgW="1396800" imgH="812520" progId="Equation.DSMT4">
                  <p:embed/>
                  <p:pic>
                    <p:nvPicPr>
                      <p:cNvPr id="0" name=""/>
                      <p:cNvPicPr/>
                      <p:nvPr/>
                    </p:nvPicPr>
                    <p:blipFill>
                      <a:blip r:embed="rId10"/>
                      <a:stretch>
                        <a:fillRect/>
                      </a:stretch>
                    </p:blipFill>
                    <p:spPr>
                      <a:xfrm>
                        <a:off x="3258766" y="5142393"/>
                        <a:ext cx="2162884" cy="125840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4C47543-5274-C971-7463-05C026142B55}"/>
              </a:ext>
            </a:extLst>
          </p:cNvPr>
          <p:cNvGraphicFramePr>
            <a:graphicFrameLocks noChangeAspect="1"/>
          </p:cNvGraphicFramePr>
          <p:nvPr>
            <p:extLst>
              <p:ext uri="{D42A27DB-BD31-4B8C-83A1-F6EECF244321}">
                <p14:modId xmlns:p14="http://schemas.microsoft.com/office/powerpoint/2010/main" val="2174947185"/>
              </p:ext>
            </p:extLst>
          </p:nvPr>
        </p:nvGraphicFramePr>
        <p:xfrm>
          <a:off x="5747294" y="5150254"/>
          <a:ext cx="2051674" cy="1250544"/>
        </p:xfrm>
        <a:graphic>
          <a:graphicData uri="http://schemas.openxmlformats.org/presentationml/2006/ole">
            <mc:AlternateContent xmlns:mc="http://schemas.openxmlformats.org/markup-compatibility/2006">
              <mc:Choice xmlns:v="urn:schemas-microsoft-com:vml" Requires="v">
                <p:oleObj name="Equation" r:id="rId11" imgW="1333440" imgH="812520" progId="Equation.DSMT4">
                  <p:embed/>
                </p:oleObj>
              </mc:Choice>
              <mc:Fallback>
                <p:oleObj name="Equation" r:id="rId11" imgW="1333440" imgH="812520" progId="Equation.DSMT4">
                  <p:embed/>
                  <p:pic>
                    <p:nvPicPr>
                      <p:cNvPr id="0" name=""/>
                      <p:cNvPicPr/>
                      <p:nvPr/>
                    </p:nvPicPr>
                    <p:blipFill>
                      <a:blip r:embed="rId12"/>
                      <a:stretch>
                        <a:fillRect/>
                      </a:stretch>
                    </p:blipFill>
                    <p:spPr>
                      <a:xfrm>
                        <a:off x="5747294" y="5150254"/>
                        <a:ext cx="2051674" cy="1250544"/>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8C2F0D7-0AB7-20D0-F6A5-8C7D434EA03F}"/>
              </a:ext>
            </a:extLst>
          </p:cNvPr>
          <p:cNvGraphicFramePr>
            <a:graphicFrameLocks noChangeAspect="1"/>
          </p:cNvGraphicFramePr>
          <p:nvPr>
            <p:extLst>
              <p:ext uri="{D42A27DB-BD31-4B8C-83A1-F6EECF244321}">
                <p14:modId xmlns:p14="http://schemas.microsoft.com/office/powerpoint/2010/main" val="580315207"/>
              </p:ext>
            </p:extLst>
          </p:nvPr>
        </p:nvGraphicFramePr>
        <p:xfrm>
          <a:off x="8124611" y="5150254"/>
          <a:ext cx="1797657" cy="1250544"/>
        </p:xfrm>
        <a:graphic>
          <a:graphicData uri="http://schemas.openxmlformats.org/presentationml/2006/ole">
            <mc:AlternateContent xmlns:mc="http://schemas.openxmlformats.org/markup-compatibility/2006">
              <mc:Choice xmlns:v="urn:schemas-microsoft-com:vml" Requires="v">
                <p:oleObj name="Equation" r:id="rId13" imgW="1168200" imgH="812520" progId="Equation.DSMT4">
                  <p:embed/>
                </p:oleObj>
              </mc:Choice>
              <mc:Fallback>
                <p:oleObj name="Equation" r:id="rId13" imgW="1168200" imgH="812520" progId="Equation.DSMT4">
                  <p:embed/>
                  <p:pic>
                    <p:nvPicPr>
                      <p:cNvPr id="0" name=""/>
                      <p:cNvPicPr/>
                      <p:nvPr/>
                    </p:nvPicPr>
                    <p:blipFill>
                      <a:blip r:embed="rId14"/>
                      <a:stretch>
                        <a:fillRect/>
                      </a:stretch>
                    </p:blipFill>
                    <p:spPr>
                      <a:xfrm>
                        <a:off x="8124611" y="5150254"/>
                        <a:ext cx="1797657" cy="1250544"/>
                      </a:xfrm>
                      <a:prstGeom prst="rect">
                        <a:avLst/>
                      </a:prstGeom>
                    </p:spPr>
                  </p:pic>
                </p:oleObj>
              </mc:Fallback>
            </mc:AlternateContent>
          </a:graphicData>
        </a:graphic>
      </p:graphicFrame>
    </p:spTree>
    <p:extLst>
      <p:ext uri="{BB962C8B-B14F-4D97-AF65-F5344CB8AC3E}">
        <p14:creationId xmlns:p14="http://schemas.microsoft.com/office/powerpoint/2010/main" val="3926378792"/>
      </p:ext>
    </p:extLst>
  </p:cSld>
  <p:clrMapOvr>
    <a:masterClrMapping/>
  </p:clrMapOvr>
  <p:transition advTm="18857"/>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4" name="文本框 3">
            <a:extLst>
              <a:ext uri="{FF2B5EF4-FFF2-40B4-BE49-F238E27FC236}">
                <a16:creationId xmlns:a16="http://schemas.microsoft.com/office/drawing/2014/main" id="{55C2AFB9-6A20-12D6-02F6-0C964CCC6447}"/>
              </a:ext>
            </a:extLst>
          </p:cNvPr>
          <p:cNvSpPr txBox="1"/>
          <p:nvPr/>
        </p:nvSpPr>
        <p:spPr>
          <a:xfrm>
            <a:off x="327582" y="977584"/>
            <a:ext cx="11295667" cy="4198393"/>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相对于躯干固连坐标系的右前腿足端末端位姿矩阵为</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从而有</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得到</a:t>
            </a: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0967A2D3-4AE6-B8FF-E348-DFD6BCA53F95}"/>
              </a:ext>
            </a:extLst>
          </p:cNvPr>
          <p:cNvGraphicFramePr>
            <a:graphicFrameLocks noChangeAspect="1"/>
          </p:cNvGraphicFramePr>
          <p:nvPr>
            <p:extLst>
              <p:ext uri="{D42A27DB-BD31-4B8C-83A1-F6EECF244321}">
                <p14:modId xmlns:p14="http://schemas.microsoft.com/office/powerpoint/2010/main" val="1462401876"/>
              </p:ext>
            </p:extLst>
          </p:nvPr>
        </p:nvGraphicFramePr>
        <p:xfrm>
          <a:off x="514039" y="1541608"/>
          <a:ext cx="10924954" cy="1564199"/>
        </p:xfrm>
        <a:graphic>
          <a:graphicData uri="http://schemas.openxmlformats.org/presentationml/2006/ole">
            <mc:AlternateContent xmlns:mc="http://schemas.openxmlformats.org/markup-compatibility/2006">
              <mc:Choice xmlns:v="urn:schemas-microsoft-com:vml" Requires="v">
                <p:oleObj name="Equation" r:id="rId3" imgW="5676840" imgH="812520" progId="Equation.DSMT4">
                  <p:embed/>
                </p:oleObj>
              </mc:Choice>
              <mc:Fallback>
                <p:oleObj name="Equation" r:id="rId3" imgW="5676840" imgH="812520" progId="Equation.DSMT4">
                  <p:embed/>
                  <p:pic>
                    <p:nvPicPr>
                      <p:cNvPr id="0" name=""/>
                      <p:cNvPicPr/>
                      <p:nvPr/>
                    </p:nvPicPr>
                    <p:blipFill>
                      <a:blip r:embed="rId4"/>
                      <a:stretch>
                        <a:fillRect/>
                      </a:stretch>
                    </p:blipFill>
                    <p:spPr>
                      <a:xfrm>
                        <a:off x="514039" y="1541608"/>
                        <a:ext cx="10924954" cy="156419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00B9184-2E7F-F6C0-F2FF-9E49090ED6D3}"/>
              </a:ext>
            </a:extLst>
          </p:cNvPr>
          <p:cNvGraphicFramePr>
            <a:graphicFrameLocks noChangeAspect="1"/>
          </p:cNvGraphicFramePr>
          <p:nvPr>
            <p:extLst>
              <p:ext uri="{D42A27DB-BD31-4B8C-83A1-F6EECF244321}">
                <p14:modId xmlns:p14="http://schemas.microsoft.com/office/powerpoint/2010/main" val="2510876538"/>
              </p:ext>
            </p:extLst>
          </p:nvPr>
        </p:nvGraphicFramePr>
        <p:xfrm>
          <a:off x="3211726" y="3302245"/>
          <a:ext cx="3407078" cy="1166059"/>
        </p:xfrm>
        <a:graphic>
          <a:graphicData uri="http://schemas.openxmlformats.org/presentationml/2006/ole">
            <mc:AlternateContent xmlns:mc="http://schemas.openxmlformats.org/markup-compatibility/2006">
              <mc:Choice xmlns:v="urn:schemas-microsoft-com:vml" Requires="v">
                <p:oleObj name="Equation" r:id="rId5" imgW="2374560" imgH="812520" progId="Equation.DSMT4">
                  <p:embed/>
                </p:oleObj>
              </mc:Choice>
              <mc:Fallback>
                <p:oleObj name="Equation" r:id="rId5" imgW="2374560" imgH="812520" progId="Equation.DSMT4">
                  <p:embed/>
                  <p:pic>
                    <p:nvPicPr>
                      <p:cNvPr id="0" name=""/>
                      <p:cNvPicPr/>
                      <p:nvPr/>
                    </p:nvPicPr>
                    <p:blipFill>
                      <a:blip r:embed="rId6"/>
                      <a:stretch>
                        <a:fillRect/>
                      </a:stretch>
                    </p:blipFill>
                    <p:spPr>
                      <a:xfrm>
                        <a:off x="3211726" y="3302245"/>
                        <a:ext cx="3407078" cy="116605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EFBB0D8-27D7-594F-5ACD-4990B1B43B4F}"/>
              </a:ext>
            </a:extLst>
          </p:cNvPr>
          <p:cNvGraphicFramePr>
            <a:graphicFrameLocks noChangeAspect="1"/>
          </p:cNvGraphicFramePr>
          <p:nvPr>
            <p:extLst>
              <p:ext uri="{D42A27DB-BD31-4B8C-83A1-F6EECF244321}">
                <p14:modId xmlns:p14="http://schemas.microsoft.com/office/powerpoint/2010/main" val="1491395075"/>
              </p:ext>
            </p:extLst>
          </p:nvPr>
        </p:nvGraphicFramePr>
        <p:xfrm>
          <a:off x="3123413" y="4963046"/>
          <a:ext cx="4082265" cy="1041828"/>
        </p:xfrm>
        <a:graphic>
          <a:graphicData uri="http://schemas.openxmlformats.org/presentationml/2006/ole">
            <mc:AlternateContent xmlns:mc="http://schemas.openxmlformats.org/markup-compatibility/2006">
              <mc:Choice xmlns:v="urn:schemas-microsoft-com:vml" Requires="v">
                <p:oleObj name="Equation" r:id="rId7" imgW="2438280" imgH="622080" progId="Equation.DSMT4">
                  <p:embed/>
                </p:oleObj>
              </mc:Choice>
              <mc:Fallback>
                <p:oleObj name="Equation" r:id="rId7" imgW="2438280" imgH="622080" progId="Equation.DSMT4">
                  <p:embed/>
                  <p:pic>
                    <p:nvPicPr>
                      <p:cNvPr id="0" name=""/>
                      <p:cNvPicPr/>
                      <p:nvPr/>
                    </p:nvPicPr>
                    <p:blipFill>
                      <a:blip r:embed="rId8"/>
                      <a:stretch>
                        <a:fillRect/>
                      </a:stretch>
                    </p:blipFill>
                    <p:spPr>
                      <a:xfrm>
                        <a:off x="3123413" y="4963046"/>
                        <a:ext cx="4082265" cy="1041828"/>
                      </a:xfrm>
                      <a:prstGeom prst="rect">
                        <a:avLst/>
                      </a:prstGeom>
                    </p:spPr>
                  </p:pic>
                </p:oleObj>
              </mc:Fallback>
            </mc:AlternateContent>
          </a:graphicData>
        </a:graphic>
      </p:graphicFrame>
    </p:spTree>
    <p:extLst>
      <p:ext uri="{BB962C8B-B14F-4D97-AF65-F5344CB8AC3E}">
        <p14:creationId xmlns:p14="http://schemas.microsoft.com/office/powerpoint/2010/main" val="2451920945"/>
      </p:ext>
    </p:extLst>
  </p:cSld>
  <p:clrMapOvr>
    <a:masterClrMapping/>
  </p:clrMapOvr>
  <p:transition advTm="18857"/>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graphicFrame>
        <p:nvGraphicFramePr>
          <p:cNvPr id="2" name="对象 1">
            <a:extLst>
              <a:ext uri="{FF2B5EF4-FFF2-40B4-BE49-F238E27FC236}">
                <a16:creationId xmlns:a16="http://schemas.microsoft.com/office/drawing/2014/main" id="{C4A55660-47E3-34C2-2CBC-1A47DD941D78}"/>
              </a:ext>
            </a:extLst>
          </p:cNvPr>
          <p:cNvGraphicFramePr>
            <a:graphicFrameLocks noChangeAspect="1"/>
          </p:cNvGraphicFramePr>
          <p:nvPr>
            <p:extLst>
              <p:ext uri="{D42A27DB-BD31-4B8C-83A1-F6EECF244321}">
                <p14:modId xmlns:p14="http://schemas.microsoft.com/office/powerpoint/2010/main" val="722593690"/>
              </p:ext>
            </p:extLst>
          </p:nvPr>
        </p:nvGraphicFramePr>
        <p:xfrm>
          <a:off x="2904241" y="1062561"/>
          <a:ext cx="4750324" cy="1020903"/>
        </p:xfrm>
        <a:graphic>
          <a:graphicData uri="http://schemas.openxmlformats.org/presentationml/2006/ole">
            <mc:AlternateContent xmlns:mc="http://schemas.openxmlformats.org/markup-compatibility/2006">
              <mc:Choice xmlns:v="urn:schemas-microsoft-com:vml" Requires="v">
                <p:oleObj name="Equation" r:id="rId3" imgW="2895480" imgH="622080" progId="Equation.DSMT4">
                  <p:embed/>
                </p:oleObj>
              </mc:Choice>
              <mc:Fallback>
                <p:oleObj name="Equation" r:id="rId3" imgW="2895480" imgH="622080" progId="Equation.DSMT4">
                  <p:embed/>
                  <p:pic>
                    <p:nvPicPr>
                      <p:cNvPr id="0" name=""/>
                      <p:cNvPicPr/>
                      <p:nvPr/>
                    </p:nvPicPr>
                    <p:blipFill>
                      <a:blip r:embed="rId4"/>
                      <a:stretch>
                        <a:fillRect/>
                      </a:stretch>
                    </p:blipFill>
                    <p:spPr>
                      <a:xfrm>
                        <a:off x="2904241" y="1062561"/>
                        <a:ext cx="4750324" cy="1020903"/>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BEAC658F-3E8A-7EFE-BD3F-92E03316D561}"/>
              </a:ext>
            </a:extLst>
          </p:cNvPr>
          <p:cNvSpPr txBox="1"/>
          <p:nvPr/>
        </p:nvSpPr>
        <p:spPr>
          <a:xfrm>
            <a:off x="414779" y="2137842"/>
            <a:ext cx="10925666" cy="2536400"/>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把</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改成实际机器人系统使用的角度，定义新的</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，为机器人使用的角度值，则有</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将足端末端的坐标      化简，可以得到</a:t>
            </a:r>
          </a:p>
          <a:p>
            <a:pPr indent="269875" algn="just">
              <a:lnSpc>
                <a:spcPct val="150000"/>
              </a:lnSpc>
            </a:pP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A5C07E53-8F3D-32D1-F906-3F64E2424C59}"/>
              </a:ext>
            </a:extLst>
          </p:cNvPr>
          <p:cNvGraphicFramePr>
            <a:graphicFrameLocks noChangeAspect="1"/>
          </p:cNvGraphicFramePr>
          <p:nvPr>
            <p:extLst>
              <p:ext uri="{D42A27DB-BD31-4B8C-83A1-F6EECF244321}">
                <p14:modId xmlns:p14="http://schemas.microsoft.com/office/powerpoint/2010/main" val="1479388336"/>
              </p:ext>
            </p:extLst>
          </p:nvPr>
        </p:nvGraphicFramePr>
        <p:xfrm>
          <a:off x="1086504" y="2230056"/>
          <a:ext cx="252102" cy="366694"/>
        </p:xfrm>
        <a:graphic>
          <a:graphicData uri="http://schemas.openxmlformats.org/presentationml/2006/ole">
            <mc:AlternateContent xmlns:mc="http://schemas.openxmlformats.org/markup-compatibility/2006">
              <mc:Choice xmlns:v="urn:schemas-microsoft-com:vml" Requires="v">
                <p:oleObj name="Equation" r:id="rId5" imgW="139680" imgH="203040" progId="Equation.DSMT4">
                  <p:embed/>
                </p:oleObj>
              </mc:Choice>
              <mc:Fallback>
                <p:oleObj name="Equation" r:id="rId5" imgW="139680" imgH="203040" progId="Equation.DSMT4">
                  <p:embed/>
                  <p:pic>
                    <p:nvPicPr>
                      <p:cNvPr id="0" name=""/>
                      <p:cNvPicPr/>
                      <p:nvPr/>
                    </p:nvPicPr>
                    <p:blipFill>
                      <a:blip r:embed="rId6"/>
                      <a:stretch>
                        <a:fillRect/>
                      </a:stretch>
                    </p:blipFill>
                    <p:spPr>
                      <a:xfrm>
                        <a:off x="1086504" y="2230056"/>
                        <a:ext cx="252102" cy="36669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114F947D-6091-91F8-8471-CD0A352D85BE}"/>
              </a:ext>
            </a:extLst>
          </p:cNvPr>
          <p:cNvGraphicFramePr>
            <a:graphicFrameLocks noChangeAspect="1"/>
          </p:cNvGraphicFramePr>
          <p:nvPr>
            <p:extLst>
              <p:ext uri="{D42A27DB-BD31-4B8C-83A1-F6EECF244321}">
                <p14:modId xmlns:p14="http://schemas.microsoft.com/office/powerpoint/2010/main" val="1083885062"/>
              </p:ext>
            </p:extLst>
          </p:nvPr>
        </p:nvGraphicFramePr>
        <p:xfrm>
          <a:off x="5877612" y="2274833"/>
          <a:ext cx="252102" cy="336136"/>
        </p:xfrm>
        <a:graphic>
          <a:graphicData uri="http://schemas.openxmlformats.org/presentationml/2006/ole">
            <mc:AlternateContent xmlns:mc="http://schemas.openxmlformats.org/markup-compatibility/2006">
              <mc:Choice xmlns:v="urn:schemas-microsoft-com:vml" Requires="v">
                <p:oleObj name="Equation" r:id="rId7" imgW="152280" imgH="203040" progId="Equation.DSMT4">
                  <p:embed/>
                </p:oleObj>
              </mc:Choice>
              <mc:Fallback>
                <p:oleObj name="Equation" r:id="rId7" imgW="152280" imgH="203040" progId="Equation.DSMT4">
                  <p:embed/>
                  <p:pic>
                    <p:nvPicPr>
                      <p:cNvPr id="0" name=""/>
                      <p:cNvPicPr/>
                      <p:nvPr/>
                    </p:nvPicPr>
                    <p:blipFill>
                      <a:blip r:embed="rId8"/>
                      <a:stretch>
                        <a:fillRect/>
                      </a:stretch>
                    </p:blipFill>
                    <p:spPr>
                      <a:xfrm>
                        <a:off x="5877612" y="2274833"/>
                        <a:ext cx="252102" cy="33613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13F0536-50B8-C80D-AC08-054E0B757AF6}"/>
              </a:ext>
            </a:extLst>
          </p:cNvPr>
          <p:cNvGraphicFramePr>
            <a:graphicFrameLocks noChangeAspect="1"/>
          </p:cNvGraphicFramePr>
          <p:nvPr>
            <p:extLst>
              <p:ext uri="{D42A27DB-BD31-4B8C-83A1-F6EECF244321}">
                <p14:modId xmlns:p14="http://schemas.microsoft.com/office/powerpoint/2010/main" val="4038358200"/>
              </p:ext>
            </p:extLst>
          </p:nvPr>
        </p:nvGraphicFramePr>
        <p:xfrm>
          <a:off x="9658874" y="2274832"/>
          <a:ext cx="1106590" cy="321917"/>
        </p:xfrm>
        <a:graphic>
          <a:graphicData uri="http://schemas.openxmlformats.org/presentationml/2006/ole">
            <mc:AlternateContent xmlns:mc="http://schemas.openxmlformats.org/markup-compatibility/2006">
              <mc:Choice xmlns:v="urn:schemas-microsoft-com:vml" Requires="v">
                <p:oleObj name="Equation" r:id="rId9" imgW="698400" imgH="203040" progId="Equation.DSMT4">
                  <p:embed/>
                </p:oleObj>
              </mc:Choice>
              <mc:Fallback>
                <p:oleObj name="Equation" r:id="rId9" imgW="698400" imgH="203040" progId="Equation.DSMT4">
                  <p:embed/>
                  <p:pic>
                    <p:nvPicPr>
                      <p:cNvPr id="0" name=""/>
                      <p:cNvPicPr/>
                      <p:nvPr/>
                    </p:nvPicPr>
                    <p:blipFill>
                      <a:blip r:embed="rId10"/>
                      <a:stretch>
                        <a:fillRect/>
                      </a:stretch>
                    </p:blipFill>
                    <p:spPr>
                      <a:xfrm>
                        <a:off x="9658874" y="2274832"/>
                        <a:ext cx="1106590" cy="32191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AABE722-F567-A0A0-771C-1C9E03D28B7E}"/>
              </a:ext>
            </a:extLst>
          </p:cNvPr>
          <p:cNvGraphicFramePr>
            <a:graphicFrameLocks noChangeAspect="1"/>
          </p:cNvGraphicFramePr>
          <p:nvPr>
            <p:extLst>
              <p:ext uri="{D42A27DB-BD31-4B8C-83A1-F6EECF244321}">
                <p14:modId xmlns:p14="http://schemas.microsoft.com/office/powerpoint/2010/main" val="129059392"/>
              </p:ext>
            </p:extLst>
          </p:nvPr>
        </p:nvGraphicFramePr>
        <p:xfrm>
          <a:off x="3234113" y="2806700"/>
          <a:ext cx="4397925" cy="945168"/>
        </p:xfrm>
        <a:graphic>
          <a:graphicData uri="http://schemas.openxmlformats.org/presentationml/2006/ole">
            <mc:AlternateContent xmlns:mc="http://schemas.openxmlformats.org/markup-compatibility/2006">
              <mc:Choice xmlns:v="urn:schemas-microsoft-com:vml" Requires="v">
                <p:oleObj name="Equation" r:id="rId11" imgW="2895480" imgH="622080" progId="Equation.DSMT4">
                  <p:embed/>
                </p:oleObj>
              </mc:Choice>
              <mc:Fallback>
                <p:oleObj name="Equation" r:id="rId11" imgW="2895480" imgH="622080" progId="Equation.DSMT4">
                  <p:embed/>
                  <p:pic>
                    <p:nvPicPr>
                      <p:cNvPr id="0" name=""/>
                      <p:cNvPicPr/>
                      <p:nvPr/>
                    </p:nvPicPr>
                    <p:blipFill>
                      <a:blip r:embed="rId12"/>
                      <a:stretch>
                        <a:fillRect/>
                      </a:stretch>
                    </p:blipFill>
                    <p:spPr>
                      <a:xfrm>
                        <a:off x="3234113" y="2806700"/>
                        <a:ext cx="4397925" cy="945168"/>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96F067B-F35F-A400-9A17-0BE0EA133F37}"/>
              </a:ext>
            </a:extLst>
          </p:cNvPr>
          <p:cNvGraphicFramePr>
            <a:graphicFrameLocks noChangeAspect="1"/>
          </p:cNvGraphicFramePr>
          <p:nvPr>
            <p:extLst>
              <p:ext uri="{D42A27DB-BD31-4B8C-83A1-F6EECF244321}">
                <p14:modId xmlns:p14="http://schemas.microsoft.com/office/powerpoint/2010/main" val="3789757157"/>
              </p:ext>
            </p:extLst>
          </p:nvPr>
        </p:nvGraphicFramePr>
        <p:xfrm>
          <a:off x="2618294" y="3869687"/>
          <a:ext cx="305586" cy="305586"/>
        </p:xfrm>
        <a:graphic>
          <a:graphicData uri="http://schemas.openxmlformats.org/presentationml/2006/ole">
            <mc:AlternateContent xmlns:mc="http://schemas.openxmlformats.org/markup-compatibility/2006">
              <mc:Choice xmlns:v="urn:schemas-microsoft-com:vml" Requires="v">
                <p:oleObj name="Equation" r:id="rId13" imgW="152280" imgH="152280" progId="Equation.DSMT4">
                  <p:embed/>
                </p:oleObj>
              </mc:Choice>
              <mc:Fallback>
                <p:oleObj name="Equation" r:id="rId13" imgW="152280" imgH="152280" progId="Equation.DSMT4">
                  <p:embed/>
                  <p:pic>
                    <p:nvPicPr>
                      <p:cNvPr id="0" name=""/>
                      <p:cNvPicPr/>
                      <p:nvPr/>
                    </p:nvPicPr>
                    <p:blipFill>
                      <a:blip r:embed="rId14"/>
                      <a:stretch>
                        <a:fillRect/>
                      </a:stretch>
                    </p:blipFill>
                    <p:spPr>
                      <a:xfrm>
                        <a:off x="2618294" y="3869687"/>
                        <a:ext cx="305586" cy="305586"/>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CF5EA486-7514-DEF5-604E-D24A8CE8A1E9}"/>
              </a:ext>
            </a:extLst>
          </p:cNvPr>
          <p:cNvGraphicFramePr>
            <a:graphicFrameLocks noChangeAspect="1"/>
          </p:cNvGraphicFramePr>
          <p:nvPr>
            <p:extLst>
              <p:ext uri="{D42A27DB-BD31-4B8C-83A1-F6EECF244321}">
                <p14:modId xmlns:p14="http://schemas.microsoft.com/office/powerpoint/2010/main" val="2313494325"/>
              </p:ext>
            </p:extLst>
          </p:nvPr>
        </p:nvGraphicFramePr>
        <p:xfrm>
          <a:off x="3373493" y="4420726"/>
          <a:ext cx="3811819" cy="1020651"/>
        </p:xfrm>
        <a:graphic>
          <a:graphicData uri="http://schemas.openxmlformats.org/presentationml/2006/ole">
            <mc:AlternateContent xmlns:mc="http://schemas.openxmlformats.org/markup-compatibility/2006">
              <mc:Choice xmlns:v="urn:schemas-microsoft-com:vml" Requires="v">
                <p:oleObj name="Equation" r:id="rId15" imgW="2323800" imgH="622080" progId="Equation.DSMT4">
                  <p:embed/>
                </p:oleObj>
              </mc:Choice>
              <mc:Fallback>
                <p:oleObj name="Equation" r:id="rId15" imgW="2323800" imgH="622080" progId="Equation.DSMT4">
                  <p:embed/>
                  <p:pic>
                    <p:nvPicPr>
                      <p:cNvPr id="0" name=""/>
                      <p:cNvPicPr/>
                      <p:nvPr/>
                    </p:nvPicPr>
                    <p:blipFill>
                      <a:blip r:embed="rId16"/>
                      <a:stretch>
                        <a:fillRect/>
                      </a:stretch>
                    </p:blipFill>
                    <p:spPr>
                      <a:xfrm>
                        <a:off x="3373493" y="4420726"/>
                        <a:ext cx="3811819" cy="1020651"/>
                      </a:xfrm>
                      <a:prstGeom prst="rect">
                        <a:avLst/>
                      </a:prstGeom>
                    </p:spPr>
                  </p:pic>
                </p:oleObj>
              </mc:Fallback>
            </mc:AlternateContent>
          </a:graphicData>
        </a:graphic>
      </p:graphicFrame>
    </p:spTree>
    <p:extLst>
      <p:ext uri="{BB962C8B-B14F-4D97-AF65-F5344CB8AC3E}">
        <p14:creationId xmlns:p14="http://schemas.microsoft.com/office/powerpoint/2010/main" val="3096226958"/>
      </p:ext>
    </p:extLst>
  </p:cSld>
  <p:clrMapOvr>
    <a:masterClrMapping/>
  </p:clrMapOvr>
  <p:transition advTm="18857"/>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3" name="文本框 2">
            <a:extLst>
              <a:ext uri="{FF2B5EF4-FFF2-40B4-BE49-F238E27FC236}">
                <a16:creationId xmlns:a16="http://schemas.microsoft.com/office/drawing/2014/main" id="{57E891AE-2376-CBD0-5329-AC908FF7DDE4}"/>
              </a:ext>
            </a:extLst>
          </p:cNvPr>
          <p:cNvSpPr txBox="1"/>
          <p:nvPr/>
        </p:nvSpPr>
        <p:spPr>
          <a:xfrm>
            <a:off x="378643" y="933254"/>
            <a:ext cx="11434714" cy="4198393"/>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雅可比</a:t>
            </a:r>
            <a:r>
              <a:rPr lang="en-US" altLang="zh-CN" dirty="0">
                <a:latin typeface="微软雅黑" panose="020B0503020204020204" pitchFamily="34" charset="-122"/>
                <a:ea typeface="微软雅黑" panose="020B0503020204020204" pitchFamily="34" charset="-122"/>
              </a:rPr>
              <a:t>(Jacobian)</a:t>
            </a:r>
            <a:r>
              <a:rPr lang="zh-CN" altLang="en-US" dirty="0">
                <a:latin typeface="微软雅黑" panose="020B0503020204020204" pitchFamily="34" charset="-122"/>
                <a:ea typeface="微软雅黑" panose="020B0503020204020204" pitchFamily="34" charset="-122"/>
              </a:rPr>
              <a:t>矩阵的推导过程如下。</a:t>
            </a:r>
          </a:p>
          <a:p>
            <a:pPr algn="just">
              <a:lnSpc>
                <a:spcPct val="150000"/>
              </a:lnSpc>
            </a:pPr>
            <a:r>
              <a:rPr lang="zh-CN" altLang="en-US" dirty="0">
                <a:latin typeface="微软雅黑" panose="020B0503020204020204" pitchFamily="34" charset="-122"/>
                <a:ea typeface="微软雅黑" panose="020B0503020204020204" pitchFamily="34" charset="-122"/>
              </a:rPr>
              <a:t>对式</a:t>
            </a:r>
            <a:r>
              <a:rPr lang="en-US" altLang="zh-CN" dirty="0">
                <a:latin typeface="微软雅黑" panose="020B0503020204020204" pitchFamily="34" charset="-122"/>
                <a:ea typeface="微软雅黑" panose="020B0503020204020204" pitchFamily="34" charset="-122"/>
              </a:rPr>
              <a:t>(2.38)</a:t>
            </a:r>
            <a:r>
              <a:rPr lang="zh-CN" altLang="en-US" dirty="0">
                <a:latin typeface="微软雅黑" panose="020B0503020204020204" pitchFamily="34" charset="-122"/>
                <a:ea typeface="微软雅黑" panose="020B0503020204020204" pitchFamily="34" charset="-122"/>
              </a:rPr>
              <a:t>进行时间微分，得到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将式</a:t>
            </a:r>
            <a:r>
              <a:rPr lang="en-US" altLang="zh-CN" dirty="0">
                <a:latin typeface="微软雅黑" panose="020B0503020204020204" pitchFamily="34" charset="-122"/>
                <a:ea typeface="微软雅黑" panose="020B0503020204020204" pitchFamily="34" charset="-122"/>
              </a:rPr>
              <a:t>(2.39)</a:t>
            </a:r>
            <a:r>
              <a:rPr lang="zh-CN" altLang="en-US" dirty="0">
                <a:latin typeface="微软雅黑" panose="020B0503020204020204" pitchFamily="34" charset="-122"/>
                <a:ea typeface="微软雅黑" panose="020B0503020204020204" pitchFamily="34" charset="-122"/>
              </a:rPr>
              <a:t>整理成矩阵形式，得到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其中</a:t>
            </a:r>
            <a:endParaRPr lang="en-US" altLang="zh-CN" dirty="0">
              <a:latin typeface="微软雅黑" panose="020B0503020204020204" pitchFamily="34" charset="-122"/>
              <a:ea typeface="微软雅黑" panose="020B0503020204020204" pitchFamily="34" charset="-122"/>
            </a:endParaRPr>
          </a:p>
        </p:txBody>
      </p:sp>
      <p:graphicFrame>
        <p:nvGraphicFramePr>
          <p:cNvPr id="4" name="对象 3">
            <a:extLst>
              <a:ext uri="{FF2B5EF4-FFF2-40B4-BE49-F238E27FC236}">
                <a16:creationId xmlns:a16="http://schemas.microsoft.com/office/drawing/2014/main" id="{16E716F1-E146-50E3-2426-729DAE5ED779}"/>
              </a:ext>
            </a:extLst>
          </p:cNvPr>
          <p:cNvGraphicFramePr>
            <a:graphicFrameLocks noChangeAspect="1"/>
          </p:cNvGraphicFramePr>
          <p:nvPr>
            <p:extLst>
              <p:ext uri="{D42A27DB-BD31-4B8C-83A1-F6EECF244321}">
                <p14:modId xmlns:p14="http://schemas.microsoft.com/office/powerpoint/2010/main" val="4162409441"/>
              </p:ext>
            </p:extLst>
          </p:nvPr>
        </p:nvGraphicFramePr>
        <p:xfrm>
          <a:off x="3448640" y="1807661"/>
          <a:ext cx="2848465" cy="403533"/>
        </p:xfrm>
        <a:graphic>
          <a:graphicData uri="http://schemas.openxmlformats.org/presentationml/2006/ole">
            <mc:AlternateContent xmlns:mc="http://schemas.openxmlformats.org/markup-compatibility/2006">
              <mc:Choice xmlns:v="urn:schemas-microsoft-com:vml" Requires="v">
                <p:oleObj name="Equation" r:id="rId3" imgW="1523880" imgH="215640" progId="Equation.DSMT4">
                  <p:embed/>
                </p:oleObj>
              </mc:Choice>
              <mc:Fallback>
                <p:oleObj name="Equation" r:id="rId3" imgW="1523880" imgH="215640" progId="Equation.DSMT4">
                  <p:embed/>
                  <p:pic>
                    <p:nvPicPr>
                      <p:cNvPr id="0" name=""/>
                      <p:cNvPicPr/>
                      <p:nvPr/>
                    </p:nvPicPr>
                    <p:blipFill>
                      <a:blip r:embed="rId4"/>
                      <a:stretch>
                        <a:fillRect/>
                      </a:stretch>
                    </p:blipFill>
                    <p:spPr>
                      <a:xfrm>
                        <a:off x="3448640" y="1807661"/>
                        <a:ext cx="2848465" cy="403533"/>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06A47ACB-3AC0-90B4-F11B-9584918EFD38}"/>
              </a:ext>
            </a:extLst>
          </p:cNvPr>
          <p:cNvGraphicFramePr>
            <a:graphicFrameLocks noChangeAspect="1"/>
          </p:cNvGraphicFramePr>
          <p:nvPr>
            <p:extLst>
              <p:ext uri="{D42A27DB-BD31-4B8C-83A1-F6EECF244321}">
                <p14:modId xmlns:p14="http://schemas.microsoft.com/office/powerpoint/2010/main" val="95415154"/>
              </p:ext>
            </p:extLst>
          </p:nvPr>
        </p:nvGraphicFramePr>
        <p:xfrm>
          <a:off x="3448640" y="2251454"/>
          <a:ext cx="5585746" cy="403533"/>
        </p:xfrm>
        <a:graphic>
          <a:graphicData uri="http://schemas.openxmlformats.org/presentationml/2006/ole">
            <mc:AlternateContent xmlns:mc="http://schemas.openxmlformats.org/markup-compatibility/2006">
              <mc:Choice xmlns:v="urn:schemas-microsoft-com:vml" Requires="v">
                <p:oleObj name="Equation" r:id="rId5" imgW="3340080" imgH="241200" progId="Equation.DSMT4">
                  <p:embed/>
                </p:oleObj>
              </mc:Choice>
              <mc:Fallback>
                <p:oleObj name="Equation" r:id="rId5" imgW="3340080" imgH="241200" progId="Equation.DSMT4">
                  <p:embed/>
                  <p:pic>
                    <p:nvPicPr>
                      <p:cNvPr id="0" name=""/>
                      <p:cNvPicPr/>
                      <p:nvPr/>
                    </p:nvPicPr>
                    <p:blipFill>
                      <a:blip r:embed="rId6"/>
                      <a:stretch>
                        <a:fillRect/>
                      </a:stretch>
                    </p:blipFill>
                    <p:spPr>
                      <a:xfrm>
                        <a:off x="3448640" y="2251454"/>
                        <a:ext cx="5585746" cy="40353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120E7C72-540E-7731-F90D-A340F483C3A1}"/>
              </a:ext>
            </a:extLst>
          </p:cNvPr>
          <p:cNvGraphicFramePr>
            <a:graphicFrameLocks noChangeAspect="1"/>
          </p:cNvGraphicFramePr>
          <p:nvPr>
            <p:extLst>
              <p:ext uri="{D42A27DB-BD31-4B8C-83A1-F6EECF244321}">
                <p14:modId xmlns:p14="http://schemas.microsoft.com/office/powerpoint/2010/main" val="511719040"/>
              </p:ext>
            </p:extLst>
          </p:nvPr>
        </p:nvGraphicFramePr>
        <p:xfrm>
          <a:off x="3448640" y="2695247"/>
          <a:ext cx="5700819" cy="378570"/>
        </p:xfrm>
        <a:graphic>
          <a:graphicData uri="http://schemas.openxmlformats.org/presentationml/2006/ole">
            <mc:AlternateContent xmlns:mc="http://schemas.openxmlformats.org/markup-compatibility/2006">
              <mc:Choice xmlns:v="urn:schemas-microsoft-com:vml" Requires="v">
                <p:oleObj name="Equation" r:id="rId7" imgW="3251160" imgH="215640" progId="Equation.DSMT4">
                  <p:embed/>
                </p:oleObj>
              </mc:Choice>
              <mc:Fallback>
                <p:oleObj name="Equation" r:id="rId7" imgW="3251160" imgH="215640" progId="Equation.DSMT4">
                  <p:embed/>
                  <p:pic>
                    <p:nvPicPr>
                      <p:cNvPr id="0" name=""/>
                      <p:cNvPicPr/>
                      <p:nvPr/>
                    </p:nvPicPr>
                    <p:blipFill>
                      <a:blip r:embed="rId8"/>
                      <a:stretch>
                        <a:fillRect/>
                      </a:stretch>
                    </p:blipFill>
                    <p:spPr>
                      <a:xfrm>
                        <a:off x="3448640" y="2695247"/>
                        <a:ext cx="5700819" cy="378570"/>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C8713405-49CA-1103-57D4-8D9ABE6293A1}"/>
              </a:ext>
            </a:extLst>
          </p:cNvPr>
          <p:cNvSpPr txBox="1"/>
          <p:nvPr/>
        </p:nvSpPr>
        <p:spPr>
          <a:xfrm>
            <a:off x="9603557" y="2194591"/>
            <a:ext cx="879049"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2.39</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1" name="对象 10">
            <a:extLst>
              <a:ext uri="{FF2B5EF4-FFF2-40B4-BE49-F238E27FC236}">
                <a16:creationId xmlns:a16="http://schemas.microsoft.com/office/drawing/2014/main" id="{754F98CE-9646-31EF-5E02-257CFD8F0E4F}"/>
              </a:ext>
            </a:extLst>
          </p:cNvPr>
          <p:cNvGraphicFramePr>
            <a:graphicFrameLocks noChangeAspect="1"/>
          </p:cNvGraphicFramePr>
          <p:nvPr>
            <p:extLst>
              <p:ext uri="{D42A27DB-BD31-4B8C-83A1-F6EECF244321}">
                <p14:modId xmlns:p14="http://schemas.microsoft.com/office/powerpoint/2010/main" val="1466521672"/>
              </p:ext>
            </p:extLst>
          </p:nvPr>
        </p:nvGraphicFramePr>
        <p:xfrm>
          <a:off x="2855470" y="3605630"/>
          <a:ext cx="5907765" cy="1079492"/>
        </p:xfrm>
        <a:graphic>
          <a:graphicData uri="http://schemas.openxmlformats.org/presentationml/2006/ole">
            <mc:AlternateContent xmlns:mc="http://schemas.openxmlformats.org/markup-compatibility/2006">
              <mc:Choice xmlns:v="urn:schemas-microsoft-com:vml" Requires="v">
                <p:oleObj name="Equation" r:id="rId9" imgW="3822480" imgH="698400" progId="Equation.DSMT4">
                  <p:embed/>
                </p:oleObj>
              </mc:Choice>
              <mc:Fallback>
                <p:oleObj name="Equation" r:id="rId9" imgW="3822480" imgH="698400" progId="Equation.DSMT4">
                  <p:embed/>
                  <p:pic>
                    <p:nvPicPr>
                      <p:cNvPr id="0" name=""/>
                      <p:cNvPicPr/>
                      <p:nvPr/>
                    </p:nvPicPr>
                    <p:blipFill>
                      <a:blip r:embed="rId10"/>
                      <a:stretch>
                        <a:fillRect/>
                      </a:stretch>
                    </p:blipFill>
                    <p:spPr>
                      <a:xfrm>
                        <a:off x="2855470" y="3605630"/>
                        <a:ext cx="5907765" cy="107949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7EA24B5-2AE1-43E7-B690-3CAB7A5CBF97}"/>
              </a:ext>
            </a:extLst>
          </p:cNvPr>
          <p:cNvGraphicFramePr>
            <a:graphicFrameLocks noChangeAspect="1"/>
          </p:cNvGraphicFramePr>
          <p:nvPr>
            <p:extLst>
              <p:ext uri="{D42A27DB-BD31-4B8C-83A1-F6EECF244321}">
                <p14:modId xmlns:p14="http://schemas.microsoft.com/office/powerpoint/2010/main" val="3271838244"/>
              </p:ext>
            </p:extLst>
          </p:nvPr>
        </p:nvGraphicFramePr>
        <p:xfrm>
          <a:off x="2855470" y="5048350"/>
          <a:ext cx="5529638" cy="1079491"/>
        </p:xfrm>
        <a:graphic>
          <a:graphicData uri="http://schemas.openxmlformats.org/presentationml/2006/ole">
            <mc:AlternateContent xmlns:mc="http://schemas.openxmlformats.org/markup-compatibility/2006">
              <mc:Choice xmlns:v="urn:schemas-microsoft-com:vml" Requires="v">
                <p:oleObj name="Equation" r:id="rId11" imgW="3187440" imgH="622080" progId="Equation.DSMT4">
                  <p:embed/>
                </p:oleObj>
              </mc:Choice>
              <mc:Fallback>
                <p:oleObj name="Equation" r:id="rId11" imgW="3187440" imgH="622080" progId="Equation.DSMT4">
                  <p:embed/>
                  <p:pic>
                    <p:nvPicPr>
                      <p:cNvPr id="0" name=""/>
                      <p:cNvPicPr/>
                      <p:nvPr/>
                    </p:nvPicPr>
                    <p:blipFill>
                      <a:blip r:embed="rId12"/>
                      <a:stretch>
                        <a:fillRect/>
                      </a:stretch>
                    </p:blipFill>
                    <p:spPr>
                      <a:xfrm>
                        <a:off x="2855470" y="5048350"/>
                        <a:ext cx="5529638" cy="1079491"/>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F9C74C19-66D8-352C-87A5-2D54E06D5FAF}"/>
              </a:ext>
            </a:extLst>
          </p:cNvPr>
          <p:cNvSpPr txBox="1"/>
          <p:nvPr/>
        </p:nvSpPr>
        <p:spPr>
          <a:xfrm>
            <a:off x="9575276" y="5440242"/>
            <a:ext cx="935610"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2.40</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3459652813"/>
      </p:ext>
    </p:extLst>
  </p:cSld>
  <p:clrMapOvr>
    <a:masterClrMapping/>
  </p:clrMapOvr>
  <p:transition advTm="18857"/>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3" name="文本框 2">
            <a:extLst>
              <a:ext uri="{FF2B5EF4-FFF2-40B4-BE49-F238E27FC236}">
                <a16:creationId xmlns:a16="http://schemas.microsoft.com/office/drawing/2014/main" id="{57E891AE-2376-CBD0-5329-AC908FF7DDE4}"/>
              </a:ext>
            </a:extLst>
          </p:cNvPr>
          <p:cNvSpPr txBox="1"/>
          <p:nvPr/>
        </p:nvSpPr>
        <p:spPr>
          <a:xfrm>
            <a:off x="378643" y="933254"/>
            <a:ext cx="11434714" cy="5029390"/>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为雅可比矩阵。从而角速度             可以利用下式计算：</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当身体移动的速度和腿相位角已知时，就可以利用上式计算各个关节的角速度。</a:t>
            </a: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．逆运动学分析</a:t>
            </a:r>
          </a:p>
          <a:p>
            <a:pPr indent="457200" algn="just">
              <a:lnSpc>
                <a:spcPct val="150000"/>
              </a:lnSpc>
            </a:pPr>
            <a:r>
              <a:rPr lang="zh-CN" altLang="en-US" dirty="0">
                <a:latin typeface="微软雅黑" panose="020B0503020204020204" pitchFamily="34" charset="-122"/>
                <a:ea typeface="微软雅黑" panose="020B0503020204020204" pitchFamily="34" charset="-122"/>
              </a:rPr>
              <a:t>讨论正运动学问题可以对已完成运动学设计的机器人逐个地判断是否满足运动要求，为逆运动学问题讨论做准备。讨论逆运动学问题可以验证机器人能否使其足端达到需要的位姿，另外在机器人实行位姿控制和轨迹规划时，即在已知足端要达到的空间位姿的情况下，求出关节变量以驱动各个关节的马达，使足端的位姿得到满足。因此，机器人逆运动学分析是机器人运动控制系统所必备的知识。</a:t>
            </a: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E6EBEB19-8AC3-51EA-A8B1-EA2D56F867F6}"/>
              </a:ext>
            </a:extLst>
          </p:cNvPr>
          <p:cNvGraphicFramePr>
            <a:graphicFrameLocks noChangeAspect="1"/>
          </p:cNvGraphicFramePr>
          <p:nvPr>
            <p:extLst>
              <p:ext uri="{D42A27DB-BD31-4B8C-83A1-F6EECF244321}">
                <p14:modId xmlns:p14="http://schemas.microsoft.com/office/powerpoint/2010/main" val="3079805847"/>
              </p:ext>
            </p:extLst>
          </p:nvPr>
        </p:nvGraphicFramePr>
        <p:xfrm>
          <a:off x="3268678" y="1054758"/>
          <a:ext cx="734350" cy="337404"/>
        </p:xfrm>
        <a:graphic>
          <a:graphicData uri="http://schemas.openxmlformats.org/presentationml/2006/ole">
            <mc:AlternateContent xmlns:mc="http://schemas.openxmlformats.org/markup-compatibility/2006">
              <mc:Choice xmlns:v="urn:schemas-microsoft-com:vml" Requires="v">
                <p:oleObj name="Equation" r:id="rId3" imgW="469800" imgH="215640" progId="Equation.DSMT4">
                  <p:embed/>
                </p:oleObj>
              </mc:Choice>
              <mc:Fallback>
                <p:oleObj name="Equation" r:id="rId3" imgW="469800" imgH="215640" progId="Equation.DSMT4">
                  <p:embed/>
                  <p:pic>
                    <p:nvPicPr>
                      <p:cNvPr id="0" name=""/>
                      <p:cNvPicPr/>
                      <p:nvPr/>
                    </p:nvPicPr>
                    <p:blipFill>
                      <a:blip r:embed="rId4"/>
                      <a:stretch>
                        <a:fillRect/>
                      </a:stretch>
                    </p:blipFill>
                    <p:spPr>
                      <a:xfrm>
                        <a:off x="3268678" y="1054758"/>
                        <a:ext cx="734350" cy="337404"/>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8CA008A4-68AA-9F53-53AE-FE4FEB5AE9F0}"/>
              </a:ext>
            </a:extLst>
          </p:cNvPr>
          <p:cNvGraphicFramePr>
            <a:graphicFrameLocks noChangeAspect="1"/>
          </p:cNvGraphicFramePr>
          <p:nvPr>
            <p:extLst>
              <p:ext uri="{D42A27DB-BD31-4B8C-83A1-F6EECF244321}">
                <p14:modId xmlns:p14="http://schemas.microsoft.com/office/powerpoint/2010/main" val="4215396693"/>
              </p:ext>
            </p:extLst>
          </p:nvPr>
        </p:nvGraphicFramePr>
        <p:xfrm>
          <a:off x="2641510" y="1554601"/>
          <a:ext cx="5012466" cy="1117888"/>
        </p:xfrm>
        <a:graphic>
          <a:graphicData uri="http://schemas.openxmlformats.org/presentationml/2006/ole">
            <mc:AlternateContent xmlns:mc="http://schemas.openxmlformats.org/markup-compatibility/2006">
              <mc:Choice xmlns:v="urn:schemas-microsoft-com:vml" Requires="v">
                <p:oleObj name="Equation" r:id="rId5" imgW="3530520" imgH="787320" progId="Equation.DSMT4">
                  <p:embed/>
                </p:oleObj>
              </mc:Choice>
              <mc:Fallback>
                <p:oleObj name="Equation" r:id="rId5" imgW="3530520" imgH="787320" progId="Equation.DSMT4">
                  <p:embed/>
                  <p:pic>
                    <p:nvPicPr>
                      <p:cNvPr id="0" name=""/>
                      <p:cNvPicPr/>
                      <p:nvPr/>
                    </p:nvPicPr>
                    <p:blipFill>
                      <a:blip r:embed="rId6"/>
                      <a:stretch>
                        <a:fillRect/>
                      </a:stretch>
                    </p:blipFill>
                    <p:spPr>
                      <a:xfrm>
                        <a:off x="2641510" y="1554601"/>
                        <a:ext cx="5012466" cy="1117888"/>
                      </a:xfrm>
                      <a:prstGeom prst="rect">
                        <a:avLst/>
                      </a:prstGeom>
                    </p:spPr>
                  </p:pic>
                </p:oleObj>
              </mc:Fallback>
            </mc:AlternateContent>
          </a:graphicData>
        </a:graphic>
      </p:graphicFrame>
    </p:spTree>
    <p:extLst>
      <p:ext uri="{BB962C8B-B14F-4D97-AF65-F5344CB8AC3E}">
        <p14:creationId xmlns:p14="http://schemas.microsoft.com/office/powerpoint/2010/main" val="3367241067"/>
      </p:ext>
    </p:extLst>
  </p:cSld>
  <p:clrMapOvr>
    <a:masterClrMapping/>
  </p:clrMapOvr>
  <p:transition advTm="18857"/>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3" name="文本框 2">
            <a:extLst>
              <a:ext uri="{FF2B5EF4-FFF2-40B4-BE49-F238E27FC236}">
                <a16:creationId xmlns:a16="http://schemas.microsoft.com/office/drawing/2014/main" id="{57E891AE-2376-CBD0-5329-AC908FF7DDE4}"/>
              </a:ext>
            </a:extLst>
          </p:cNvPr>
          <p:cNvSpPr txBox="1"/>
          <p:nvPr/>
        </p:nvSpPr>
        <p:spPr>
          <a:xfrm>
            <a:off x="378643" y="933254"/>
            <a:ext cx="11434714" cy="5444888"/>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由                              ，可得</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变换矩阵</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其逆矩阵</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zh-CN" altLang="en-US" dirty="0">
              <a:latin typeface="微软雅黑" panose="020B0503020204020204" pitchFamily="34" charset="-122"/>
              <a:ea typeface="微软雅黑" panose="020B0503020204020204" pitchFamily="34" charset="-122"/>
            </a:endParaRP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2D7033D6-A76E-9A1C-9C57-45223655651B}"/>
              </a:ext>
            </a:extLst>
          </p:cNvPr>
          <p:cNvGraphicFramePr>
            <a:graphicFrameLocks noChangeAspect="1"/>
          </p:cNvGraphicFramePr>
          <p:nvPr>
            <p:extLst>
              <p:ext uri="{D42A27DB-BD31-4B8C-83A1-F6EECF244321}">
                <p14:modId xmlns:p14="http://schemas.microsoft.com/office/powerpoint/2010/main" val="2350447564"/>
              </p:ext>
            </p:extLst>
          </p:nvPr>
        </p:nvGraphicFramePr>
        <p:xfrm>
          <a:off x="738366" y="1063078"/>
          <a:ext cx="1877715" cy="329084"/>
        </p:xfrm>
        <a:graphic>
          <a:graphicData uri="http://schemas.openxmlformats.org/presentationml/2006/ole">
            <mc:AlternateContent xmlns:mc="http://schemas.openxmlformats.org/markup-compatibility/2006">
              <mc:Choice xmlns:v="urn:schemas-microsoft-com:vml" Requires="v">
                <p:oleObj name="Equation" r:id="rId3" imgW="1231560" imgH="215640" progId="Equation.DSMT4">
                  <p:embed/>
                </p:oleObj>
              </mc:Choice>
              <mc:Fallback>
                <p:oleObj name="Equation" r:id="rId3" imgW="1231560" imgH="215640" progId="Equation.DSMT4">
                  <p:embed/>
                  <p:pic>
                    <p:nvPicPr>
                      <p:cNvPr id="0" name=""/>
                      <p:cNvPicPr/>
                      <p:nvPr/>
                    </p:nvPicPr>
                    <p:blipFill>
                      <a:blip r:embed="rId4"/>
                      <a:stretch>
                        <a:fillRect/>
                      </a:stretch>
                    </p:blipFill>
                    <p:spPr>
                      <a:xfrm>
                        <a:off x="738366" y="1063078"/>
                        <a:ext cx="1877715" cy="329084"/>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368BA227-C052-F2DD-2F39-E6EBC0B4C9C2}"/>
              </a:ext>
            </a:extLst>
          </p:cNvPr>
          <p:cNvGraphicFramePr>
            <a:graphicFrameLocks noChangeAspect="1"/>
          </p:cNvGraphicFramePr>
          <p:nvPr>
            <p:extLst>
              <p:ext uri="{D42A27DB-BD31-4B8C-83A1-F6EECF244321}">
                <p14:modId xmlns:p14="http://schemas.microsoft.com/office/powerpoint/2010/main" val="1235944275"/>
              </p:ext>
            </p:extLst>
          </p:nvPr>
        </p:nvGraphicFramePr>
        <p:xfrm>
          <a:off x="2853255" y="1221006"/>
          <a:ext cx="4511815" cy="1569327"/>
        </p:xfrm>
        <a:graphic>
          <a:graphicData uri="http://schemas.openxmlformats.org/presentationml/2006/ole">
            <mc:AlternateContent xmlns:mc="http://schemas.openxmlformats.org/markup-compatibility/2006">
              <mc:Choice xmlns:v="urn:schemas-microsoft-com:vml" Requires="v">
                <p:oleObj name="Equation" r:id="rId5" imgW="2920680" imgH="1015920" progId="Equation.DSMT4">
                  <p:embed/>
                </p:oleObj>
              </mc:Choice>
              <mc:Fallback>
                <p:oleObj name="Equation" r:id="rId5" imgW="2920680" imgH="1015920" progId="Equation.DSMT4">
                  <p:embed/>
                  <p:pic>
                    <p:nvPicPr>
                      <p:cNvPr id="0" name=""/>
                      <p:cNvPicPr/>
                      <p:nvPr/>
                    </p:nvPicPr>
                    <p:blipFill>
                      <a:blip r:embed="rId6"/>
                      <a:stretch>
                        <a:fillRect/>
                      </a:stretch>
                    </p:blipFill>
                    <p:spPr>
                      <a:xfrm>
                        <a:off x="2853255" y="1221006"/>
                        <a:ext cx="4511815" cy="156932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B557B24-FEB4-09AF-0AAC-2660BD36E488}"/>
              </a:ext>
            </a:extLst>
          </p:cNvPr>
          <p:cNvGraphicFramePr>
            <a:graphicFrameLocks noChangeAspect="1"/>
          </p:cNvGraphicFramePr>
          <p:nvPr>
            <p:extLst>
              <p:ext uri="{D42A27DB-BD31-4B8C-83A1-F6EECF244321}">
                <p14:modId xmlns:p14="http://schemas.microsoft.com/office/powerpoint/2010/main" val="1404876594"/>
              </p:ext>
            </p:extLst>
          </p:nvPr>
        </p:nvGraphicFramePr>
        <p:xfrm>
          <a:off x="3732293" y="3199009"/>
          <a:ext cx="1367661" cy="764963"/>
        </p:xfrm>
        <a:graphic>
          <a:graphicData uri="http://schemas.openxmlformats.org/presentationml/2006/ole">
            <mc:AlternateContent xmlns:mc="http://schemas.openxmlformats.org/markup-compatibility/2006">
              <mc:Choice xmlns:v="urn:schemas-microsoft-com:vml" Requires="v">
                <p:oleObj name="Equation" r:id="rId7" imgW="749160" imgH="419040" progId="Equation.DSMT4">
                  <p:embed/>
                </p:oleObj>
              </mc:Choice>
              <mc:Fallback>
                <p:oleObj name="Equation" r:id="rId7" imgW="749160" imgH="419040" progId="Equation.DSMT4">
                  <p:embed/>
                  <p:pic>
                    <p:nvPicPr>
                      <p:cNvPr id="0" name=""/>
                      <p:cNvPicPr/>
                      <p:nvPr/>
                    </p:nvPicPr>
                    <p:blipFill>
                      <a:blip r:embed="rId8"/>
                      <a:stretch>
                        <a:fillRect/>
                      </a:stretch>
                    </p:blipFill>
                    <p:spPr>
                      <a:xfrm>
                        <a:off x="3732293" y="3199009"/>
                        <a:ext cx="1367661" cy="764963"/>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24EB21C-AD2A-DE2A-D365-9C52FEBB2A2F}"/>
              </a:ext>
            </a:extLst>
          </p:cNvPr>
          <p:cNvGraphicFramePr>
            <a:graphicFrameLocks noChangeAspect="1"/>
          </p:cNvGraphicFramePr>
          <p:nvPr>
            <p:extLst>
              <p:ext uri="{D42A27DB-BD31-4B8C-83A1-F6EECF244321}">
                <p14:modId xmlns:p14="http://schemas.microsoft.com/office/powerpoint/2010/main" val="1414000108"/>
              </p:ext>
            </p:extLst>
          </p:nvPr>
        </p:nvGraphicFramePr>
        <p:xfrm>
          <a:off x="3732293" y="4419086"/>
          <a:ext cx="1791582" cy="712561"/>
        </p:xfrm>
        <a:graphic>
          <a:graphicData uri="http://schemas.openxmlformats.org/presentationml/2006/ole">
            <mc:AlternateContent xmlns:mc="http://schemas.openxmlformats.org/markup-compatibility/2006">
              <mc:Choice xmlns:v="urn:schemas-microsoft-com:vml" Requires="v">
                <p:oleObj name="Equation" r:id="rId9" imgW="1117440" imgH="444240" progId="Equation.DSMT4">
                  <p:embed/>
                </p:oleObj>
              </mc:Choice>
              <mc:Fallback>
                <p:oleObj name="Equation" r:id="rId9" imgW="1117440" imgH="444240" progId="Equation.DSMT4">
                  <p:embed/>
                  <p:pic>
                    <p:nvPicPr>
                      <p:cNvPr id="0" name=""/>
                      <p:cNvPicPr/>
                      <p:nvPr/>
                    </p:nvPicPr>
                    <p:blipFill>
                      <a:blip r:embed="rId10"/>
                      <a:stretch>
                        <a:fillRect/>
                      </a:stretch>
                    </p:blipFill>
                    <p:spPr>
                      <a:xfrm>
                        <a:off x="3732293" y="4419086"/>
                        <a:ext cx="1791582" cy="712561"/>
                      </a:xfrm>
                      <a:prstGeom prst="rect">
                        <a:avLst/>
                      </a:prstGeom>
                    </p:spPr>
                  </p:pic>
                </p:oleObj>
              </mc:Fallback>
            </mc:AlternateContent>
          </a:graphicData>
        </a:graphic>
      </p:graphicFrame>
    </p:spTree>
    <p:extLst>
      <p:ext uri="{BB962C8B-B14F-4D97-AF65-F5344CB8AC3E}">
        <p14:creationId xmlns:p14="http://schemas.microsoft.com/office/powerpoint/2010/main" val="56853691"/>
      </p:ext>
    </p:extLst>
  </p:cSld>
  <p:clrMapOvr>
    <a:masterClrMapping/>
  </p:clrMapOvr>
  <p:transition advTm="18857"/>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3" name="文本框 2">
            <a:extLst>
              <a:ext uri="{FF2B5EF4-FFF2-40B4-BE49-F238E27FC236}">
                <a16:creationId xmlns:a16="http://schemas.microsoft.com/office/drawing/2014/main" id="{57E891AE-2376-CBD0-5329-AC908FF7DDE4}"/>
              </a:ext>
            </a:extLst>
          </p:cNvPr>
          <p:cNvSpPr txBox="1"/>
          <p:nvPr/>
        </p:nvSpPr>
        <p:spPr>
          <a:xfrm>
            <a:off x="378643" y="933254"/>
            <a:ext cx="11434714" cy="4613892"/>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从而 </a:t>
            </a:r>
            <a:endParaRPr lang="en-US" altLang="zh-CN" dirty="0">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518CEB0F-AEE1-988D-7E5B-4080D9821D2D}"/>
              </a:ext>
            </a:extLst>
          </p:cNvPr>
          <p:cNvGraphicFramePr>
            <a:graphicFrameLocks noChangeAspect="1"/>
          </p:cNvGraphicFramePr>
          <p:nvPr>
            <p:extLst>
              <p:ext uri="{D42A27DB-BD31-4B8C-83A1-F6EECF244321}">
                <p14:modId xmlns:p14="http://schemas.microsoft.com/office/powerpoint/2010/main" val="2798045148"/>
              </p:ext>
            </p:extLst>
          </p:nvPr>
        </p:nvGraphicFramePr>
        <p:xfrm>
          <a:off x="1922873" y="933254"/>
          <a:ext cx="1730302" cy="1118579"/>
        </p:xfrm>
        <a:graphic>
          <a:graphicData uri="http://schemas.openxmlformats.org/presentationml/2006/ole">
            <mc:AlternateContent xmlns:mc="http://schemas.openxmlformats.org/markup-compatibility/2006">
              <mc:Choice xmlns:v="urn:schemas-microsoft-com:vml" Requires="v">
                <p:oleObj name="Equation" r:id="rId3" imgW="1257120" imgH="812520" progId="Equation.DSMT4">
                  <p:embed/>
                </p:oleObj>
              </mc:Choice>
              <mc:Fallback>
                <p:oleObj name="Equation" r:id="rId3" imgW="1257120" imgH="812520" progId="Equation.DSMT4">
                  <p:embed/>
                  <p:pic>
                    <p:nvPicPr>
                      <p:cNvPr id="0" name=""/>
                      <p:cNvPicPr/>
                      <p:nvPr/>
                    </p:nvPicPr>
                    <p:blipFill>
                      <a:blip r:embed="rId4"/>
                      <a:stretch>
                        <a:fillRect/>
                      </a:stretch>
                    </p:blipFill>
                    <p:spPr>
                      <a:xfrm>
                        <a:off x="1922873" y="933254"/>
                        <a:ext cx="1730302" cy="1118579"/>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A4571970-028A-B034-D3DD-B43F9F7ADAE1}"/>
              </a:ext>
            </a:extLst>
          </p:cNvPr>
          <p:cNvGraphicFramePr>
            <a:graphicFrameLocks noChangeAspect="1"/>
          </p:cNvGraphicFramePr>
          <p:nvPr>
            <p:extLst>
              <p:ext uri="{D42A27DB-BD31-4B8C-83A1-F6EECF244321}">
                <p14:modId xmlns:p14="http://schemas.microsoft.com/office/powerpoint/2010/main" val="2425832592"/>
              </p:ext>
            </p:extLst>
          </p:nvPr>
        </p:nvGraphicFramePr>
        <p:xfrm>
          <a:off x="5712447" y="933253"/>
          <a:ext cx="1730302" cy="1118579"/>
        </p:xfrm>
        <a:graphic>
          <a:graphicData uri="http://schemas.openxmlformats.org/presentationml/2006/ole">
            <mc:AlternateContent xmlns:mc="http://schemas.openxmlformats.org/markup-compatibility/2006">
              <mc:Choice xmlns:v="urn:schemas-microsoft-com:vml" Requires="v">
                <p:oleObj name="Equation" r:id="rId5" imgW="1257120" imgH="812520" progId="Equation.DSMT4">
                  <p:embed/>
                </p:oleObj>
              </mc:Choice>
              <mc:Fallback>
                <p:oleObj name="Equation" r:id="rId5" imgW="1257120" imgH="812520" progId="Equation.DSMT4">
                  <p:embed/>
                  <p:pic>
                    <p:nvPicPr>
                      <p:cNvPr id="0" name=""/>
                      <p:cNvPicPr/>
                      <p:nvPr/>
                    </p:nvPicPr>
                    <p:blipFill>
                      <a:blip r:embed="rId6"/>
                      <a:stretch>
                        <a:fillRect/>
                      </a:stretch>
                    </p:blipFill>
                    <p:spPr>
                      <a:xfrm>
                        <a:off x="5712447" y="933253"/>
                        <a:ext cx="1730302" cy="1118579"/>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18437B70-5488-DBE2-6FD4-4335823E4D78}"/>
              </a:ext>
            </a:extLst>
          </p:cNvPr>
          <p:cNvGraphicFramePr>
            <a:graphicFrameLocks noChangeAspect="1"/>
          </p:cNvGraphicFramePr>
          <p:nvPr>
            <p:extLst>
              <p:ext uri="{D42A27DB-BD31-4B8C-83A1-F6EECF244321}">
                <p14:modId xmlns:p14="http://schemas.microsoft.com/office/powerpoint/2010/main" val="1440623131"/>
              </p:ext>
            </p:extLst>
          </p:nvPr>
        </p:nvGraphicFramePr>
        <p:xfrm>
          <a:off x="2045422" y="2536775"/>
          <a:ext cx="1940034" cy="1118578"/>
        </p:xfrm>
        <a:graphic>
          <a:graphicData uri="http://schemas.openxmlformats.org/presentationml/2006/ole">
            <mc:AlternateContent xmlns:mc="http://schemas.openxmlformats.org/markup-compatibility/2006">
              <mc:Choice xmlns:v="urn:schemas-microsoft-com:vml" Requires="v">
                <p:oleObj name="Equation" r:id="rId7" imgW="1409400" imgH="812520" progId="Equation.DSMT4">
                  <p:embed/>
                </p:oleObj>
              </mc:Choice>
              <mc:Fallback>
                <p:oleObj name="Equation" r:id="rId7" imgW="1409400" imgH="812520" progId="Equation.DSMT4">
                  <p:embed/>
                  <p:pic>
                    <p:nvPicPr>
                      <p:cNvPr id="0" name=""/>
                      <p:cNvPicPr/>
                      <p:nvPr/>
                    </p:nvPicPr>
                    <p:blipFill>
                      <a:blip r:embed="rId8"/>
                      <a:stretch>
                        <a:fillRect/>
                      </a:stretch>
                    </p:blipFill>
                    <p:spPr>
                      <a:xfrm>
                        <a:off x="2045422" y="2536775"/>
                        <a:ext cx="1940034" cy="111857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0F2E856-8351-1AC0-654B-500010D09F86}"/>
              </a:ext>
            </a:extLst>
          </p:cNvPr>
          <p:cNvGraphicFramePr>
            <a:graphicFrameLocks noChangeAspect="1"/>
          </p:cNvGraphicFramePr>
          <p:nvPr>
            <p:extLst>
              <p:ext uri="{D42A27DB-BD31-4B8C-83A1-F6EECF244321}">
                <p14:modId xmlns:p14="http://schemas.microsoft.com/office/powerpoint/2010/main" val="634967390"/>
              </p:ext>
            </p:extLst>
          </p:nvPr>
        </p:nvGraphicFramePr>
        <p:xfrm>
          <a:off x="5544334" y="2554285"/>
          <a:ext cx="2064503" cy="1101068"/>
        </p:xfrm>
        <a:graphic>
          <a:graphicData uri="http://schemas.openxmlformats.org/presentationml/2006/ole">
            <mc:AlternateContent xmlns:mc="http://schemas.openxmlformats.org/markup-compatibility/2006">
              <mc:Choice xmlns:v="urn:schemas-microsoft-com:vml" Requires="v">
                <p:oleObj name="Equation" r:id="rId9" imgW="1523880" imgH="812520" progId="Equation.DSMT4">
                  <p:embed/>
                </p:oleObj>
              </mc:Choice>
              <mc:Fallback>
                <p:oleObj name="Equation" r:id="rId9" imgW="1523880" imgH="812520" progId="Equation.DSMT4">
                  <p:embed/>
                  <p:pic>
                    <p:nvPicPr>
                      <p:cNvPr id="0" name=""/>
                      <p:cNvPicPr/>
                      <p:nvPr/>
                    </p:nvPicPr>
                    <p:blipFill>
                      <a:blip r:embed="rId10"/>
                      <a:stretch>
                        <a:fillRect/>
                      </a:stretch>
                    </p:blipFill>
                    <p:spPr>
                      <a:xfrm>
                        <a:off x="5544334" y="2554285"/>
                        <a:ext cx="2064503" cy="110106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F4322F29-B8B4-EF4A-75B7-FECA2449DF31}"/>
              </a:ext>
            </a:extLst>
          </p:cNvPr>
          <p:cNvGraphicFramePr>
            <a:graphicFrameLocks noChangeAspect="1"/>
          </p:cNvGraphicFramePr>
          <p:nvPr>
            <p:extLst>
              <p:ext uri="{D42A27DB-BD31-4B8C-83A1-F6EECF244321}">
                <p14:modId xmlns:p14="http://schemas.microsoft.com/office/powerpoint/2010/main" val="3719917742"/>
              </p:ext>
            </p:extLst>
          </p:nvPr>
        </p:nvGraphicFramePr>
        <p:xfrm>
          <a:off x="2045422" y="4140295"/>
          <a:ext cx="1922556" cy="1118578"/>
        </p:xfrm>
        <a:graphic>
          <a:graphicData uri="http://schemas.openxmlformats.org/presentationml/2006/ole">
            <mc:AlternateContent xmlns:mc="http://schemas.openxmlformats.org/markup-compatibility/2006">
              <mc:Choice xmlns:v="urn:schemas-microsoft-com:vml" Requires="v">
                <p:oleObj name="Equation" r:id="rId11" imgW="1396800" imgH="812520" progId="Equation.DSMT4">
                  <p:embed/>
                </p:oleObj>
              </mc:Choice>
              <mc:Fallback>
                <p:oleObj name="Equation" r:id="rId11" imgW="1396800" imgH="812520" progId="Equation.DSMT4">
                  <p:embed/>
                  <p:pic>
                    <p:nvPicPr>
                      <p:cNvPr id="0" name=""/>
                      <p:cNvPicPr/>
                      <p:nvPr/>
                    </p:nvPicPr>
                    <p:blipFill>
                      <a:blip r:embed="rId12"/>
                      <a:stretch>
                        <a:fillRect/>
                      </a:stretch>
                    </p:blipFill>
                    <p:spPr>
                      <a:xfrm>
                        <a:off x="2045422" y="4140295"/>
                        <a:ext cx="1922556" cy="111857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E623405-DDA0-3AF3-67D4-0136A023500A}"/>
              </a:ext>
            </a:extLst>
          </p:cNvPr>
          <p:cNvGraphicFramePr>
            <a:graphicFrameLocks noChangeAspect="1"/>
          </p:cNvGraphicFramePr>
          <p:nvPr>
            <p:extLst>
              <p:ext uri="{D42A27DB-BD31-4B8C-83A1-F6EECF244321}">
                <p14:modId xmlns:p14="http://schemas.microsoft.com/office/powerpoint/2010/main" val="2599767093"/>
              </p:ext>
            </p:extLst>
          </p:nvPr>
        </p:nvGraphicFramePr>
        <p:xfrm>
          <a:off x="5544333" y="4293184"/>
          <a:ext cx="2064503" cy="1008612"/>
        </p:xfrm>
        <a:graphic>
          <a:graphicData uri="http://schemas.openxmlformats.org/presentationml/2006/ole">
            <mc:AlternateContent xmlns:mc="http://schemas.openxmlformats.org/markup-compatibility/2006">
              <mc:Choice xmlns:v="urn:schemas-microsoft-com:vml" Requires="v">
                <p:oleObj name="Equation" r:id="rId13" imgW="1663560" imgH="812520" progId="Equation.DSMT4">
                  <p:embed/>
                </p:oleObj>
              </mc:Choice>
              <mc:Fallback>
                <p:oleObj name="Equation" r:id="rId13" imgW="1663560" imgH="812520" progId="Equation.DSMT4">
                  <p:embed/>
                  <p:pic>
                    <p:nvPicPr>
                      <p:cNvPr id="0" name=""/>
                      <p:cNvPicPr/>
                      <p:nvPr/>
                    </p:nvPicPr>
                    <p:blipFill>
                      <a:blip r:embed="rId14"/>
                      <a:stretch>
                        <a:fillRect/>
                      </a:stretch>
                    </p:blipFill>
                    <p:spPr>
                      <a:xfrm>
                        <a:off x="5544333" y="4293184"/>
                        <a:ext cx="2064503" cy="100861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37B72C3-AEBF-C586-762C-A075296BDD18}"/>
              </a:ext>
            </a:extLst>
          </p:cNvPr>
          <p:cNvGraphicFramePr>
            <a:graphicFrameLocks noChangeAspect="1"/>
          </p:cNvGraphicFramePr>
          <p:nvPr>
            <p:extLst>
              <p:ext uri="{D42A27DB-BD31-4B8C-83A1-F6EECF244321}">
                <p14:modId xmlns:p14="http://schemas.microsoft.com/office/powerpoint/2010/main" val="2433426623"/>
              </p:ext>
            </p:extLst>
          </p:nvPr>
        </p:nvGraphicFramePr>
        <p:xfrm>
          <a:off x="3096784" y="5490304"/>
          <a:ext cx="4788912" cy="1118578"/>
        </p:xfrm>
        <a:graphic>
          <a:graphicData uri="http://schemas.openxmlformats.org/presentationml/2006/ole">
            <mc:AlternateContent xmlns:mc="http://schemas.openxmlformats.org/markup-compatibility/2006">
              <mc:Choice xmlns:v="urn:schemas-microsoft-com:vml" Requires="v">
                <p:oleObj name="Equation" r:id="rId15" imgW="3479760" imgH="812520" progId="Equation.DSMT4">
                  <p:embed/>
                </p:oleObj>
              </mc:Choice>
              <mc:Fallback>
                <p:oleObj name="Equation" r:id="rId15" imgW="3479760" imgH="812520" progId="Equation.DSMT4">
                  <p:embed/>
                  <p:pic>
                    <p:nvPicPr>
                      <p:cNvPr id="0" name=""/>
                      <p:cNvPicPr/>
                      <p:nvPr/>
                    </p:nvPicPr>
                    <p:blipFill>
                      <a:blip r:embed="rId16"/>
                      <a:stretch>
                        <a:fillRect/>
                      </a:stretch>
                    </p:blipFill>
                    <p:spPr>
                      <a:xfrm>
                        <a:off x="3096784" y="5490304"/>
                        <a:ext cx="4788912" cy="1118578"/>
                      </a:xfrm>
                      <a:prstGeom prst="rect">
                        <a:avLst/>
                      </a:prstGeom>
                    </p:spPr>
                  </p:pic>
                </p:oleObj>
              </mc:Fallback>
            </mc:AlternateContent>
          </a:graphicData>
        </a:graphic>
      </p:graphicFrame>
    </p:spTree>
    <p:extLst>
      <p:ext uri="{BB962C8B-B14F-4D97-AF65-F5344CB8AC3E}">
        <p14:creationId xmlns:p14="http://schemas.microsoft.com/office/powerpoint/2010/main" val="3529899308"/>
      </p:ext>
    </p:extLst>
  </p:cSld>
  <p:clrMapOvr>
    <a:masterClrMapping/>
  </p:clrMapOvr>
  <p:transition advTm="18857"/>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3" name="文本框 2">
            <a:extLst>
              <a:ext uri="{FF2B5EF4-FFF2-40B4-BE49-F238E27FC236}">
                <a16:creationId xmlns:a16="http://schemas.microsoft.com/office/drawing/2014/main" id="{57E891AE-2376-CBD0-5329-AC908FF7DDE4}"/>
              </a:ext>
            </a:extLst>
          </p:cNvPr>
          <p:cNvSpPr txBox="1"/>
          <p:nvPr/>
        </p:nvSpPr>
        <p:spPr>
          <a:xfrm>
            <a:off x="369912" y="1193897"/>
            <a:ext cx="11434714" cy="5029390"/>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由等式两端的矩阵第</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列，可以得到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把      改成实际机器人系统使用的角度，定义新的       ，为机器人使用的角度值，则有</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由式</a:t>
            </a:r>
            <a:r>
              <a:rPr lang="en-US" altLang="zh-CN" dirty="0">
                <a:latin typeface="微软雅黑" panose="020B0503020204020204" pitchFamily="34" charset="-122"/>
                <a:ea typeface="微软雅黑" panose="020B0503020204020204" pitchFamily="34" charset="-122"/>
              </a:rPr>
              <a:t>(2.43)</a:t>
            </a:r>
            <a:r>
              <a:rPr lang="zh-CN" altLang="en-US" dirty="0">
                <a:latin typeface="微软雅黑" panose="020B0503020204020204" pitchFamily="34" charset="-122"/>
                <a:ea typeface="微软雅黑" panose="020B0503020204020204" pitchFamily="34" charset="-122"/>
              </a:rPr>
              <a:t>得</a:t>
            </a:r>
          </a:p>
          <a:p>
            <a:pPr algn="just">
              <a:lnSpc>
                <a:spcPct val="150000"/>
              </a:lnSpc>
            </a:pPr>
            <a:endParaRPr lang="en-US" altLang="zh-CN" dirty="0">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B6958711-2885-A0F0-BC65-4DED425D1C37}"/>
              </a:ext>
            </a:extLst>
          </p:cNvPr>
          <p:cNvGraphicFramePr>
            <a:graphicFrameLocks noChangeAspect="1"/>
          </p:cNvGraphicFramePr>
          <p:nvPr>
            <p:extLst>
              <p:ext uri="{D42A27DB-BD31-4B8C-83A1-F6EECF244321}">
                <p14:modId xmlns:p14="http://schemas.microsoft.com/office/powerpoint/2010/main" val="3470665412"/>
              </p:ext>
            </p:extLst>
          </p:nvPr>
        </p:nvGraphicFramePr>
        <p:xfrm>
          <a:off x="2358861" y="1193897"/>
          <a:ext cx="3766391" cy="1164488"/>
        </p:xfrm>
        <a:graphic>
          <a:graphicData uri="http://schemas.openxmlformats.org/presentationml/2006/ole">
            <mc:AlternateContent xmlns:mc="http://schemas.openxmlformats.org/markup-compatibility/2006">
              <mc:Choice xmlns:v="urn:schemas-microsoft-com:vml" Requires="v">
                <p:oleObj name="Equation" r:id="rId3" imgW="2628720" imgH="812520" progId="Equation.DSMT4">
                  <p:embed/>
                </p:oleObj>
              </mc:Choice>
              <mc:Fallback>
                <p:oleObj name="Equation" r:id="rId3" imgW="2628720" imgH="812520" progId="Equation.DSMT4">
                  <p:embed/>
                  <p:pic>
                    <p:nvPicPr>
                      <p:cNvPr id="0" name=""/>
                      <p:cNvPicPr/>
                      <p:nvPr/>
                    </p:nvPicPr>
                    <p:blipFill>
                      <a:blip r:embed="rId4"/>
                      <a:stretch>
                        <a:fillRect/>
                      </a:stretch>
                    </p:blipFill>
                    <p:spPr>
                      <a:xfrm>
                        <a:off x="2358861" y="1193897"/>
                        <a:ext cx="3766391" cy="1164488"/>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319F830B-5DDF-5885-D33C-8864C581A7A7}"/>
              </a:ext>
            </a:extLst>
          </p:cNvPr>
          <p:cNvGraphicFramePr>
            <a:graphicFrameLocks noChangeAspect="1"/>
          </p:cNvGraphicFramePr>
          <p:nvPr>
            <p:extLst>
              <p:ext uri="{D42A27DB-BD31-4B8C-83A1-F6EECF244321}">
                <p14:modId xmlns:p14="http://schemas.microsoft.com/office/powerpoint/2010/main" val="4017955827"/>
              </p:ext>
            </p:extLst>
          </p:nvPr>
        </p:nvGraphicFramePr>
        <p:xfrm>
          <a:off x="6125252" y="1193897"/>
          <a:ext cx="3420684" cy="1164488"/>
        </p:xfrm>
        <a:graphic>
          <a:graphicData uri="http://schemas.openxmlformats.org/presentationml/2006/ole">
            <mc:AlternateContent xmlns:mc="http://schemas.openxmlformats.org/markup-compatibility/2006">
              <mc:Choice xmlns:v="urn:schemas-microsoft-com:vml" Requires="v">
                <p:oleObj name="Equation" r:id="rId5" imgW="2387520" imgH="812520" progId="Equation.DSMT4">
                  <p:embed/>
                </p:oleObj>
              </mc:Choice>
              <mc:Fallback>
                <p:oleObj name="Equation" r:id="rId5" imgW="2387520" imgH="812520" progId="Equation.DSMT4">
                  <p:embed/>
                  <p:pic>
                    <p:nvPicPr>
                      <p:cNvPr id="0" name=""/>
                      <p:cNvPicPr/>
                      <p:nvPr/>
                    </p:nvPicPr>
                    <p:blipFill>
                      <a:blip r:embed="rId6"/>
                      <a:stretch>
                        <a:fillRect/>
                      </a:stretch>
                    </p:blipFill>
                    <p:spPr>
                      <a:xfrm>
                        <a:off x="6125252" y="1193897"/>
                        <a:ext cx="3420684" cy="11644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3216595-CF1B-B090-A6B3-2BB414C160C2}"/>
              </a:ext>
            </a:extLst>
          </p:cNvPr>
          <p:cNvGraphicFramePr>
            <a:graphicFrameLocks noChangeAspect="1"/>
          </p:cNvGraphicFramePr>
          <p:nvPr>
            <p:extLst>
              <p:ext uri="{D42A27DB-BD31-4B8C-83A1-F6EECF244321}">
                <p14:modId xmlns:p14="http://schemas.microsoft.com/office/powerpoint/2010/main" val="3585068380"/>
              </p:ext>
            </p:extLst>
          </p:nvPr>
        </p:nvGraphicFramePr>
        <p:xfrm>
          <a:off x="3315737" y="2899300"/>
          <a:ext cx="5560525" cy="409496"/>
        </p:xfrm>
        <a:graphic>
          <a:graphicData uri="http://schemas.openxmlformats.org/presentationml/2006/ole">
            <mc:AlternateContent xmlns:mc="http://schemas.openxmlformats.org/markup-compatibility/2006">
              <mc:Choice xmlns:v="urn:schemas-microsoft-com:vml" Requires="v">
                <p:oleObj name="Equation" r:id="rId7" imgW="3276360" imgH="241200" progId="Equation.DSMT4">
                  <p:embed/>
                </p:oleObj>
              </mc:Choice>
              <mc:Fallback>
                <p:oleObj name="Equation" r:id="rId7" imgW="3276360" imgH="241200" progId="Equation.DSMT4">
                  <p:embed/>
                  <p:pic>
                    <p:nvPicPr>
                      <p:cNvPr id="0" name=""/>
                      <p:cNvPicPr/>
                      <p:nvPr/>
                    </p:nvPicPr>
                    <p:blipFill>
                      <a:blip r:embed="rId8"/>
                      <a:stretch>
                        <a:fillRect/>
                      </a:stretch>
                    </p:blipFill>
                    <p:spPr>
                      <a:xfrm>
                        <a:off x="3315737" y="2899300"/>
                        <a:ext cx="5560525" cy="40949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6D1A8C6-418F-8775-DBA1-054AF9F5376B}"/>
              </a:ext>
            </a:extLst>
          </p:cNvPr>
          <p:cNvGraphicFramePr>
            <a:graphicFrameLocks noChangeAspect="1"/>
          </p:cNvGraphicFramePr>
          <p:nvPr>
            <p:extLst>
              <p:ext uri="{D42A27DB-BD31-4B8C-83A1-F6EECF244321}">
                <p14:modId xmlns:p14="http://schemas.microsoft.com/office/powerpoint/2010/main" val="97460206"/>
              </p:ext>
            </p:extLst>
          </p:nvPr>
        </p:nvGraphicFramePr>
        <p:xfrm>
          <a:off x="3315737" y="3419004"/>
          <a:ext cx="5414434" cy="409495"/>
        </p:xfrm>
        <a:graphic>
          <a:graphicData uri="http://schemas.openxmlformats.org/presentationml/2006/ole">
            <mc:AlternateContent xmlns:mc="http://schemas.openxmlformats.org/markup-compatibility/2006">
              <mc:Choice xmlns:v="urn:schemas-microsoft-com:vml" Requires="v">
                <p:oleObj name="Equation" r:id="rId9" imgW="3022560" imgH="228600" progId="Equation.DSMT4">
                  <p:embed/>
                </p:oleObj>
              </mc:Choice>
              <mc:Fallback>
                <p:oleObj name="Equation" r:id="rId9" imgW="3022560" imgH="228600" progId="Equation.DSMT4">
                  <p:embed/>
                  <p:pic>
                    <p:nvPicPr>
                      <p:cNvPr id="0" name=""/>
                      <p:cNvPicPr/>
                      <p:nvPr/>
                    </p:nvPicPr>
                    <p:blipFill>
                      <a:blip r:embed="rId10"/>
                      <a:stretch>
                        <a:fillRect/>
                      </a:stretch>
                    </p:blipFill>
                    <p:spPr>
                      <a:xfrm>
                        <a:off x="3315737" y="3419004"/>
                        <a:ext cx="5414434" cy="40949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A17C0F1-147D-7CCB-EBFA-8A9A9C52A446}"/>
              </a:ext>
            </a:extLst>
          </p:cNvPr>
          <p:cNvGraphicFramePr>
            <a:graphicFrameLocks noChangeAspect="1"/>
          </p:cNvGraphicFramePr>
          <p:nvPr>
            <p:extLst>
              <p:ext uri="{D42A27DB-BD31-4B8C-83A1-F6EECF244321}">
                <p14:modId xmlns:p14="http://schemas.microsoft.com/office/powerpoint/2010/main" val="3272691236"/>
              </p:ext>
            </p:extLst>
          </p:nvPr>
        </p:nvGraphicFramePr>
        <p:xfrm>
          <a:off x="3315737" y="3992341"/>
          <a:ext cx="2707210" cy="409494"/>
        </p:xfrm>
        <a:graphic>
          <a:graphicData uri="http://schemas.openxmlformats.org/presentationml/2006/ole">
            <mc:AlternateContent xmlns:mc="http://schemas.openxmlformats.org/markup-compatibility/2006">
              <mc:Choice xmlns:v="urn:schemas-microsoft-com:vml" Requires="v">
                <p:oleObj name="Equation" r:id="rId11" imgW="1511280" imgH="228600" progId="Equation.DSMT4">
                  <p:embed/>
                </p:oleObj>
              </mc:Choice>
              <mc:Fallback>
                <p:oleObj name="Equation" r:id="rId11" imgW="1511280" imgH="228600" progId="Equation.DSMT4">
                  <p:embed/>
                  <p:pic>
                    <p:nvPicPr>
                      <p:cNvPr id="0" name=""/>
                      <p:cNvPicPr/>
                      <p:nvPr/>
                    </p:nvPicPr>
                    <p:blipFill>
                      <a:blip r:embed="rId12"/>
                      <a:stretch>
                        <a:fillRect/>
                      </a:stretch>
                    </p:blipFill>
                    <p:spPr>
                      <a:xfrm>
                        <a:off x="3315737" y="3992341"/>
                        <a:ext cx="2707210" cy="409494"/>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F5208F7F-0CE4-2402-CDAD-D9045C4C54CF}"/>
              </a:ext>
            </a:extLst>
          </p:cNvPr>
          <p:cNvSpPr txBox="1"/>
          <p:nvPr/>
        </p:nvSpPr>
        <p:spPr>
          <a:xfrm>
            <a:off x="9170850" y="2899300"/>
            <a:ext cx="1047805"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2.41</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
        <p:nvSpPr>
          <p:cNvPr id="12" name="文本框 11">
            <a:extLst>
              <a:ext uri="{FF2B5EF4-FFF2-40B4-BE49-F238E27FC236}">
                <a16:creationId xmlns:a16="http://schemas.microsoft.com/office/drawing/2014/main" id="{936B8184-D5D9-11F5-80EF-ADDCA0DF007D}"/>
              </a:ext>
            </a:extLst>
          </p:cNvPr>
          <p:cNvSpPr txBox="1"/>
          <p:nvPr/>
        </p:nvSpPr>
        <p:spPr>
          <a:xfrm>
            <a:off x="9149709" y="3439085"/>
            <a:ext cx="1047805"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2.42</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
        <p:nvSpPr>
          <p:cNvPr id="13" name="文本框 12">
            <a:extLst>
              <a:ext uri="{FF2B5EF4-FFF2-40B4-BE49-F238E27FC236}">
                <a16:creationId xmlns:a16="http://schemas.microsoft.com/office/drawing/2014/main" id="{70AED73A-981C-3502-3B63-AD84B50EAED8}"/>
              </a:ext>
            </a:extLst>
          </p:cNvPr>
          <p:cNvSpPr txBox="1"/>
          <p:nvPr/>
        </p:nvSpPr>
        <p:spPr>
          <a:xfrm>
            <a:off x="9196843" y="3992341"/>
            <a:ext cx="1047805"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2.43</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4" name="对象 13">
            <a:extLst>
              <a:ext uri="{FF2B5EF4-FFF2-40B4-BE49-F238E27FC236}">
                <a16:creationId xmlns:a16="http://schemas.microsoft.com/office/drawing/2014/main" id="{5CF13665-611A-6A66-86B6-1112A4E4E150}"/>
              </a:ext>
            </a:extLst>
          </p:cNvPr>
          <p:cNvGraphicFramePr>
            <a:graphicFrameLocks noChangeAspect="1"/>
          </p:cNvGraphicFramePr>
          <p:nvPr>
            <p:extLst>
              <p:ext uri="{D42A27DB-BD31-4B8C-83A1-F6EECF244321}">
                <p14:modId xmlns:p14="http://schemas.microsoft.com/office/powerpoint/2010/main" val="1073424664"/>
              </p:ext>
            </p:extLst>
          </p:nvPr>
        </p:nvGraphicFramePr>
        <p:xfrm>
          <a:off x="775420" y="4560724"/>
          <a:ext cx="280382" cy="407828"/>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0" name=""/>
                      <p:cNvPicPr/>
                      <p:nvPr/>
                    </p:nvPicPr>
                    <p:blipFill>
                      <a:blip r:embed="rId14"/>
                      <a:stretch>
                        <a:fillRect/>
                      </a:stretch>
                    </p:blipFill>
                    <p:spPr>
                      <a:xfrm>
                        <a:off x="775420" y="4560724"/>
                        <a:ext cx="280382" cy="407828"/>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6534396F-263D-ABE0-72DE-51EED536274C}"/>
              </a:ext>
            </a:extLst>
          </p:cNvPr>
          <p:cNvGraphicFramePr>
            <a:graphicFrameLocks noChangeAspect="1"/>
          </p:cNvGraphicFramePr>
          <p:nvPr>
            <p:extLst>
              <p:ext uri="{D42A27DB-BD31-4B8C-83A1-F6EECF244321}">
                <p14:modId xmlns:p14="http://schemas.microsoft.com/office/powerpoint/2010/main" val="3262702077"/>
              </p:ext>
            </p:extLst>
          </p:nvPr>
        </p:nvGraphicFramePr>
        <p:xfrm>
          <a:off x="5548459" y="4586792"/>
          <a:ext cx="280381" cy="373841"/>
        </p:xfrm>
        <a:graphic>
          <a:graphicData uri="http://schemas.openxmlformats.org/presentationml/2006/ole">
            <mc:AlternateContent xmlns:mc="http://schemas.openxmlformats.org/markup-compatibility/2006">
              <mc:Choice xmlns:v="urn:schemas-microsoft-com:vml" Requires="v">
                <p:oleObj name="Equation" r:id="rId15" imgW="152280" imgH="203040" progId="Equation.DSMT4">
                  <p:embed/>
                </p:oleObj>
              </mc:Choice>
              <mc:Fallback>
                <p:oleObj name="Equation" r:id="rId15" imgW="152280" imgH="203040" progId="Equation.DSMT4">
                  <p:embed/>
                  <p:pic>
                    <p:nvPicPr>
                      <p:cNvPr id="0" name=""/>
                      <p:cNvPicPr/>
                      <p:nvPr/>
                    </p:nvPicPr>
                    <p:blipFill>
                      <a:blip r:embed="rId16"/>
                      <a:stretch>
                        <a:fillRect/>
                      </a:stretch>
                    </p:blipFill>
                    <p:spPr>
                      <a:xfrm>
                        <a:off x="5548459" y="4586792"/>
                        <a:ext cx="280381" cy="373841"/>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D2B1022D-6145-9D76-8F1B-A8EDC149895A}"/>
              </a:ext>
            </a:extLst>
          </p:cNvPr>
          <p:cNvGraphicFramePr>
            <a:graphicFrameLocks noChangeAspect="1"/>
          </p:cNvGraphicFramePr>
          <p:nvPr>
            <p:extLst>
              <p:ext uri="{D42A27DB-BD31-4B8C-83A1-F6EECF244321}">
                <p14:modId xmlns:p14="http://schemas.microsoft.com/office/powerpoint/2010/main" val="3484907824"/>
              </p:ext>
            </p:extLst>
          </p:nvPr>
        </p:nvGraphicFramePr>
        <p:xfrm>
          <a:off x="4737869" y="4958669"/>
          <a:ext cx="1285078" cy="373841"/>
        </p:xfrm>
        <a:graphic>
          <a:graphicData uri="http://schemas.openxmlformats.org/presentationml/2006/ole">
            <mc:AlternateContent xmlns:mc="http://schemas.openxmlformats.org/markup-compatibility/2006">
              <mc:Choice xmlns:v="urn:schemas-microsoft-com:vml" Requires="v">
                <p:oleObj name="Equation" r:id="rId17" imgW="698400" imgH="203040" progId="Equation.DSMT4">
                  <p:embed/>
                </p:oleObj>
              </mc:Choice>
              <mc:Fallback>
                <p:oleObj name="Equation" r:id="rId17" imgW="698400" imgH="203040" progId="Equation.DSMT4">
                  <p:embed/>
                  <p:pic>
                    <p:nvPicPr>
                      <p:cNvPr id="0" name=""/>
                      <p:cNvPicPr/>
                      <p:nvPr/>
                    </p:nvPicPr>
                    <p:blipFill>
                      <a:blip r:embed="rId18"/>
                      <a:stretch>
                        <a:fillRect/>
                      </a:stretch>
                    </p:blipFill>
                    <p:spPr>
                      <a:xfrm>
                        <a:off x="4737869" y="4958669"/>
                        <a:ext cx="1285078" cy="373841"/>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64B3AAFB-835B-9096-8998-BEF3DE239980}"/>
              </a:ext>
            </a:extLst>
          </p:cNvPr>
          <p:cNvGraphicFramePr>
            <a:graphicFrameLocks noChangeAspect="1"/>
          </p:cNvGraphicFramePr>
          <p:nvPr>
            <p:extLst>
              <p:ext uri="{D42A27DB-BD31-4B8C-83A1-F6EECF244321}">
                <p14:modId xmlns:p14="http://schemas.microsoft.com/office/powerpoint/2010/main" val="3714881840"/>
              </p:ext>
            </p:extLst>
          </p:nvPr>
        </p:nvGraphicFramePr>
        <p:xfrm>
          <a:off x="4073471" y="5517466"/>
          <a:ext cx="2729960" cy="409494"/>
        </p:xfrm>
        <a:graphic>
          <a:graphicData uri="http://schemas.openxmlformats.org/presentationml/2006/ole">
            <mc:AlternateContent xmlns:mc="http://schemas.openxmlformats.org/markup-compatibility/2006">
              <mc:Choice xmlns:v="urn:schemas-microsoft-com:vml" Requires="v">
                <p:oleObj name="Equation" r:id="rId19" imgW="1523880" imgH="228600" progId="Equation.DSMT4">
                  <p:embed/>
                </p:oleObj>
              </mc:Choice>
              <mc:Fallback>
                <p:oleObj name="Equation" r:id="rId19" imgW="1523880" imgH="228600" progId="Equation.DSMT4">
                  <p:embed/>
                  <p:pic>
                    <p:nvPicPr>
                      <p:cNvPr id="0" name=""/>
                      <p:cNvPicPr/>
                      <p:nvPr/>
                    </p:nvPicPr>
                    <p:blipFill>
                      <a:blip r:embed="rId20"/>
                      <a:stretch>
                        <a:fillRect/>
                      </a:stretch>
                    </p:blipFill>
                    <p:spPr>
                      <a:xfrm>
                        <a:off x="4073471" y="5517466"/>
                        <a:ext cx="2729960" cy="409494"/>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90D825BF-EC84-52A2-891E-FC58D848B56B}"/>
              </a:ext>
            </a:extLst>
          </p:cNvPr>
          <p:cNvGraphicFramePr>
            <a:graphicFrameLocks noChangeAspect="1"/>
          </p:cNvGraphicFramePr>
          <p:nvPr>
            <p:extLst>
              <p:ext uri="{D42A27DB-BD31-4B8C-83A1-F6EECF244321}">
                <p14:modId xmlns:p14="http://schemas.microsoft.com/office/powerpoint/2010/main" val="2703896824"/>
              </p:ext>
            </p:extLst>
          </p:nvPr>
        </p:nvGraphicFramePr>
        <p:xfrm>
          <a:off x="2223536" y="5955328"/>
          <a:ext cx="1699043" cy="671715"/>
        </p:xfrm>
        <a:graphic>
          <a:graphicData uri="http://schemas.openxmlformats.org/presentationml/2006/ole">
            <mc:AlternateContent xmlns:mc="http://schemas.openxmlformats.org/markup-compatibility/2006">
              <mc:Choice xmlns:v="urn:schemas-microsoft-com:vml" Requires="v">
                <p:oleObj name="Equation" r:id="rId21" imgW="1091880" imgH="431640" progId="Equation.DSMT4">
                  <p:embed/>
                </p:oleObj>
              </mc:Choice>
              <mc:Fallback>
                <p:oleObj name="Equation" r:id="rId21" imgW="1091880" imgH="431640" progId="Equation.DSMT4">
                  <p:embed/>
                  <p:pic>
                    <p:nvPicPr>
                      <p:cNvPr id="0" name=""/>
                      <p:cNvPicPr/>
                      <p:nvPr/>
                    </p:nvPicPr>
                    <p:blipFill>
                      <a:blip r:embed="rId22"/>
                      <a:stretch>
                        <a:fillRect/>
                      </a:stretch>
                    </p:blipFill>
                    <p:spPr>
                      <a:xfrm>
                        <a:off x="2223536" y="5955328"/>
                        <a:ext cx="1699043" cy="671715"/>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F9ABF45A-B3BD-4ADC-74A9-A1F19A121940}"/>
              </a:ext>
            </a:extLst>
          </p:cNvPr>
          <p:cNvGraphicFramePr>
            <a:graphicFrameLocks noChangeAspect="1"/>
          </p:cNvGraphicFramePr>
          <p:nvPr>
            <p:extLst>
              <p:ext uri="{D42A27DB-BD31-4B8C-83A1-F6EECF244321}">
                <p14:modId xmlns:p14="http://schemas.microsoft.com/office/powerpoint/2010/main" val="1193278502"/>
              </p:ext>
            </p:extLst>
          </p:nvPr>
        </p:nvGraphicFramePr>
        <p:xfrm>
          <a:off x="4491903" y="6039379"/>
          <a:ext cx="1196746" cy="588231"/>
        </p:xfrm>
        <a:graphic>
          <a:graphicData uri="http://schemas.openxmlformats.org/presentationml/2006/ole">
            <mc:AlternateContent xmlns:mc="http://schemas.openxmlformats.org/markup-compatibility/2006">
              <mc:Choice xmlns:v="urn:schemas-microsoft-com:vml" Requires="v">
                <p:oleObj name="Equation" r:id="rId23" imgW="749160" imgH="368280" progId="Equation.DSMT4">
                  <p:embed/>
                </p:oleObj>
              </mc:Choice>
              <mc:Fallback>
                <p:oleObj name="Equation" r:id="rId23" imgW="749160" imgH="368280" progId="Equation.DSMT4">
                  <p:embed/>
                  <p:pic>
                    <p:nvPicPr>
                      <p:cNvPr id="0" name=""/>
                      <p:cNvPicPr/>
                      <p:nvPr/>
                    </p:nvPicPr>
                    <p:blipFill>
                      <a:blip r:embed="rId24"/>
                      <a:stretch>
                        <a:fillRect/>
                      </a:stretch>
                    </p:blipFill>
                    <p:spPr>
                      <a:xfrm>
                        <a:off x="4491903" y="6039379"/>
                        <a:ext cx="1196746" cy="588231"/>
                      </a:xfrm>
                      <a:prstGeom prst="rect">
                        <a:avLst/>
                      </a:prstGeom>
                    </p:spPr>
                  </p:pic>
                </p:oleObj>
              </mc:Fallback>
            </mc:AlternateContent>
          </a:graphicData>
        </a:graphic>
      </p:graphicFrame>
      <p:sp>
        <p:nvSpPr>
          <p:cNvPr id="21" name="文本框 20">
            <a:extLst>
              <a:ext uri="{FF2B5EF4-FFF2-40B4-BE49-F238E27FC236}">
                <a16:creationId xmlns:a16="http://schemas.microsoft.com/office/drawing/2014/main" id="{B91E820B-68B0-CA84-71D3-0A83342754DA}"/>
              </a:ext>
            </a:extLst>
          </p:cNvPr>
          <p:cNvSpPr txBox="1"/>
          <p:nvPr/>
        </p:nvSpPr>
        <p:spPr>
          <a:xfrm>
            <a:off x="9149709" y="5433623"/>
            <a:ext cx="765927" cy="460960"/>
          </a:xfrm>
          <a:prstGeom prst="rect">
            <a:avLst/>
          </a:prstGeom>
          <a:noFill/>
        </p:spPr>
        <p:txBody>
          <a:bodyPr wrap="square">
            <a:spAutoFit/>
          </a:bodyPr>
          <a:lstStyle/>
          <a:p>
            <a:pPr algn="just">
              <a:lnSpc>
                <a:spcPct val="150000"/>
              </a:lnSpc>
            </a:pP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2.44</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3847885148"/>
      </p:ext>
    </p:extLst>
  </p:cSld>
  <p:clrMapOvr>
    <a:masterClrMapping/>
  </p:clrMapOvr>
  <p:transition advTm="18857"/>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3" name="文本框 2">
            <a:extLst>
              <a:ext uri="{FF2B5EF4-FFF2-40B4-BE49-F238E27FC236}">
                <a16:creationId xmlns:a16="http://schemas.microsoft.com/office/drawing/2014/main" id="{57E891AE-2376-CBD0-5329-AC908FF7DDE4}"/>
              </a:ext>
            </a:extLst>
          </p:cNvPr>
          <p:cNvSpPr txBox="1"/>
          <p:nvPr/>
        </p:nvSpPr>
        <p:spPr>
          <a:xfrm>
            <a:off x="378643" y="933254"/>
            <a:ext cx="11434714" cy="5444888"/>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代入式</a:t>
            </a:r>
            <a:r>
              <a:rPr lang="en-US" altLang="zh-CN" dirty="0">
                <a:latin typeface="微软雅黑" panose="020B0503020204020204" pitchFamily="34" charset="-122"/>
                <a:ea typeface="微软雅黑" panose="020B0503020204020204" pitchFamily="34" charset="-122"/>
              </a:rPr>
              <a:t>(2.41)</a:t>
            </a:r>
            <a:r>
              <a:rPr lang="zh-CN" altLang="en-US" dirty="0">
                <a:latin typeface="微软雅黑" panose="020B0503020204020204" pitchFamily="34" charset="-122"/>
                <a:ea typeface="微软雅黑" panose="020B0503020204020204" pitchFamily="34" charset="-122"/>
              </a:rPr>
              <a:t>和式</a:t>
            </a:r>
            <a:r>
              <a:rPr lang="en-US" altLang="zh-CN" dirty="0">
                <a:latin typeface="微软雅黑" panose="020B0503020204020204" pitchFamily="34" charset="-122"/>
                <a:ea typeface="微软雅黑" panose="020B0503020204020204" pitchFamily="34" charset="-122"/>
              </a:rPr>
              <a:t>(2.42)</a:t>
            </a:r>
            <a:r>
              <a:rPr lang="zh-CN" altLang="en-US" dirty="0">
                <a:latin typeface="微软雅黑" panose="020B0503020204020204" pitchFamily="34" charset="-122"/>
                <a:ea typeface="微软雅黑" panose="020B0503020204020204" pitchFamily="34" charset="-122"/>
              </a:rPr>
              <a:t>，并令</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所以</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两式平方相加</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求出</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令  </a:t>
            </a:r>
            <a:r>
              <a:rPr lang="en-US" altLang="zh-CN" sz="1800" i="1" kern="1000" dirty="0">
                <a:effectLst/>
                <a:latin typeface="Times New Roman" panose="02020603050405020304" pitchFamily="18" charset="0"/>
                <a:ea typeface="宋体" panose="02010600030101010101" pitchFamily="2" charset="-122"/>
              </a:rPr>
              <a:t>K </a:t>
            </a:r>
            <a:r>
              <a:rPr lang="en-US" altLang="zh-CN" sz="1800" kern="1000" dirty="0">
                <a:effectLst/>
                <a:latin typeface="Times New Roman" panose="02020603050405020304" pitchFamily="18" charset="0"/>
                <a:ea typeface="宋体" panose="02010600030101010101" pitchFamily="2" charset="-122"/>
              </a:rPr>
              <a:t>=</a:t>
            </a:r>
            <a:r>
              <a:rPr lang="zh-CN" altLang="en-US" dirty="0">
                <a:latin typeface="微软雅黑" panose="020B0503020204020204" pitchFamily="34" charset="-122"/>
                <a:ea typeface="微软雅黑" panose="020B0503020204020204" pitchFamily="34" charset="-122"/>
              </a:rPr>
              <a:t>                      ，则由</a:t>
            </a:r>
            <a:r>
              <a:rPr lang="en-US" altLang="zh-CN" dirty="0">
                <a:latin typeface="微软雅黑" panose="020B0503020204020204" pitchFamily="34" charset="-122"/>
                <a:ea typeface="微软雅黑" panose="020B0503020204020204" pitchFamily="34" charset="-122"/>
              </a:rPr>
              <a:t>(2.45)</a:t>
            </a:r>
            <a:r>
              <a:rPr lang="zh-CN" altLang="en-US" dirty="0">
                <a:latin typeface="微软雅黑" panose="020B0503020204020204" pitchFamily="34" charset="-122"/>
                <a:ea typeface="微软雅黑" panose="020B0503020204020204" pitchFamily="34" charset="-122"/>
              </a:rPr>
              <a:t>式得</a:t>
            </a: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01C5C73A-EB5F-E9EF-0237-8490B82A769F}"/>
              </a:ext>
            </a:extLst>
          </p:cNvPr>
          <p:cNvGraphicFramePr>
            <a:graphicFrameLocks noChangeAspect="1"/>
          </p:cNvGraphicFramePr>
          <p:nvPr>
            <p:extLst>
              <p:ext uri="{D42A27DB-BD31-4B8C-83A1-F6EECF244321}">
                <p14:modId xmlns:p14="http://schemas.microsoft.com/office/powerpoint/2010/main" val="1868745107"/>
              </p:ext>
            </p:extLst>
          </p:nvPr>
        </p:nvGraphicFramePr>
        <p:xfrm>
          <a:off x="3689676" y="1032910"/>
          <a:ext cx="3416315" cy="458908"/>
        </p:xfrm>
        <a:graphic>
          <a:graphicData uri="http://schemas.openxmlformats.org/presentationml/2006/ole">
            <mc:AlternateContent xmlns:mc="http://schemas.openxmlformats.org/markup-compatibility/2006">
              <mc:Choice xmlns:v="urn:schemas-microsoft-com:vml" Requires="v">
                <p:oleObj name="Equation" r:id="rId3" imgW="1701720" imgH="228600" progId="Equation.DSMT4">
                  <p:embed/>
                </p:oleObj>
              </mc:Choice>
              <mc:Fallback>
                <p:oleObj name="Equation" r:id="rId3" imgW="1701720" imgH="228600" progId="Equation.DSMT4">
                  <p:embed/>
                  <p:pic>
                    <p:nvPicPr>
                      <p:cNvPr id="0" name=""/>
                      <p:cNvPicPr/>
                      <p:nvPr/>
                    </p:nvPicPr>
                    <p:blipFill>
                      <a:blip r:embed="rId4"/>
                      <a:stretch>
                        <a:fillRect/>
                      </a:stretch>
                    </p:blipFill>
                    <p:spPr>
                      <a:xfrm>
                        <a:off x="3689676" y="1032910"/>
                        <a:ext cx="3416315" cy="45890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7FAE8BAB-0439-78BE-35C6-98B45BD44E64}"/>
              </a:ext>
            </a:extLst>
          </p:cNvPr>
          <p:cNvSpPr txBox="1"/>
          <p:nvPr/>
        </p:nvSpPr>
        <p:spPr>
          <a:xfrm>
            <a:off x="7293990" y="1076844"/>
            <a:ext cx="2811544"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的系数</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8" name="对象 7">
            <a:extLst>
              <a:ext uri="{FF2B5EF4-FFF2-40B4-BE49-F238E27FC236}">
                <a16:creationId xmlns:a16="http://schemas.microsoft.com/office/drawing/2014/main" id="{EC7CD2E8-AC91-8F21-30D6-85824D23D969}"/>
              </a:ext>
            </a:extLst>
          </p:cNvPr>
          <p:cNvGraphicFramePr>
            <a:graphicFrameLocks noChangeAspect="1"/>
          </p:cNvGraphicFramePr>
          <p:nvPr>
            <p:extLst>
              <p:ext uri="{D42A27DB-BD31-4B8C-83A1-F6EECF244321}">
                <p14:modId xmlns:p14="http://schemas.microsoft.com/office/powerpoint/2010/main" val="3906466078"/>
              </p:ext>
            </p:extLst>
          </p:nvPr>
        </p:nvGraphicFramePr>
        <p:xfrm>
          <a:off x="7558085" y="1032910"/>
          <a:ext cx="267878" cy="357171"/>
        </p:xfrm>
        <a:graphic>
          <a:graphicData uri="http://schemas.openxmlformats.org/presentationml/2006/ole">
            <mc:AlternateContent xmlns:mc="http://schemas.openxmlformats.org/markup-compatibility/2006">
              <mc:Choice xmlns:v="urn:schemas-microsoft-com:vml" Requires="v">
                <p:oleObj name="Equation" r:id="rId5" imgW="152280" imgH="203040" progId="Equation.DSMT4">
                  <p:embed/>
                </p:oleObj>
              </mc:Choice>
              <mc:Fallback>
                <p:oleObj name="Equation" r:id="rId5" imgW="152280" imgH="203040" progId="Equation.DSMT4">
                  <p:embed/>
                  <p:pic>
                    <p:nvPicPr>
                      <p:cNvPr id="0" name=""/>
                      <p:cNvPicPr/>
                      <p:nvPr/>
                    </p:nvPicPr>
                    <p:blipFill>
                      <a:blip r:embed="rId6"/>
                      <a:stretch>
                        <a:fillRect/>
                      </a:stretch>
                    </p:blipFill>
                    <p:spPr>
                      <a:xfrm>
                        <a:off x="7558085" y="1032910"/>
                        <a:ext cx="267878" cy="357171"/>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E5EEF35-95A3-5D76-BED0-B3E34E00DFEE}"/>
              </a:ext>
            </a:extLst>
          </p:cNvPr>
          <p:cNvGraphicFramePr>
            <a:graphicFrameLocks noChangeAspect="1"/>
          </p:cNvGraphicFramePr>
          <p:nvPr>
            <p:extLst>
              <p:ext uri="{D42A27DB-BD31-4B8C-83A1-F6EECF244321}">
                <p14:modId xmlns:p14="http://schemas.microsoft.com/office/powerpoint/2010/main" val="1781734387"/>
              </p:ext>
            </p:extLst>
          </p:nvPr>
        </p:nvGraphicFramePr>
        <p:xfrm>
          <a:off x="3689675" y="1552687"/>
          <a:ext cx="1080288" cy="360096"/>
        </p:xfrm>
        <a:graphic>
          <a:graphicData uri="http://schemas.openxmlformats.org/presentationml/2006/ole">
            <mc:AlternateContent xmlns:mc="http://schemas.openxmlformats.org/markup-compatibility/2006">
              <mc:Choice xmlns:v="urn:schemas-microsoft-com:vml" Requires="v">
                <p:oleObj name="Equation" r:id="rId7" imgW="609480" imgH="203040" progId="Equation.DSMT4">
                  <p:embed/>
                </p:oleObj>
              </mc:Choice>
              <mc:Fallback>
                <p:oleObj name="Equation" r:id="rId7" imgW="609480" imgH="203040" progId="Equation.DSMT4">
                  <p:embed/>
                  <p:pic>
                    <p:nvPicPr>
                      <p:cNvPr id="0" name=""/>
                      <p:cNvPicPr/>
                      <p:nvPr/>
                    </p:nvPicPr>
                    <p:blipFill>
                      <a:blip r:embed="rId8"/>
                      <a:stretch>
                        <a:fillRect/>
                      </a:stretch>
                    </p:blipFill>
                    <p:spPr>
                      <a:xfrm>
                        <a:off x="3689675" y="1552687"/>
                        <a:ext cx="1080288" cy="360096"/>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27F9490C-F882-97D7-20BE-17AF432513B9}"/>
              </a:ext>
            </a:extLst>
          </p:cNvPr>
          <p:cNvSpPr txBox="1"/>
          <p:nvPr/>
        </p:nvSpPr>
        <p:spPr>
          <a:xfrm>
            <a:off x="5269451" y="1578206"/>
            <a:ext cx="2811544"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的系数</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1" name="对象 10">
            <a:extLst>
              <a:ext uri="{FF2B5EF4-FFF2-40B4-BE49-F238E27FC236}">
                <a16:creationId xmlns:a16="http://schemas.microsoft.com/office/drawing/2014/main" id="{38098B0B-F560-5639-BA57-3A01B6A35139}"/>
              </a:ext>
            </a:extLst>
          </p:cNvPr>
          <p:cNvGraphicFramePr>
            <a:graphicFrameLocks noChangeAspect="1"/>
          </p:cNvGraphicFramePr>
          <p:nvPr>
            <p:extLst>
              <p:ext uri="{D42A27DB-BD31-4B8C-83A1-F6EECF244321}">
                <p14:modId xmlns:p14="http://schemas.microsoft.com/office/powerpoint/2010/main" val="2172386478"/>
              </p:ext>
            </p:extLst>
          </p:nvPr>
        </p:nvGraphicFramePr>
        <p:xfrm>
          <a:off x="5497004" y="1491817"/>
          <a:ext cx="300481" cy="437063"/>
        </p:xfrm>
        <a:graphic>
          <a:graphicData uri="http://schemas.openxmlformats.org/presentationml/2006/ole">
            <mc:AlternateContent xmlns:mc="http://schemas.openxmlformats.org/markup-compatibility/2006">
              <mc:Choice xmlns:v="urn:schemas-microsoft-com:vml" Requires="v">
                <p:oleObj name="Equation" r:id="rId9" imgW="139680" imgH="203040" progId="Equation.DSMT4">
                  <p:embed/>
                </p:oleObj>
              </mc:Choice>
              <mc:Fallback>
                <p:oleObj name="Equation" r:id="rId9" imgW="139680" imgH="203040" progId="Equation.DSMT4">
                  <p:embed/>
                  <p:pic>
                    <p:nvPicPr>
                      <p:cNvPr id="0" name=""/>
                      <p:cNvPicPr/>
                      <p:nvPr/>
                    </p:nvPicPr>
                    <p:blipFill>
                      <a:blip r:embed="rId10"/>
                      <a:stretch>
                        <a:fillRect/>
                      </a:stretch>
                    </p:blipFill>
                    <p:spPr>
                      <a:xfrm>
                        <a:off x="5497004" y="1491817"/>
                        <a:ext cx="300481" cy="43706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43D44233-2C57-9728-ABC1-EBF905619904}"/>
              </a:ext>
            </a:extLst>
          </p:cNvPr>
          <p:cNvGraphicFramePr>
            <a:graphicFrameLocks noChangeAspect="1"/>
          </p:cNvGraphicFramePr>
          <p:nvPr>
            <p:extLst>
              <p:ext uri="{D42A27DB-BD31-4B8C-83A1-F6EECF244321}">
                <p14:modId xmlns:p14="http://schemas.microsoft.com/office/powerpoint/2010/main" val="3375753857"/>
              </p:ext>
            </p:extLst>
          </p:nvPr>
        </p:nvGraphicFramePr>
        <p:xfrm>
          <a:off x="3792848" y="2442527"/>
          <a:ext cx="2169826" cy="369332"/>
        </p:xfrm>
        <a:graphic>
          <a:graphicData uri="http://schemas.openxmlformats.org/presentationml/2006/ole">
            <mc:AlternateContent xmlns:mc="http://schemas.openxmlformats.org/markup-compatibility/2006">
              <mc:Choice xmlns:v="urn:schemas-microsoft-com:vml" Requires="v">
                <p:oleObj name="Equation" r:id="rId11" imgW="1193760" imgH="203040" progId="Equation.DSMT4">
                  <p:embed/>
                </p:oleObj>
              </mc:Choice>
              <mc:Fallback>
                <p:oleObj name="Equation" r:id="rId11" imgW="1193760" imgH="203040" progId="Equation.DSMT4">
                  <p:embed/>
                  <p:pic>
                    <p:nvPicPr>
                      <p:cNvPr id="0" name=""/>
                      <p:cNvPicPr/>
                      <p:nvPr/>
                    </p:nvPicPr>
                    <p:blipFill>
                      <a:blip r:embed="rId12"/>
                      <a:stretch>
                        <a:fillRect/>
                      </a:stretch>
                    </p:blipFill>
                    <p:spPr>
                      <a:xfrm>
                        <a:off x="3792848" y="2442527"/>
                        <a:ext cx="2169826" cy="36933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EDA9DDC6-518E-BED4-6752-461D5694BC7D}"/>
              </a:ext>
            </a:extLst>
          </p:cNvPr>
          <p:cNvGraphicFramePr>
            <a:graphicFrameLocks noChangeAspect="1"/>
          </p:cNvGraphicFramePr>
          <p:nvPr>
            <p:extLst>
              <p:ext uri="{D42A27DB-BD31-4B8C-83A1-F6EECF244321}">
                <p14:modId xmlns:p14="http://schemas.microsoft.com/office/powerpoint/2010/main" val="325623119"/>
              </p:ext>
            </p:extLst>
          </p:nvPr>
        </p:nvGraphicFramePr>
        <p:xfrm>
          <a:off x="3792848" y="3059668"/>
          <a:ext cx="1685077" cy="369332"/>
        </p:xfrm>
        <a:graphic>
          <a:graphicData uri="http://schemas.openxmlformats.org/presentationml/2006/ole">
            <mc:AlternateContent xmlns:mc="http://schemas.openxmlformats.org/markup-compatibility/2006">
              <mc:Choice xmlns:v="urn:schemas-microsoft-com:vml" Requires="v">
                <p:oleObj name="Equation" r:id="rId13" imgW="927000" imgH="203040" progId="Equation.DSMT4">
                  <p:embed/>
                </p:oleObj>
              </mc:Choice>
              <mc:Fallback>
                <p:oleObj name="Equation" r:id="rId13" imgW="927000" imgH="203040" progId="Equation.DSMT4">
                  <p:embed/>
                  <p:pic>
                    <p:nvPicPr>
                      <p:cNvPr id="0" name=""/>
                      <p:cNvPicPr/>
                      <p:nvPr/>
                    </p:nvPicPr>
                    <p:blipFill>
                      <a:blip r:embed="rId14"/>
                      <a:stretch>
                        <a:fillRect/>
                      </a:stretch>
                    </p:blipFill>
                    <p:spPr>
                      <a:xfrm>
                        <a:off x="3792848" y="3059668"/>
                        <a:ext cx="1685077" cy="36933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3FE6FEE2-532F-7D02-031E-4E764CA942EA}"/>
              </a:ext>
            </a:extLst>
          </p:cNvPr>
          <p:cNvGraphicFramePr>
            <a:graphicFrameLocks noChangeAspect="1"/>
          </p:cNvGraphicFramePr>
          <p:nvPr>
            <p:extLst>
              <p:ext uri="{D42A27DB-BD31-4B8C-83A1-F6EECF244321}">
                <p14:modId xmlns:p14="http://schemas.microsoft.com/office/powerpoint/2010/main" val="4292620014"/>
              </p:ext>
            </p:extLst>
          </p:nvPr>
        </p:nvGraphicFramePr>
        <p:xfrm>
          <a:off x="3751605" y="3669252"/>
          <a:ext cx="2563036" cy="360096"/>
        </p:xfrm>
        <a:graphic>
          <a:graphicData uri="http://schemas.openxmlformats.org/presentationml/2006/ole">
            <mc:AlternateContent xmlns:mc="http://schemas.openxmlformats.org/markup-compatibility/2006">
              <mc:Choice xmlns:v="urn:schemas-microsoft-com:vml" Requires="v">
                <p:oleObj name="Equation" r:id="rId15" imgW="1536480" imgH="215640" progId="Equation.DSMT4">
                  <p:embed/>
                </p:oleObj>
              </mc:Choice>
              <mc:Fallback>
                <p:oleObj name="Equation" r:id="rId15" imgW="1536480" imgH="215640" progId="Equation.DSMT4">
                  <p:embed/>
                  <p:pic>
                    <p:nvPicPr>
                      <p:cNvPr id="0" name=""/>
                      <p:cNvPicPr/>
                      <p:nvPr/>
                    </p:nvPicPr>
                    <p:blipFill>
                      <a:blip r:embed="rId16"/>
                      <a:stretch>
                        <a:fillRect/>
                      </a:stretch>
                    </p:blipFill>
                    <p:spPr>
                      <a:xfrm>
                        <a:off x="3751605" y="3669252"/>
                        <a:ext cx="2563036" cy="360096"/>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E04D2DD0-962A-AD60-820F-D55F003B0273}"/>
              </a:ext>
            </a:extLst>
          </p:cNvPr>
          <p:cNvGraphicFramePr>
            <a:graphicFrameLocks noChangeAspect="1"/>
          </p:cNvGraphicFramePr>
          <p:nvPr>
            <p:extLst>
              <p:ext uri="{D42A27DB-BD31-4B8C-83A1-F6EECF244321}">
                <p14:modId xmlns:p14="http://schemas.microsoft.com/office/powerpoint/2010/main" val="631345200"/>
              </p:ext>
            </p:extLst>
          </p:nvPr>
        </p:nvGraphicFramePr>
        <p:xfrm>
          <a:off x="3749800" y="4568328"/>
          <a:ext cx="2442678" cy="642810"/>
        </p:xfrm>
        <a:graphic>
          <a:graphicData uri="http://schemas.openxmlformats.org/presentationml/2006/ole">
            <mc:AlternateContent xmlns:mc="http://schemas.openxmlformats.org/markup-compatibility/2006">
              <mc:Choice xmlns:v="urn:schemas-microsoft-com:vml" Requires="v">
                <p:oleObj name="Equation" r:id="rId17" imgW="1688760" imgH="444240" progId="Equation.DSMT4">
                  <p:embed/>
                </p:oleObj>
              </mc:Choice>
              <mc:Fallback>
                <p:oleObj name="Equation" r:id="rId17" imgW="1688760" imgH="444240" progId="Equation.DSMT4">
                  <p:embed/>
                  <p:pic>
                    <p:nvPicPr>
                      <p:cNvPr id="0" name=""/>
                      <p:cNvPicPr/>
                      <p:nvPr/>
                    </p:nvPicPr>
                    <p:blipFill>
                      <a:blip r:embed="rId18"/>
                      <a:stretch>
                        <a:fillRect/>
                      </a:stretch>
                    </p:blipFill>
                    <p:spPr>
                      <a:xfrm>
                        <a:off x="3749800" y="4568328"/>
                        <a:ext cx="2442678" cy="64281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ED266B10-4AB0-A476-570C-2FBC3DBE167F}"/>
              </a:ext>
            </a:extLst>
          </p:cNvPr>
          <p:cNvGraphicFramePr>
            <a:graphicFrameLocks noChangeAspect="1"/>
          </p:cNvGraphicFramePr>
          <p:nvPr>
            <p:extLst>
              <p:ext uri="{D42A27DB-BD31-4B8C-83A1-F6EECF244321}">
                <p14:modId xmlns:p14="http://schemas.microsoft.com/office/powerpoint/2010/main" val="355183929"/>
              </p:ext>
            </p:extLst>
          </p:nvPr>
        </p:nvGraphicFramePr>
        <p:xfrm>
          <a:off x="6781932" y="4612244"/>
          <a:ext cx="1044031" cy="504615"/>
        </p:xfrm>
        <a:graphic>
          <a:graphicData uri="http://schemas.openxmlformats.org/presentationml/2006/ole">
            <mc:AlternateContent xmlns:mc="http://schemas.openxmlformats.org/markup-compatibility/2006">
              <mc:Choice xmlns:v="urn:schemas-microsoft-com:vml" Requires="v">
                <p:oleObj name="Equation" r:id="rId19" imgW="761760" imgH="368280" progId="Equation.DSMT4">
                  <p:embed/>
                </p:oleObj>
              </mc:Choice>
              <mc:Fallback>
                <p:oleObj name="Equation" r:id="rId19" imgW="761760" imgH="368280" progId="Equation.DSMT4">
                  <p:embed/>
                  <p:pic>
                    <p:nvPicPr>
                      <p:cNvPr id="0" name=""/>
                      <p:cNvPicPr/>
                      <p:nvPr/>
                    </p:nvPicPr>
                    <p:blipFill>
                      <a:blip r:embed="rId20"/>
                      <a:stretch>
                        <a:fillRect/>
                      </a:stretch>
                    </p:blipFill>
                    <p:spPr>
                      <a:xfrm>
                        <a:off x="6781932" y="4612244"/>
                        <a:ext cx="1044031" cy="504615"/>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34C75231-8928-34E6-A77C-81333389810B}"/>
              </a:ext>
            </a:extLst>
          </p:cNvPr>
          <p:cNvGraphicFramePr>
            <a:graphicFrameLocks noChangeAspect="1"/>
          </p:cNvGraphicFramePr>
          <p:nvPr>
            <p:extLst>
              <p:ext uri="{D42A27DB-BD31-4B8C-83A1-F6EECF244321}">
                <p14:modId xmlns:p14="http://schemas.microsoft.com/office/powerpoint/2010/main" val="1931063798"/>
              </p:ext>
            </p:extLst>
          </p:nvPr>
        </p:nvGraphicFramePr>
        <p:xfrm>
          <a:off x="4144321" y="5982945"/>
          <a:ext cx="1653164" cy="406933"/>
        </p:xfrm>
        <a:graphic>
          <a:graphicData uri="http://schemas.openxmlformats.org/presentationml/2006/ole">
            <mc:AlternateContent xmlns:mc="http://schemas.openxmlformats.org/markup-compatibility/2006">
              <mc:Choice xmlns:v="urn:schemas-microsoft-com:vml" Requires="v">
                <p:oleObj name="Equation" r:id="rId21" imgW="825480" imgH="203040" progId="Equation.DSMT4">
                  <p:embed/>
                </p:oleObj>
              </mc:Choice>
              <mc:Fallback>
                <p:oleObj name="Equation" r:id="rId21" imgW="825480" imgH="203040" progId="Equation.DSMT4">
                  <p:embed/>
                  <p:pic>
                    <p:nvPicPr>
                      <p:cNvPr id="0" name=""/>
                      <p:cNvPicPr/>
                      <p:nvPr/>
                    </p:nvPicPr>
                    <p:blipFill>
                      <a:blip r:embed="rId22"/>
                      <a:stretch>
                        <a:fillRect/>
                      </a:stretch>
                    </p:blipFill>
                    <p:spPr>
                      <a:xfrm>
                        <a:off x="4144321" y="5982945"/>
                        <a:ext cx="1653164" cy="406933"/>
                      </a:xfrm>
                      <a:prstGeom prst="rect">
                        <a:avLst/>
                      </a:prstGeom>
                    </p:spPr>
                  </p:pic>
                </p:oleObj>
              </mc:Fallback>
            </mc:AlternateContent>
          </a:graphicData>
        </a:graphic>
      </p:graphicFrame>
      <p:sp>
        <p:nvSpPr>
          <p:cNvPr id="23" name="文本框 22">
            <a:extLst>
              <a:ext uri="{FF2B5EF4-FFF2-40B4-BE49-F238E27FC236}">
                <a16:creationId xmlns:a16="http://schemas.microsoft.com/office/drawing/2014/main" id="{453EE971-D0DE-4E64-3DC7-97864D0F800E}"/>
              </a:ext>
            </a:extLst>
          </p:cNvPr>
          <p:cNvSpPr txBox="1"/>
          <p:nvPr/>
        </p:nvSpPr>
        <p:spPr>
          <a:xfrm>
            <a:off x="6669591" y="2534676"/>
            <a:ext cx="1685077" cy="297517"/>
          </a:xfrm>
          <a:prstGeom prst="rect">
            <a:avLst/>
          </a:prstGeom>
          <a:noFill/>
        </p:spPr>
        <p:txBody>
          <a:bodyPr wrap="square">
            <a:spAutoFit/>
          </a:bodyPr>
          <a:lstStyle/>
          <a:p>
            <a:pPr algn="just">
              <a:lnSpc>
                <a:spcPts val="1595"/>
              </a:lnSpc>
              <a:spcBef>
                <a:spcPts val="400"/>
              </a:spcBef>
              <a:spcAft>
                <a:spcPts val="400"/>
              </a:spcAft>
              <a:tabLst>
                <a:tab pos="5364480" algn="r"/>
              </a:tabLst>
            </a:pPr>
            <a:r>
              <a:rPr lang="en-US" altLang="zh-CN" sz="1800" kern="1050" dirty="0">
                <a:effectLst/>
                <a:latin typeface="宋体" panose="02010600030101010101" pitchFamily="2" charset="-122"/>
                <a:ea typeface="宋体" panose="02010600030101010101" pitchFamily="2" charset="-122"/>
              </a:rPr>
              <a:t>(</a:t>
            </a:r>
            <a:r>
              <a:rPr lang="en-US" altLang="zh-CN" sz="1800" kern="1050" dirty="0">
                <a:effectLst/>
                <a:latin typeface="Times New Roman" panose="02020603050405020304" pitchFamily="18" charset="0"/>
                <a:ea typeface="宋体" panose="02010600030101010101" pitchFamily="2" charset="-122"/>
              </a:rPr>
              <a:t>2.45</a:t>
            </a:r>
            <a:r>
              <a:rPr lang="en-US" altLang="zh-CN" sz="1800" kern="1050" dirty="0">
                <a:effectLst/>
                <a:latin typeface="宋体" panose="02010600030101010101" pitchFamily="2" charset="-122"/>
                <a:ea typeface="宋体" panose="02010600030101010101" pitchFamily="2" charset="-122"/>
              </a:rPr>
              <a:t>)</a:t>
            </a:r>
            <a:endParaRPr lang="zh-CN" altLang="zh-CN" sz="1800" kern="1050" dirty="0">
              <a:effectLst/>
              <a:latin typeface="Times New Roman" panose="02020603050405020304" pitchFamily="18" charset="0"/>
              <a:ea typeface="宋体" panose="02010600030101010101" pitchFamily="2" charset="-122"/>
            </a:endParaRPr>
          </a:p>
        </p:txBody>
      </p:sp>
      <p:graphicFrame>
        <p:nvGraphicFramePr>
          <p:cNvPr id="24" name="对象 23">
            <a:extLst>
              <a:ext uri="{FF2B5EF4-FFF2-40B4-BE49-F238E27FC236}">
                <a16:creationId xmlns:a16="http://schemas.microsoft.com/office/drawing/2014/main" id="{1991066F-F2B5-96B3-0052-14E8AEC24944}"/>
              </a:ext>
            </a:extLst>
          </p:cNvPr>
          <p:cNvGraphicFramePr>
            <a:graphicFrameLocks noChangeAspect="1"/>
          </p:cNvGraphicFramePr>
          <p:nvPr>
            <p:extLst>
              <p:ext uri="{D42A27DB-BD31-4B8C-83A1-F6EECF244321}">
                <p14:modId xmlns:p14="http://schemas.microsoft.com/office/powerpoint/2010/main" val="796297061"/>
              </p:ext>
            </p:extLst>
          </p:nvPr>
        </p:nvGraphicFramePr>
        <p:xfrm>
          <a:off x="1319835" y="5509555"/>
          <a:ext cx="1063927" cy="415191"/>
        </p:xfrm>
        <a:graphic>
          <a:graphicData uri="http://schemas.openxmlformats.org/presentationml/2006/ole">
            <mc:AlternateContent xmlns:mc="http://schemas.openxmlformats.org/markup-compatibility/2006">
              <mc:Choice xmlns:v="urn:schemas-microsoft-com:vml" Requires="v">
                <p:oleObj name="Equation" r:id="rId23" imgW="520560" imgH="203040" progId="Equation.DSMT4">
                  <p:embed/>
                </p:oleObj>
              </mc:Choice>
              <mc:Fallback>
                <p:oleObj name="Equation" r:id="rId23" imgW="520560" imgH="203040" progId="Equation.DSMT4">
                  <p:embed/>
                  <p:pic>
                    <p:nvPicPr>
                      <p:cNvPr id="0" name=""/>
                      <p:cNvPicPr/>
                      <p:nvPr/>
                    </p:nvPicPr>
                    <p:blipFill>
                      <a:blip r:embed="rId24"/>
                      <a:stretch>
                        <a:fillRect/>
                      </a:stretch>
                    </p:blipFill>
                    <p:spPr>
                      <a:xfrm>
                        <a:off x="1319835" y="5509555"/>
                        <a:ext cx="1063927" cy="415191"/>
                      </a:xfrm>
                      <a:prstGeom prst="rect">
                        <a:avLst/>
                      </a:prstGeom>
                    </p:spPr>
                  </p:pic>
                </p:oleObj>
              </mc:Fallback>
            </mc:AlternateContent>
          </a:graphicData>
        </a:graphic>
      </p:graphicFrame>
    </p:spTree>
    <p:extLst>
      <p:ext uri="{BB962C8B-B14F-4D97-AF65-F5344CB8AC3E}">
        <p14:creationId xmlns:p14="http://schemas.microsoft.com/office/powerpoint/2010/main" val="1639654525"/>
      </p:ext>
    </p:extLst>
  </p:cSld>
  <p:clrMapOvr>
    <a:masterClrMapping/>
  </p:clrMapOvr>
  <p:transition advTm="18857"/>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sp>
        <p:nvSpPr>
          <p:cNvPr id="8" name="文本框 7">
            <a:extLst>
              <a:ext uri="{FF2B5EF4-FFF2-40B4-BE49-F238E27FC236}">
                <a16:creationId xmlns:a16="http://schemas.microsoft.com/office/drawing/2014/main" id="{F871A961-342A-EDE4-C33A-D314BE244204}"/>
              </a:ext>
            </a:extLst>
          </p:cNvPr>
          <p:cNvSpPr txBox="1"/>
          <p:nvPr/>
        </p:nvSpPr>
        <p:spPr>
          <a:xfrm>
            <a:off x="149399" y="1075773"/>
            <a:ext cx="10890314" cy="5029390"/>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等式两端平方可得</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亦可写成</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kern="1000" dirty="0">
                <a:latin typeface="微软雅黑" panose="020B0503020204020204" pitchFamily="34" charset="-122"/>
                <a:ea typeface="微软雅黑" panose="020B0503020204020204" pitchFamily="34" charset="-122"/>
              </a:rPr>
              <a:t>从而可以推出</a:t>
            </a: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kern="1000" dirty="0">
                <a:latin typeface="微软雅黑" panose="020B0503020204020204" pitchFamily="34" charset="-122"/>
                <a:ea typeface="微软雅黑" panose="020B0503020204020204" pitchFamily="34" charset="-122"/>
              </a:rPr>
              <a:t>把该式与</a:t>
            </a:r>
            <a:r>
              <a:rPr lang="en-US" altLang="zh-CN" kern="1000" dirty="0">
                <a:latin typeface="微软雅黑" panose="020B0503020204020204" pitchFamily="34" charset="-122"/>
                <a:ea typeface="微软雅黑" panose="020B0503020204020204" pitchFamily="34" charset="-122"/>
              </a:rPr>
              <a:t>(2.45)</a:t>
            </a:r>
            <a:r>
              <a:rPr lang="zh-CN" altLang="en-US" kern="1000" dirty="0">
                <a:latin typeface="微软雅黑" panose="020B0503020204020204" pitchFamily="34" charset="-122"/>
                <a:ea typeface="微软雅黑" panose="020B0503020204020204" pitchFamily="34" charset="-122"/>
              </a:rPr>
              <a:t>式相除，可得</a:t>
            </a: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kern="1000" dirty="0">
                <a:latin typeface="微软雅黑" panose="020B0503020204020204" pitchFamily="34" charset="-122"/>
                <a:ea typeface="微软雅黑" panose="020B0503020204020204" pitchFamily="34" charset="-122"/>
              </a:rPr>
              <a:t>上式亦可写成</a:t>
            </a: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r>
              <a:rPr lang="zh-CN" altLang="en-US" kern="1000" dirty="0">
                <a:latin typeface="微软雅黑" panose="020B0503020204020204" pitchFamily="34" charset="-122"/>
                <a:ea typeface="微软雅黑" panose="020B0503020204020204" pitchFamily="34" charset="-122"/>
              </a:rPr>
              <a:t>化简上式，得到</a:t>
            </a:r>
            <a:endParaRPr lang="en-US" altLang="zh-CN" kern="1000" dirty="0">
              <a:latin typeface="微软雅黑" panose="020B0503020204020204" pitchFamily="34" charset="-122"/>
              <a:ea typeface="微软雅黑" panose="020B0503020204020204" pitchFamily="34" charset="-122"/>
            </a:endParaRPr>
          </a:p>
        </p:txBody>
      </p:sp>
      <p:graphicFrame>
        <p:nvGraphicFramePr>
          <p:cNvPr id="11" name="对象 10">
            <a:extLst>
              <a:ext uri="{FF2B5EF4-FFF2-40B4-BE49-F238E27FC236}">
                <a16:creationId xmlns:a16="http://schemas.microsoft.com/office/drawing/2014/main" id="{F914A7B5-2539-1115-86D8-13FE321E0344}"/>
              </a:ext>
            </a:extLst>
          </p:cNvPr>
          <p:cNvGraphicFramePr>
            <a:graphicFrameLocks noChangeAspect="1"/>
          </p:cNvGraphicFramePr>
          <p:nvPr>
            <p:extLst>
              <p:ext uri="{D42A27DB-BD31-4B8C-83A1-F6EECF244321}">
                <p14:modId xmlns:p14="http://schemas.microsoft.com/office/powerpoint/2010/main" val="3402451928"/>
              </p:ext>
            </p:extLst>
          </p:nvPr>
        </p:nvGraphicFramePr>
        <p:xfrm>
          <a:off x="3740477" y="1318815"/>
          <a:ext cx="2355523" cy="317809"/>
        </p:xfrm>
        <a:graphic>
          <a:graphicData uri="http://schemas.openxmlformats.org/presentationml/2006/ole">
            <mc:AlternateContent xmlns:mc="http://schemas.openxmlformats.org/markup-compatibility/2006">
              <mc:Choice xmlns:v="urn:schemas-microsoft-com:vml" Requires="v">
                <p:oleObj name="Equation" r:id="rId3" imgW="1600200" imgH="215640" progId="Equation.DSMT4">
                  <p:embed/>
                </p:oleObj>
              </mc:Choice>
              <mc:Fallback>
                <p:oleObj name="Equation" r:id="rId3" imgW="1600200" imgH="215640" progId="Equation.DSMT4">
                  <p:embed/>
                  <p:pic>
                    <p:nvPicPr>
                      <p:cNvPr id="0" name=""/>
                      <p:cNvPicPr/>
                      <p:nvPr/>
                    </p:nvPicPr>
                    <p:blipFill>
                      <a:blip r:embed="rId4"/>
                      <a:stretch>
                        <a:fillRect/>
                      </a:stretch>
                    </p:blipFill>
                    <p:spPr>
                      <a:xfrm>
                        <a:off x="3740477" y="1318815"/>
                        <a:ext cx="2355523" cy="31780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6E44F0D-8351-8DDD-DD62-6E912D7EF336}"/>
              </a:ext>
            </a:extLst>
          </p:cNvPr>
          <p:cNvGraphicFramePr>
            <a:graphicFrameLocks noChangeAspect="1"/>
          </p:cNvGraphicFramePr>
          <p:nvPr>
            <p:extLst>
              <p:ext uri="{D42A27DB-BD31-4B8C-83A1-F6EECF244321}">
                <p14:modId xmlns:p14="http://schemas.microsoft.com/office/powerpoint/2010/main" val="2760509254"/>
              </p:ext>
            </p:extLst>
          </p:nvPr>
        </p:nvGraphicFramePr>
        <p:xfrm>
          <a:off x="3248385" y="1886701"/>
          <a:ext cx="4692342" cy="317808"/>
        </p:xfrm>
        <a:graphic>
          <a:graphicData uri="http://schemas.openxmlformats.org/presentationml/2006/ole">
            <mc:AlternateContent xmlns:mc="http://schemas.openxmlformats.org/markup-compatibility/2006">
              <mc:Choice xmlns:v="urn:schemas-microsoft-com:vml" Requires="v">
                <p:oleObj name="Equation" r:id="rId5" imgW="3187440" imgH="215640" progId="Equation.DSMT4">
                  <p:embed/>
                </p:oleObj>
              </mc:Choice>
              <mc:Fallback>
                <p:oleObj name="Equation" r:id="rId5" imgW="3187440" imgH="215640" progId="Equation.DSMT4">
                  <p:embed/>
                  <p:pic>
                    <p:nvPicPr>
                      <p:cNvPr id="0" name=""/>
                      <p:cNvPicPr/>
                      <p:nvPr/>
                    </p:nvPicPr>
                    <p:blipFill>
                      <a:blip r:embed="rId6"/>
                      <a:stretch>
                        <a:fillRect/>
                      </a:stretch>
                    </p:blipFill>
                    <p:spPr>
                      <a:xfrm>
                        <a:off x="3248385" y="1886701"/>
                        <a:ext cx="4692342" cy="31780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08990571-8549-F329-03F6-D3A051221CDC}"/>
              </a:ext>
            </a:extLst>
          </p:cNvPr>
          <p:cNvGraphicFramePr>
            <a:graphicFrameLocks noChangeAspect="1"/>
          </p:cNvGraphicFramePr>
          <p:nvPr>
            <p:extLst>
              <p:ext uri="{D42A27DB-BD31-4B8C-83A1-F6EECF244321}">
                <p14:modId xmlns:p14="http://schemas.microsoft.com/office/powerpoint/2010/main" val="4220018612"/>
              </p:ext>
            </p:extLst>
          </p:nvPr>
        </p:nvGraphicFramePr>
        <p:xfrm>
          <a:off x="3740476" y="2392819"/>
          <a:ext cx="3196765" cy="317807"/>
        </p:xfrm>
        <a:graphic>
          <a:graphicData uri="http://schemas.openxmlformats.org/presentationml/2006/ole">
            <mc:AlternateContent xmlns:mc="http://schemas.openxmlformats.org/markup-compatibility/2006">
              <mc:Choice xmlns:v="urn:schemas-microsoft-com:vml" Requires="v">
                <p:oleObj name="Equation" r:id="rId7" imgW="2171520" imgH="215640" progId="Equation.DSMT4">
                  <p:embed/>
                </p:oleObj>
              </mc:Choice>
              <mc:Fallback>
                <p:oleObj name="Equation" r:id="rId7" imgW="2171520" imgH="215640" progId="Equation.DSMT4">
                  <p:embed/>
                  <p:pic>
                    <p:nvPicPr>
                      <p:cNvPr id="0" name=""/>
                      <p:cNvPicPr/>
                      <p:nvPr/>
                    </p:nvPicPr>
                    <p:blipFill>
                      <a:blip r:embed="rId8"/>
                      <a:stretch>
                        <a:fillRect/>
                      </a:stretch>
                    </p:blipFill>
                    <p:spPr>
                      <a:xfrm>
                        <a:off x="3740476" y="2392819"/>
                        <a:ext cx="3196765" cy="31780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33416BB7-AF94-3DBD-DFC1-35B94756BA1B}"/>
              </a:ext>
            </a:extLst>
          </p:cNvPr>
          <p:cNvGraphicFramePr>
            <a:graphicFrameLocks noChangeAspect="1"/>
          </p:cNvGraphicFramePr>
          <p:nvPr>
            <p:extLst>
              <p:ext uri="{D42A27DB-BD31-4B8C-83A1-F6EECF244321}">
                <p14:modId xmlns:p14="http://schemas.microsoft.com/office/powerpoint/2010/main" val="4041197133"/>
              </p:ext>
            </p:extLst>
          </p:nvPr>
        </p:nvGraphicFramePr>
        <p:xfrm>
          <a:off x="3740476" y="2840018"/>
          <a:ext cx="3196754" cy="317806"/>
        </p:xfrm>
        <a:graphic>
          <a:graphicData uri="http://schemas.openxmlformats.org/presentationml/2006/ole">
            <mc:AlternateContent xmlns:mc="http://schemas.openxmlformats.org/markup-compatibility/2006">
              <mc:Choice xmlns:v="urn:schemas-microsoft-com:vml" Requires="v">
                <p:oleObj name="Equation" r:id="rId9" imgW="2171520" imgH="215640" progId="Equation.DSMT4">
                  <p:embed/>
                </p:oleObj>
              </mc:Choice>
              <mc:Fallback>
                <p:oleObj name="Equation" r:id="rId9" imgW="2171520" imgH="215640" progId="Equation.DSMT4">
                  <p:embed/>
                  <p:pic>
                    <p:nvPicPr>
                      <p:cNvPr id="0" name=""/>
                      <p:cNvPicPr/>
                      <p:nvPr/>
                    </p:nvPicPr>
                    <p:blipFill>
                      <a:blip r:embed="rId10"/>
                      <a:stretch>
                        <a:fillRect/>
                      </a:stretch>
                    </p:blipFill>
                    <p:spPr>
                      <a:xfrm>
                        <a:off x="3740476" y="2840018"/>
                        <a:ext cx="3196754" cy="317806"/>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129B3FD5-67B4-A520-CB8A-1FD7E059B111}"/>
              </a:ext>
            </a:extLst>
          </p:cNvPr>
          <p:cNvGraphicFramePr>
            <a:graphicFrameLocks noChangeAspect="1"/>
          </p:cNvGraphicFramePr>
          <p:nvPr>
            <p:extLst>
              <p:ext uri="{D42A27DB-BD31-4B8C-83A1-F6EECF244321}">
                <p14:modId xmlns:p14="http://schemas.microsoft.com/office/powerpoint/2010/main" val="1901537120"/>
              </p:ext>
            </p:extLst>
          </p:nvPr>
        </p:nvGraphicFramePr>
        <p:xfrm>
          <a:off x="3740476" y="3601909"/>
          <a:ext cx="2399743" cy="370692"/>
        </p:xfrm>
        <a:graphic>
          <a:graphicData uri="http://schemas.openxmlformats.org/presentationml/2006/ole">
            <mc:AlternateContent xmlns:mc="http://schemas.openxmlformats.org/markup-compatibility/2006">
              <mc:Choice xmlns:v="urn:schemas-microsoft-com:vml" Requires="v">
                <p:oleObj name="Equation" r:id="rId11" imgW="1562040" imgH="241200" progId="Equation.DSMT4">
                  <p:embed/>
                </p:oleObj>
              </mc:Choice>
              <mc:Fallback>
                <p:oleObj name="Equation" r:id="rId11" imgW="1562040" imgH="241200" progId="Equation.DSMT4">
                  <p:embed/>
                  <p:pic>
                    <p:nvPicPr>
                      <p:cNvPr id="0" name=""/>
                      <p:cNvPicPr/>
                      <p:nvPr/>
                    </p:nvPicPr>
                    <p:blipFill>
                      <a:blip r:embed="rId12"/>
                      <a:stretch>
                        <a:fillRect/>
                      </a:stretch>
                    </p:blipFill>
                    <p:spPr>
                      <a:xfrm>
                        <a:off x="3740476" y="3601909"/>
                        <a:ext cx="2399743" cy="370692"/>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ABBBD286-6951-05B3-97B2-C0A07F5612A0}"/>
              </a:ext>
            </a:extLst>
          </p:cNvPr>
          <p:cNvSpPr txBox="1"/>
          <p:nvPr/>
        </p:nvSpPr>
        <p:spPr>
          <a:xfrm>
            <a:off x="6285323" y="3611190"/>
            <a:ext cx="1850010"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保证取值为正</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9" name="对象 18">
            <a:extLst>
              <a:ext uri="{FF2B5EF4-FFF2-40B4-BE49-F238E27FC236}">
                <a16:creationId xmlns:a16="http://schemas.microsoft.com/office/drawing/2014/main" id="{FA669122-1322-3C49-346F-FAED49533C20}"/>
              </a:ext>
            </a:extLst>
          </p:cNvPr>
          <p:cNvGraphicFramePr>
            <a:graphicFrameLocks noChangeAspect="1"/>
          </p:cNvGraphicFramePr>
          <p:nvPr>
            <p:extLst>
              <p:ext uri="{D42A27DB-BD31-4B8C-83A1-F6EECF244321}">
                <p14:modId xmlns:p14="http://schemas.microsoft.com/office/powerpoint/2010/main" val="1049407811"/>
              </p:ext>
            </p:extLst>
          </p:nvPr>
        </p:nvGraphicFramePr>
        <p:xfrm>
          <a:off x="4060272" y="4099323"/>
          <a:ext cx="2479717" cy="669130"/>
        </p:xfrm>
        <a:graphic>
          <a:graphicData uri="http://schemas.openxmlformats.org/presentationml/2006/ole">
            <mc:AlternateContent xmlns:mc="http://schemas.openxmlformats.org/markup-compatibility/2006">
              <mc:Choice xmlns:v="urn:schemas-microsoft-com:vml" Requires="v">
                <p:oleObj name="Equation" r:id="rId13" imgW="1600200" imgH="431640" progId="Equation.DSMT4">
                  <p:embed/>
                </p:oleObj>
              </mc:Choice>
              <mc:Fallback>
                <p:oleObj name="Equation" r:id="rId13" imgW="1600200" imgH="431640" progId="Equation.DSMT4">
                  <p:embed/>
                  <p:pic>
                    <p:nvPicPr>
                      <p:cNvPr id="0" name=""/>
                      <p:cNvPicPr/>
                      <p:nvPr/>
                    </p:nvPicPr>
                    <p:blipFill>
                      <a:blip r:embed="rId14"/>
                      <a:stretch>
                        <a:fillRect/>
                      </a:stretch>
                    </p:blipFill>
                    <p:spPr>
                      <a:xfrm>
                        <a:off x="4060272" y="4099323"/>
                        <a:ext cx="2479717" cy="66913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E2B0F1E5-1987-6CA3-31BE-7F206C8FF50B}"/>
              </a:ext>
            </a:extLst>
          </p:cNvPr>
          <p:cNvGraphicFramePr>
            <a:graphicFrameLocks noChangeAspect="1"/>
          </p:cNvGraphicFramePr>
          <p:nvPr>
            <p:extLst>
              <p:ext uri="{D42A27DB-BD31-4B8C-83A1-F6EECF244321}">
                <p14:modId xmlns:p14="http://schemas.microsoft.com/office/powerpoint/2010/main" val="3456586204"/>
              </p:ext>
            </p:extLst>
          </p:nvPr>
        </p:nvGraphicFramePr>
        <p:xfrm>
          <a:off x="3872256" y="4967405"/>
          <a:ext cx="2538758" cy="669130"/>
        </p:xfrm>
        <a:graphic>
          <a:graphicData uri="http://schemas.openxmlformats.org/presentationml/2006/ole">
            <mc:AlternateContent xmlns:mc="http://schemas.openxmlformats.org/markup-compatibility/2006">
              <mc:Choice xmlns:v="urn:schemas-microsoft-com:vml" Requires="v">
                <p:oleObj name="Equation" r:id="rId15" imgW="1638000" imgH="431640" progId="Equation.DSMT4">
                  <p:embed/>
                </p:oleObj>
              </mc:Choice>
              <mc:Fallback>
                <p:oleObj name="Equation" r:id="rId15" imgW="1638000" imgH="431640" progId="Equation.DSMT4">
                  <p:embed/>
                  <p:pic>
                    <p:nvPicPr>
                      <p:cNvPr id="0" name=""/>
                      <p:cNvPicPr/>
                      <p:nvPr/>
                    </p:nvPicPr>
                    <p:blipFill>
                      <a:blip r:embed="rId16"/>
                      <a:stretch>
                        <a:fillRect/>
                      </a:stretch>
                    </p:blipFill>
                    <p:spPr>
                      <a:xfrm>
                        <a:off x="3872256" y="4967405"/>
                        <a:ext cx="2538758" cy="669130"/>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AD48F210-F976-C888-5B63-DEE79A6496A3}"/>
              </a:ext>
            </a:extLst>
          </p:cNvPr>
          <p:cNvGraphicFramePr>
            <a:graphicFrameLocks noChangeAspect="1"/>
          </p:cNvGraphicFramePr>
          <p:nvPr>
            <p:extLst>
              <p:ext uri="{D42A27DB-BD31-4B8C-83A1-F6EECF244321}">
                <p14:modId xmlns:p14="http://schemas.microsoft.com/office/powerpoint/2010/main" val="1452709609"/>
              </p:ext>
            </p:extLst>
          </p:nvPr>
        </p:nvGraphicFramePr>
        <p:xfrm>
          <a:off x="3604228" y="5742023"/>
          <a:ext cx="2175651" cy="1028796"/>
        </p:xfrm>
        <a:graphic>
          <a:graphicData uri="http://schemas.openxmlformats.org/presentationml/2006/ole">
            <mc:AlternateContent xmlns:mc="http://schemas.openxmlformats.org/markup-compatibility/2006">
              <mc:Choice xmlns:v="urn:schemas-microsoft-com:vml" Requires="v">
                <p:oleObj name="Equation" r:id="rId17" imgW="1638000" imgH="774360" progId="Equation.DSMT4">
                  <p:embed/>
                </p:oleObj>
              </mc:Choice>
              <mc:Fallback>
                <p:oleObj name="Equation" r:id="rId17" imgW="1638000" imgH="774360" progId="Equation.DSMT4">
                  <p:embed/>
                  <p:pic>
                    <p:nvPicPr>
                      <p:cNvPr id="0" name=""/>
                      <p:cNvPicPr/>
                      <p:nvPr/>
                    </p:nvPicPr>
                    <p:blipFill>
                      <a:blip r:embed="rId18"/>
                      <a:stretch>
                        <a:fillRect/>
                      </a:stretch>
                    </p:blipFill>
                    <p:spPr>
                      <a:xfrm>
                        <a:off x="3604228" y="5742023"/>
                        <a:ext cx="2175651" cy="1028796"/>
                      </a:xfrm>
                      <a:prstGeom prst="rect">
                        <a:avLst/>
                      </a:prstGeom>
                    </p:spPr>
                  </p:pic>
                </p:oleObj>
              </mc:Fallback>
            </mc:AlternateContent>
          </a:graphicData>
        </a:graphic>
      </p:graphicFrame>
    </p:spTree>
    <p:extLst>
      <p:ext uri="{BB962C8B-B14F-4D97-AF65-F5344CB8AC3E}">
        <p14:creationId xmlns:p14="http://schemas.microsoft.com/office/powerpoint/2010/main" val="1640317072"/>
      </p:ext>
    </p:extLst>
  </p:cSld>
  <p:clrMapOvr>
    <a:masterClrMapping/>
  </p:clrMapOvr>
  <p:transition advTm="18857"/>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graphicFrame>
        <p:nvGraphicFramePr>
          <p:cNvPr id="2" name="对象 1">
            <a:extLst>
              <a:ext uri="{FF2B5EF4-FFF2-40B4-BE49-F238E27FC236}">
                <a16:creationId xmlns:a16="http://schemas.microsoft.com/office/drawing/2014/main" id="{F18F3614-4A09-E43B-4657-4879A6BF4613}"/>
              </a:ext>
            </a:extLst>
          </p:cNvPr>
          <p:cNvGraphicFramePr>
            <a:graphicFrameLocks noChangeAspect="1"/>
          </p:cNvGraphicFramePr>
          <p:nvPr>
            <p:extLst>
              <p:ext uri="{D42A27DB-BD31-4B8C-83A1-F6EECF244321}">
                <p14:modId xmlns:p14="http://schemas.microsoft.com/office/powerpoint/2010/main" val="2268854506"/>
              </p:ext>
            </p:extLst>
          </p:nvPr>
        </p:nvGraphicFramePr>
        <p:xfrm>
          <a:off x="3990745" y="1135847"/>
          <a:ext cx="2265329" cy="966329"/>
        </p:xfrm>
        <a:graphic>
          <a:graphicData uri="http://schemas.openxmlformats.org/presentationml/2006/ole">
            <mc:AlternateContent xmlns:mc="http://schemas.openxmlformats.org/markup-compatibility/2006">
              <mc:Choice xmlns:v="urn:schemas-microsoft-com:vml" Requires="v">
                <p:oleObj name="Equation" r:id="rId3" imgW="1815840" imgH="774360" progId="Equation.DSMT4">
                  <p:embed/>
                </p:oleObj>
              </mc:Choice>
              <mc:Fallback>
                <p:oleObj name="Equation" r:id="rId3" imgW="1815840" imgH="774360" progId="Equation.DSMT4">
                  <p:embed/>
                  <p:pic>
                    <p:nvPicPr>
                      <p:cNvPr id="0" name=""/>
                      <p:cNvPicPr/>
                      <p:nvPr/>
                    </p:nvPicPr>
                    <p:blipFill>
                      <a:blip r:embed="rId4"/>
                      <a:stretch>
                        <a:fillRect/>
                      </a:stretch>
                    </p:blipFill>
                    <p:spPr>
                      <a:xfrm>
                        <a:off x="3990745" y="1135847"/>
                        <a:ext cx="2265329" cy="966329"/>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253B402A-66ED-9158-C363-A46429408EAD}"/>
              </a:ext>
            </a:extLst>
          </p:cNvPr>
          <p:cNvGraphicFramePr>
            <a:graphicFrameLocks noChangeAspect="1"/>
          </p:cNvGraphicFramePr>
          <p:nvPr>
            <p:extLst>
              <p:ext uri="{D42A27DB-BD31-4B8C-83A1-F6EECF244321}">
                <p14:modId xmlns:p14="http://schemas.microsoft.com/office/powerpoint/2010/main" val="2289732514"/>
              </p:ext>
            </p:extLst>
          </p:nvPr>
        </p:nvGraphicFramePr>
        <p:xfrm>
          <a:off x="7349503" y="1517411"/>
          <a:ext cx="1042652" cy="320816"/>
        </p:xfrm>
        <a:graphic>
          <a:graphicData uri="http://schemas.openxmlformats.org/presentationml/2006/ole">
            <mc:AlternateContent xmlns:mc="http://schemas.openxmlformats.org/markup-compatibility/2006">
              <mc:Choice xmlns:v="urn:schemas-microsoft-com:vml" Requires="v">
                <p:oleObj name="Equation" r:id="rId5" imgW="660240" imgH="203040" progId="Equation.DSMT4">
                  <p:embed/>
                </p:oleObj>
              </mc:Choice>
              <mc:Fallback>
                <p:oleObj name="Equation" r:id="rId5" imgW="660240" imgH="203040" progId="Equation.DSMT4">
                  <p:embed/>
                  <p:pic>
                    <p:nvPicPr>
                      <p:cNvPr id="0" name=""/>
                      <p:cNvPicPr/>
                      <p:nvPr/>
                    </p:nvPicPr>
                    <p:blipFill>
                      <a:blip r:embed="rId6"/>
                      <a:stretch>
                        <a:fillRect/>
                      </a:stretch>
                    </p:blipFill>
                    <p:spPr>
                      <a:xfrm>
                        <a:off x="7349503" y="1517411"/>
                        <a:ext cx="1042652" cy="320816"/>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5B9EDC02-0ECF-E170-D9A1-0DBE290F1DCB}"/>
              </a:ext>
            </a:extLst>
          </p:cNvPr>
          <p:cNvSpPr txBox="1"/>
          <p:nvPr/>
        </p:nvSpPr>
        <p:spPr>
          <a:xfrm>
            <a:off x="133366" y="2050130"/>
            <a:ext cx="6122708" cy="458908"/>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从而</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的角度表示公式为</a:t>
            </a:r>
          </a:p>
        </p:txBody>
      </p:sp>
      <p:graphicFrame>
        <p:nvGraphicFramePr>
          <p:cNvPr id="8" name="对象 7">
            <a:extLst>
              <a:ext uri="{FF2B5EF4-FFF2-40B4-BE49-F238E27FC236}">
                <a16:creationId xmlns:a16="http://schemas.microsoft.com/office/drawing/2014/main" id="{C13A7C15-18F9-BA19-37AC-1CC1E5088AFB}"/>
              </a:ext>
            </a:extLst>
          </p:cNvPr>
          <p:cNvGraphicFramePr>
            <a:graphicFrameLocks noChangeAspect="1"/>
          </p:cNvGraphicFramePr>
          <p:nvPr>
            <p:extLst>
              <p:ext uri="{D42A27DB-BD31-4B8C-83A1-F6EECF244321}">
                <p14:modId xmlns:p14="http://schemas.microsoft.com/office/powerpoint/2010/main" val="2329186892"/>
              </p:ext>
            </p:extLst>
          </p:nvPr>
        </p:nvGraphicFramePr>
        <p:xfrm>
          <a:off x="949113" y="2177984"/>
          <a:ext cx="765562" cy="331054"/>
        </p:xfrm>
        <a:graphic>
          <a:graphicData uri="http://schemas.openxmlformats.org/presentationml/2006/ole">
            <mc:AlternateContent xmlns:mc="http://schemas.openxmlformats.org/markup-compatibility/2006">
              <mc:Choice xmlns:v="urn:schemas-microsoft-com:vml" Requires="v">
                <p:oleObj name="Equation" r:id="rId7" imgW="469800" imgH="203040" progId="Equation.DSMT4">
                  <p:embed/>
                </p:oleObj>
              </mc:Choice>
              <mc:Fallback>
                <p:oleObj name="Equation" r:id="rId7" imgW="469800" imgH="203040" progId="Equation.DSMT4">
                  <p:embed/>
                  <p:pic>
                    <p:nvPicPr>
                      <p:cNvPr id="0" name=""/>
                      <p:cNvPicPr/>
                      <p:nvPr/>
                    </p:nvPicPr>
                    <p:blipFill>
                      <a:blip r:embed="rId8"/>
                      <a:stretch>
                        <a:fillRect/>
                      </a:stretch>
                    </p:blipFill>
                    <p:spPr>
                      <a:xfrm>
                        <a:off x="949113" y="2177984"/>
                        <a:ext cx="765562" cy="33105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3895073-87BE-8357-9777-A13E0B1B936D}"/>
              </a:ext>
            </a:extLst>
          </p:cNvPr>
          <p:cNvGraphicFramePr>
            <a:graphicFrameLocks noChangeAspect="1"/>
          </p:cNvGraphicFramePr>
          <p:nvPr>
            <p:extLst>
              <p:ext uri="{D42A27DB-BD31-4B8C-83A1-F6EECF244321}">
                <p14:modId xmlns:p14="http://schemas.microsoft.com/office/powerpoint/2010/main" val="2368997888"/>
              </p:ext>
            </p:extLst>
          </p:nvPr>
        </p:nvGraphicFramePr>
        <p:xfrm>
          <a:off x="3077000" y="2493028"/>
          <a:ext cx="1593752" cy="630088"/>
        </p:xfrm>
        <a:graphic>
          <a:graphicData uri="http://schemas.openxmlformats.org/presentationml/2006/ole">
            <mc:AlternateContent xmlns:mc="http://schemas.openxmlformats.org/markup-compatibility/2006">
              <mc:Choice xmlns:v="urn:schemas-microsoft-com:vml" Requires="v">
                <p:oleObj name="Equation" r:id="rId9" imgW="1091880" imgH="431640" progId="Equation.DSMT4">
                  <p:embed/>
                </p:oleObj>
              </mc:Choice>
              <mc:Fallback>
                <p:oleObj name="Equation" r:id="rId9" imgW="1091880" imgH="431640" progId="Equation.DSMT4">
                  <p:embed/>
                  <p:pic>
                    <p:nvPicPr>
                      <p:cNvPr id="0" name=""/>
                      <p:cNvPicPr/>
                      <p:nvPr/>
                    </p:nvPicPr>
                    <p:blipFill>
                      <a:blip r:embed="rId10"/>
                      <a:stretch>
                        <a:fillRect/>
                      </a:stretch>
                    </p:blipFill>
                    <p:spPr>
                      <a:xfrm>
                        <a:off x="3077000" y="2493028"/>
                        <a:ext cx="1593752" cy="630088"/>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9B405446-D28C-2EC3-EDFC-099B80F324BE}"/>
              </a:ext>
            </a:extLst>
          </p:cNvPr>
          <p:cNvGraphicFramePr>
            <a:graphicFrameLocks noChangeAspect="1"/>
          </p:cNvGraphicFramePr>
          <p:nvPr>
            <p:extLst>
              <p:ext uri="{D42A27DB-BD31-4B8C-83A1-F6EECF244321}">
                <p14:modId xmlns:p14="http://schemas.microsoft.com/office/powerpoint/2010/main" val="3439916008"/>
              </p:ext>
            </p:extLst>
          </p:nvPr>
        </p:nvGraphicFramePr>
        <p:xfrm>
          <a:off x="4995485" y="2509038"/>
          <a:ext cx="1249331" cy="614078"/>
        </p:xfrm>
        <a:graphic>
          <a:graphicData uri="http://schemas.openxmlformats.org/presentationml/2006/ole">
            <mc:AlternateContent xmlns:mc="http://schemas.openxmlformats.org/markup-compatibility/2006">
              <mc:Choice xmlns:v="urn:schemas-microsoft-com:vml" Requires="v">
                <p:oleObj name="Equation" r:id="rId11" imgW="749160" imgH="368280" progId="Equation.DSMT4">
                  <p:embed/>
                </p:oleObj>
              </mc:Choice>
              <mc:Fallback>
                <p:oleObj name="Equation" r:id="rId11" imgW="749160" imgH="368280" progId="Equation.DSMT4">
                  <p:embed/>
                  <p:pic>
                    <p:nvPicPr>
                      <p:cNvPr id="0" name=""/>
                      <p:cNvPicPr/>
                      <p:nvPr/>
                    </p:nvPicPr>
                    <p:blipFill>
                      <a:blip r:embed="rId12"/>
                      <a:stretch>
                        <a:fillRect/>
                      </a:stretch>
                    </p:blipFill>
                    <p:spPr>
                      <a:xfrm>
                        <a:off x="4995485" y="2509038"/>
                        <a:ext cx="1249331" cy="614078"/>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39EDA74F-67DC-8A51-1A7B-CE5B723A9799}"/>
              </a:ext>
            </a:extLst>
          </p:cNvPr>
          <p:cNvGraphicFramePr>
            <a:graphicFrameLocks noChangeAspect="1"/>
          </p:cNvGraphicFramePr>
          <p:nvPr>
            <p:extLst>
              <p:ext uri="{D42A27DB-BD31-4B8C-83A1-F6EECF244321}">
                <p14:modId xmlns:p14="http://schemas.microsoft.com/office/powerpoint/2010/main" val="2812061617"/>
              </p:ext>
            </p:extLst>
          </p:nvPr>
        </p:nvGraphicFramePr>
        <p:xfrm>
          <a:off x="2633285" y="3347534"/>
          <a:ext cx="2202665" cy="939598"/>
        </p:xfrm>
        <a:graphic>
          <a:graphicData uri="http://schemas.openxmlformats.org/presentationml/2006/ole">
            <mc:AlternateContent xmlns:mc="http://schemas.openxmlformats.org/markup-compatibility/2006">
              <mc:Choice xmlns:v="urn:schemas-microsoft-com:vml" Requires="v">
                <p:oleObj name="Equation" r:id="rId13" imgW="1815840" imgH="774360" progId="Equation.DSMT4">
                  <p:embed/>
                </p:oleObj>
              </mc:Choice>
              <mc:Fallback>
                <p:oleObj name="Equation" r:id="rId13" imgW="1815840" imgH="774360" progId="Equation.DSMT4">
                  <p:embed/>
                  <p:pic>
                    <p:nvPicPr>
                      <p:cNvPr id="0" name=""/>
                      <p:cNvPicPr/>
                      <p:nvPr/>
                    </p:nvPicPr>
                    <p:blipFill>
                      <a:blip r:embed="rId14"/>
                      <a:stretch>
                        <a:fillRect/>
                      </a:stretch>
                    </p:blipFill>
                    <p:spPr>
                      <a:xfrm>
                        <a:off x="2633285" y="3347534"/>
                        <a:ext cx="2202665" cy="939598"/>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589913AF-409E-8BDC-DFDC-60201A54CF47}"/>
              </a:ext>
            </a:extLst>
          </p:cNvPr>
          <p:cNvGraphicFramePr>
            <a:graphicFrameLocks noChangeAspect="1"/>
          </p:cNvGraphicFramePr>
          <p:nvPr>
            <p:extLst>
              <p:ext uri="{D42A27DB-BD31-4B8C-83A1-F6EECF244321}">
                <p14:modId xmlns:p14="http://schemas.microsoft.com/office/powerpoint/2010/main" val="666742582"/>
              </p:ext>
            </p:extLst>
          </p:nvPr>
        </p:nvGraphicFramePr>
        <p:xfrm>
          <a:off x="5584416" y="3736690"/>
          <a:ext cx="891798" cy="274399"/>
        </p:xfrm>
        <a:graphic>
          <a:graphicData uri="http://schemas.openxmlformats.org/presentationml/2006/ole">
            <mc:AlternateContent xmlns:mc="http://schemas.openxmlformats.org/markup-compatibility/2006">
              <mc:Choice xmlns:v="urn:schemas-microsoft-com:vml" Requires="v">
                <p:oleObj name="Equation" r:id="rId15" imgW="660240" imgH="203040" progId="Equation.DSMT4">
                  <p:embed/>
                </p:oleObj>
              </mc:Choice>
              <mc:Fallback>
                <p:oleObj name="Equation" r:id="rId15" imgW="660240" imgH="203040" progId="Equation.DSMT4">
                  <p:embed/>
                  <p:pic>
                    <p:nvPicPr>
                      <p:cNvPr id="0" name=""/>
                      <p:cNvPicPr/>
                      <p:nvPr/>
                    </p:nvPicPr>
                    <p:blipFill>
                      <a:blip r:embed="rId16"/>
                      <a:stretch>
                        <a:fillRect/>
                      </a:stretch>
                    </p:blipFill>
                    <p:spPr>
                      <a:xfrm>
                        <a:off x="5584416" y="3736690"/>
                        <a:ext cx="891798" cy="274399"/>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735DBB1B-E929-3D90-D92A-4D1C1E9BB1DC}"/>
              </a:ext>
            </a:extLst>
          </p:cNvPr>
          <p:cNvSpPr txBox="1"/>
          <p:nvPr/>
        </p:nvSpPr>
        <p:spPr>
          <a:xfrm>
            <a:off x="7228026" y="3736690"/>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为正值时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6" name="对象 15">
            <a:extLst>
              <a:ext uri="{FF2B5EF4-FFF2-40B4-BE49-F238E27FC236}">
                <a16:creationId xmlns:a16="http://schemas.microsoft.com/office/drawing/2014/main" id="{6586E208-7186-F3A1-46DB-2238D89094C0}"/>
              </a:ext>
            </a:extLst>
          </p:cNvPr>
          <p:cNvGraphicFramePr>
            <a:graphicFrameLocks noChangeAspect="1"/>
          </p:cNvGraphicFramePr>
          <p:nvPr>
            <p:extLst>
              <p:ext uri="{D42A27DB-BD31-4B8C-83A1-F6EECF244321}">
                <p14:modId xmlns:p14="http://schemas.microsoft.com/office/powerpoint/2010/main" val="3969959808"/>
              </p:ext>
            </p:extLst>
          </p:nvPr>
        </p:nvGraphicFramePr>
        <p:xfrm>
          <a:off x="7589187" y="3696361"/>
          <a:ext cx="281642" cy="409661"/>
        </p:xfrm>
        <a:graphic>
          <a:graphicData uri="http://schemas.openxmlformats.org/presentationml/2006/ole">
            <mc:AlternateContent xmlns:mc="http://schemas.openxmlformats.org/markup-compatibility/2006">
              <mc:Choice xmlns:v="urn:schemas-microsoft-com:vml" Requires="v">
                <p:oleObj name="Equation" r:id="rId17" imgW="139680" imgH="203040" progId="Equation.DSMT4">
                  <p:embed/>
                </p:oleObj>
              </mc:Choice>
              <mc:Fallback>
                <p:oleObj name="Equation" r:id="rId17" imgW="139680" imgH="203040" progId="Equation.DSMT4">
                  <p:embed/>
                  <p:pic>
                    <p:nvPicPr>
                      <p:cNvPr id="0" name=""/>
                      <p:cNvPicPr/>
                      <p:nvPr/>
                    </p:nvPicPr>
                    <p:blipFill>
                      <a:blip r:embed="rId18"/>
                      <a:stretch>
                        <a:fillRect/>
                      </a:stretch>
                    </p:blipFill>
                    <p:spPr>
                      <a:xfrm>
                        <a:off x="7589187" y="3696361"/>
                        <a:ext cx="281642" cy="409661"/>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040A9AFB-EC93-2B32-4E68-568CC9F6EB4B}"/>
              </a:ext>
            </a:extLst>
          </p:cNvPr>
          <p:cNvGraphicFramePr>
            <a:graphicFrameLocks noChangeAspect="1"/>
          </p:cNvGraphicFramePr>
          <p:nvPr>
            <p:extLst>
              <p:ext uri="{D42A27DB-BD31-4B8C-83A1-F6EECF244321}">
                <p14:modId xmlns:p14="http://schemas.microsoft.com/office/powerpoint/2010/main" val="891633460"/>
              </p:ext>
            </p:extLst>
          </p:nvPr>
        </p:nvGraphicFramePr>
        <p:xfrm>
          <a:off x="2601681" y="4503141"/>
          <a:ext cx="2202662" cy="939597"/>
        </p:xfrm>
        <a:graphic>
          <a:graphicData uri="http://schemas.openxmlformats.org/presentationml/2006/ole">
            <mc:AlternateContent xmlns:mc="http://schemas.openxmlformats.org/markup-compatibility/2006">
              <mc:Choice xmlns:v="urn:schemas-microsoft-com:vml" Requires="v">
                <p:oleObj name="Equation" r:id="rId19" imgW="1815840" imgH="774360" progId="Equation.DSMT4">
                  <p:embed/>
                </p:oleObj>
              </mc:Choice>
              <mc:Fallback>
                <p:oleObj name="Equation" r:id="rId19" imgW="1815840" imgH="774360" progId="Equation.DSMT4">
                  <p:embed/>
                  <p:pic>
                    <p:nvPicPr>
                      <p:cNvPr id="0" name=""/>
                      <p:cNvPicPr/>
                      <p:nvPr/>
                    </p:nvPicPr>
                    <p:blipFill>
                      <a:blip r:embed="rId20"/>
                      <a:stretch>
                        <a:fillRect/>
                      </a:stretch>
                    </p:blipFill>
                    <p:spPr>
                      <a:xfrm>
                        <a:off x="2601681" y="4503141"/>
                        <a:ext cx="2202662" cy="939597"/>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E4ACC802-2272-51D8-666F-99BB3EA9D59C}"/>
              </a:ext>
            </a:extLst>
          </p:cNvPr>
          <p:cNvSpPr txBox="1"/>
          <p:nvPr/>
        </p:nvSpPr>
        <p:spPr>
          <a:xfrm>
            <a:off x="7228026" y="4788273"/>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kern="1000" dirty="0">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9" name="对象 18">
            <a:extLst>
              <a:ext uri="{FF2B5EF4-FFF2-40B4-BE49-F238E27FC236}">
                <a16:creationId xmlns:a16="http://schemas.microsoft.com/office/drawing/2014/main" id="{93F24EBC-0541-BFB6-1E30-53C3F808D04E}"/>
              </a:ext>
            </a:extLst>
          </p:cNvPr>
          <p:cNvGraphicFramePr>
            <a:graphicFrameLocks noChangeAspect="1"/>
          </p:cNvGraphicFramePr>
          <p:nvPr>
            <p:extLst>
              <p:ext uri="{D42A27DB-BD31-4B8C-83A1-F6EECF244321}">
                <p14:modId xmlns:p14="http://schemas.microsoft.com/office/powerpoint/2010/main" val="3375101984"/>
              </p:ext>
            </p:extLst>
          </p:nvPr>
        </p:nvGraphicFramePr>
        <p:xfrm>
          <a:off x="7519562" y="4768151"/>
          <a:ext cx="282575" cy="409575"/>
        </p:xfrm>
        <a:graphic>
          <a:graphicData uri="http://schemas.openxmlformats.org/presentationml/2006/ole">
            <mc:AlternateContent xmlns:mc="http://schemas.openxmlformats.org/markup-compatibility/2006">
              <mc:Choice xmlns:v="urn:schemas-microsoft-com:vml" Requires="v">
                <p:oleObj name="Equation" r:id="rId21" imgW="281901" imgH="410055" progId="Equation.DSMT4">
                  <p:embed/>
                </p:oleObj>
              </mc:Choice>
              <mc:Fallback>
                <p:oleObj name="Equation" r:id="rId21" imgW="281901" imgH="410055" progId="Equation.DSMT4">
                  <p:embed/>
                  <p:pic>
                    <p:nvPicPr>
                      <p:cNvPr id="0" name=""/>
                      <p:cNvPicPr/>
                      <p:nvPr/>
                    </p:nvPicPr>
                    <p:blipFill>
                      <a:blip r:embed="rId22"/>
                      <a:stretch>
                        <a:fillRect/>
                      </a:stretch>
                    </p:blipFill>
                    <p:spPr>
                      <a:xfrm>
                        <a:off x="7519562" y="4768151"/>
                        <a:ext cx="282575" cy="409575"/>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1049BFED-2DFC-00F0-9FAE-48EE3950F57B}"/>
              </a:ext>
            </a:extLst>
          </p:cNvPr>
          <p:cNvGraphicFramePr>
            <a:graphicFrameLocks noChangeAspect="1"/>
          </p:cNvGraphicFramePr>
          <p:nvPr>
            <p:extLst>
              <p:ext uri="{D42A27DB-BD31-4B8C-83A1-F6EECF244321}">
                <p14:modId xmlns:p14="http://schemas.microsoft.com/office/powerpoint/2010/main" val="354980199"/>
              </p:ext>
            </p:extLst>
          </p:nvPr>
        </p:nvGraphicFramePr>
        <p:xfrm>
          <a:off x="2601680" y="5800419"/>
          <a:ext cx="2245625" cy="590954"/>
        </p:xfrm>
        <a:graphic>
          <a:graphicData uri="http://schemas.openxmlformats.org/presentationml/2006/ole">
            <mc:AlternateContent xmlns:mc="http://schemas.openxmlformats.org/markup-compatibility/2006">
              <mc:Choice xmlns:v="urn:schemas-microsoft-com:vml" Requires="v">
                <p:oleObj name="Equation" r:id="rId23" imgW="1688760" imgH="444240" progId="Equation.DSMT4">
                  <p:embed/>
                </p:oleObj>
              </mc:Choice>
              <mc:Fallback>
                <p:oleObj name="Equation" r:id="rId23" imgW="1688760" imgH="444240" progId="Equation.DSMT4">
                  <p:embed/>
                  <p:pic>
                    <p:nvPicPr>
                      <p:cNvPr id="0" name=""/>
                      <p:cNvPicPr/>
                      <p:nvPr/>
                    </p:nvPicPr>
                    <p:blipFill>
                      <a:blip r:embed="rId24"/>
                      <a:stretch>
                        <a:fillRect/>
                      </a:stretch>
                    </p:blipFill>
                    <p:spPr>
                      <a:xfrm>
                        <a:off x="2601680" y="5800419"/>
                        <a:ext cx="2245625" cy="590954"/>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896A693D-74AA-C58B-4D91-6661A72EEA56}"/>
              </a:ext>
            </a:extLst>
          </p:cNvPr>
          <p:cNvGraphicFramePr>
            <a:graphicFrameLocks noChangeAspect="1"/>
          </p:cNvGraphicFramePr>
          <p:nvPr>
            <p:extLst>
              <p:ext uri="{D42A27DB-BD31-4B8C-83A1-F6EECF244321}">
                <p14:modId xmlns:p14="http://schemas.microsoft.com/office/powerpoint/2010/main" val="1535329928"/>
              </p:ext>
            </p:extLst>
          </p:nvPr>
        </p:nvGraphicFramePr>
        <p:xfrm>
          <a:off x="5482816" y="5830090"/>
          <a:ext cx="991914" cy="479425"/>
        </p:xfrm>
        <a:graphic>
          <a:graphicData uri="http://schemas.openxmlformats.org/presentationml/2006/ole">
            <mc:AlternateContent xmlns:mc="http://schemas.openxmlformats.org/markup-compatibility/2006">
              <mc:Choice xmlns:v="urn:schemas-microsoft-com:vml" Requires="v">
                <p:oleObj name="Equation" r:id="rId25" imgW="761760" imgH="368280" progId="Equation.DSMT4">
                  <p:embed/>
                </p:oleObj>
              </mc:Choice>
              <mc:Fallback>
                <p:oleObj name="Equation" r:id="rId25" imgW="761760" imgH="368280" progId="Equation.DSMT4">
                  <p:embed/>
                  <p:pic>
                    <p:nvPicPr>
                      <p:cNvPr id="0" name=""/>
                      <p:cNvPicPr/>
                      <p:nvPr/>
                    </p:nvPicPr>
                    <p:blipFill>
                      <a:blip r:embed="rId26"/>
                      <a:stretch>
                        <a:fillRect/>
                      </a:stretch>
                    </p:blipFill>
                    <p:spPr>
                      <a:xfrm>
                        <a:off x="5482816" y="5830090"/>
                        <a:ext cx="991914" cy="479425"/>
                      </a:xfrm>
                      <a:prstGeom prst="rect">
                        <a:avLst/>
                      </a:prstGeom>
                    </p:spPr>
                  </p:pic>
                </p:oleObj>
              </mc:Fallback>
            </mc:AlternateContent>
          </a:graphicData>
        </a:graphic>
      </p:graphicFrame>
    </p:spTree>
    <p:extLst>
      <p:ext uri="{BB962C8B-B14F-4D97-AF65-F5344CB8AC3E}">
        <p14:creationId xmlns:p14="http://schemas.microsoft.com/office/powerpoint/2010/main" val="3446615042"/>
      </p:ext>
    </p:extLst>
  </p:cSld>
  <p:clrMapOvr>
    <a:masterClrMapping/>
  </p:clrMapOvr>
  <p:transition advTm="18857"/>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2.4.2  </a:t>
            </a:r>
            <a:r>
              <a:rPr lang="zh-CN" altLang="en-US" sz="2800" b="1" dirty="0">
                <a:latin typeface="Times New Roman" pitchFamily="18" charset="0"/>
                <a:ea typeface="华文中宋" pitchFamily="2" charset="-122"/>
              </a:rPr>
              <a:t>右前腿的运动学分析</a:t>
            </a:r>
          </a:p>
        </p:txBody>
      </p:sp>
      <p:graphicFrame>
        <p:nvGraphicFramePr>
          <p:cNvPr id="2" name="对象 1">
            <a:extLst>
              <a:ext uri="{FF2B5EF4-FFF2-40B4-BE49-F238E27FC236}">
                <a16:creationId xmlns:a16="http://schemas.microsoft.com/office/drawing/2014/main" id="{D47C41DC-8CE5-4479-2603-5DC4D4AD71D5}"/>
              </a:ext>
            </a:extLst>
          </p:cNvPr>
          <p:cNvGraphicFramePr>
            <a:graphicFrameLocks noChangeAspect="1"/>
          </p:cNvGraphicFramePr>
          <p:nvPr>
            <p:extLst>
              <p:ext uri="{D42A27DB-BD31-4B8C-83A1-F6EECF244321}">
                <p14:modId xmlns:p14="http://schemas.microsoft.com/office/powerpoint/2010/main" val="1022946149"/>
              </p:ext>
            </p:extLst>
          </p:nvPr>
        </p:nvGraphicFramePr>
        <p:xfrm>
          <a:off x="3962662" y="1738837"/>
          <a:ext cx="3154575" cy="405588"/>
        </p:xfrm>
        <a:graphic>
          <a:graphicData uri="http://schemas.openxmlformats.org/presentationml/2006/ole">
            <mc:AlternateContent xmlns:mc="http://schemas.openxmlformats.org/markup-compatibility/2006">
              <mc:Choice xmlns:v="urn:schemas-microsoft-com:vml" Requires="v">
                <p:oleObj name="Equation" r:id="rId3" imgW="1777680" imgH="228600" progId="Equation.DSMT4">
                  <p:embed/>
                </p:oleObj>
              </mc:Choice>
              <mc:Fallback>
                <p:oleObj name="Equation" r:id="rId3" imgW="1777680" imgH="228600" progId="Equation.DSMT4">
                  <p:embed/>
                  <p:pic>
                    <p:nvPicPr>
                      <p:cNvPr id="0" name=""/>
                      <p:cNvPicPr/>
                      <p:nvPr/>
                    </p:nvPicPr>
                    <p:blipFill>
                      <a:blip r:embed="rId4"/>
                      <a:stretch>
                        <a:fillRect/>
                      </a:stretch>
                    </p:blipFill>
                    <p:spPr>
                      <a:xfrm>
                        <a:off x="3962662" y="1738837"/>
                        <a:ext cx="3154575" cy="405588"/>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67F15FC8-BB3F-E0E7-3EE1-639099A59F28}"/>
              </a:ext>
            </a:extLst>
          </p:cNvPr>
          <p:cNvGraphicFramePr>
            <a:graphicFrameLocks noChangeAspect="1"/>
          </p:cNvGraphicFramePr>
          <p:nvPr>
            <p:extLst>
              <p:ext uri="{D42A27DB-BD31-4B8C-83A1-F6EECF244321}">
                <p14:modId xmlns:p14="http://schemas.microsoft.com/office/powerpoint/2010/main" val="2380198616"/>
              </p:ext>
            </p:extLst>
          </p:nvPr>
        </p:nvGraphicFramePr>
        <p:xfrm>
          <a:off x="4914506" y="2458546"/>
          <a:ext cx="1216761" cy="405587"/>
        </p:xfrm>
        <a:graphic>
          <a:graphicData uri="http://schemas.openxmlformats.org/presentationml/2006/ole">
            <mc:AlternateContent xmlns:mc="http://schemas.openxmlformats.org/markup-compatibility/2006">
              <mc:Choice xmlns:v="urn:schemas-microsoft-com:vml" Requires="v">
                <p:oleObj name="Equation" r:id="rId5" imgW="609480" imgH="203040" progId="Equation.DSMT4">
                  <p:embed/>
                </p:oleObj>
              </mc:Choice>
              <mc:Fallback>
                <p:oleObj name="Equation" r:id="rId5" imgW="609480" imgH="203040" progId="Equation.DSMT4">
                  <p:embed/>
                  <p:pic>
                    <p:nvPicPr>
                      <p:cNvPr id="0" name=""/>
                      <p:cNvPicPr/>
                      <p:nvPr/>
                    </p:nvPicPr>
                    <p:blipFill>
                      <a:blip r:embed="rId6"/>
                      <a:stretch>
                        <a:fillRect/>
                      </a:stretch>
                    </p:blipFill>
                    <p:spPr>
                      <a:xfrm>
                        <a:off x="4914506" y="2458546"/>
                        <a:ext cx="1216761" cy="405587"/>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E18B441E-014D-C997-6737-B7F1DA134792}"/>
              </a:ext>
            </a:extLst>
          </p:cNvPr>
          <p:cNvGraphicFramePr>
            <a:graphicFrameLocks noChangeAspect="1"/>
          </p:cNvGraphicFramePr>
          <p:nvPr>
            <p:extLst>
              <p:ext uri="{D42A27DB-BD31-4B8C-83A1-F6EECF244321}">
                <p14:modId xmlns:p14="http://schemas.microsoft.com/office/powerpoint/2010/main" val="92366898"/>
              </p:ext>
            </p:extLst>
          </p:nvPr>
        </p:nvGraphicFramePr>
        <p:xfrm>
          <a:off x="4697239" y="3333987"/>
          <a:ext cx="1546300" cy="405587"/>
        </p:xfrm>
        <a:graphic>
          <a:graphicData uri="http://schemas.openxmlformats.org/presentationml/2006/ole">
            <mc:AlternateContent xmlns:mc="http://schemas.openxmlformats.org/markup-compatibility/2006">
              <mc:Choice xmlns:v="urn:schemas-microsoft-com:vml" Requires="v">
                <p:oleObj name="Equation" r:id="rId7" imgW="774360" imgH="203040" progId="Equation.DSMT4">
                  <p:embed/>
                </p:oleObj>
              </mc:Choice>
              <mc:Fallback>
                <p:oleObj name="Equation" r:id="rId7" imgW="774360" imgH="203040" progId="Equation.DSMT4">
                  <p:embed/>
                  <p:pic>
                    <p:nvPicPr>
                      <p:cNvPr id="0" name=""/>
                      <p:cNvPicPr/>
                      <p:nvPr/>
                    </p:nvPicPr>
                    <p:blipFill>
                      <a:blip r:embed="rId8"/>
                      <a:stretch>
                        <a:fillRect/>
                      </a:stretch>
                    </p:blipFill>
                    <p:spPr>
                      <a:xfrm>
                        <a:off x="4697239" y="3333987"/>
                        <a:ext cx="1546300" cy="405587"/>
                      </a:xfrm>
                      <a:prstGeom prst="rect">
                        <a:avLst/>
                      </a:prstGeom>
                    </p:spPr>
                  </p:pic>
                </p:oleObj>
              </mc:Fallback>
            </mc:AlternateContent>
          </a:graphicData>
        </a:graphic>
      </p:graphicFrame>
    </p:spTree>
    <p:extLst>
      <p:ext uri="{BB962C8B-B14F-4D97-AF65-F5344CB8AC3E}">
        <p14:creationId xmlns:p14="http://schemas.microsoft.com/office/powerpoint/2010/main" val="3768599518"/>
      </p:ext>
    </p:extLst>
  </p:cSld>
  <p:clrMapOvr>
    <a:masterClrMapping/>
  </p:clrMapOvr>
  <p:transition advTm="18857"/>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DF9F4D0-7A04-4BFA-45FE-028E8AF6161A}"/>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FD23D5FF-7AAE-5904-8A73-3CD970822D6D}"/>
              </a:ext>
            </a:extLst>
          </p:cNvPr>
          <p:cNvSpPr txBox="1"/>
          <p:nvPr/>
        </p:nvSpPr>
        <p:spPr>
          <a:xfrm>
            <a:off x="226243" y="1021267"/>
            <a:ext cx="11265031" cy="458908"/>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下面介绍右后腿</a:t>
            </a:r>
            <a:r>
              <a:rPr lang="en-US" altLang="zh-CN" sz="1800" kern="1000" dirty="0">
                <a:effectLst/>
                <a:latin typeface="微软雅黑" panose="020B0503020204020204" pitchFamily="34" charset="-122"/>
                <a:ea typeface="微软雅黑" panose="020B0503020204020204" pitchFamily="34" charset="-122"/>
              </a:rPr>
              <a:t>(RH)</a:t>
            </a:r>
            <a:r>
              <a:rPr lang="zh-CN" altLang="zh-CN" sz="1800" kern="1000" dirty="0">
                <a:effectLst/>
                <a:latin typeface="微软雅黑" panose="020B0503020204020204" pitchFamily="34" charset="-122"/>
                <a:ea typeface="微软雅黑" panose="020B0503020204020204" pitchFamily="34" charset="-122"/>
              </a:rPr>
              <a:t>推导过程，四足机器人</a:t>
            </a:r>
            <a:r>
              <a:rPr lang="en-US" altLang="zh-CN" sz="1800" kern="1000" dirty="0">
                <a:effectLst/>
                <a:latin typeface="微软雅黑" panose="020B0503020204020204" pitchFamily="34" charset="-122"/>
                <a:ea typeface="微软雅黑" panose="020B0503020204020204" pitchFamily="34" charset="-122"/>
              </a:rPr>
              <a:t>RH</a:t>
            </a:r>
            <a:r>
              <a:rPr lang="zh-CN" altLang="zh-CN" sz="1800" kern="1000" dirty="0">
                <a:effectLst/>
                <a:latin typeface="微软雅黑" panose="020B0503020204020204" pitchFamily="34" charset="-122"/>
                <a:ea typeface="微软雅黑" panose="020B0503020204020204" pitchFamily="34" charset="-122"/>
              </a:rPr>
              <a:t>结构示意图如图</a:t>
            </a:r>
            <a:r>
              <a:rPr lang="en-US" altLang="zh-CN" sz="1800" kern="1000" dirty="0">
                <a:effectLst/>
                <a:latin typeface="微软雅黑" panose="020B0503020204020204" pitchFamily="34" charset="-122"/>
                <a:ea typeface="微软雅黑" panose="020B0503020204020204" pitchFamily="34" charset="-122"/>
              </a:rPr>
              <a:t>2.20</a:t>
            </a:r>
            <a:r>
              <a:rPr lang="zh-CN" altLang="zh-CN" sz="1800" kern="1000" dirty="0">
                <a:effectLst/>
                <a:latin typeface="微软雅黑" panose="020B0503020204020204" pitchFamily="34" charset="-122"/>
                <a:ea typeface="微软雅黑" panose="020B0503020204020204" pitchFamily="34" charset="-122"/>
              </a:rPr>
              <a:t>所示。</a:t>
            </a:r>
          </a:p>
        </p:txBody>
      </p:sp>
      <p:pic>
        <p:nvPicPr>
          <p:cNvPr id="12290" name="Picture 2">
            <a:extLst>
              <a:ext uri="{FF2B5EF4-FFF2-40B4-BE49-F238E27FC236}">
                <a16:creationId xmlns:a16="http://schemas.microsoft.com/office/drawing/2014/main" id="{3D7F91A1-DEF2-97D8-C44A-8D401FB2E6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5134" y="1806870"/>
            <a:ext cx="3755798" cy="3433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C421FFEA-E3C4-396B-9388-BD8F74328895}"/>
              </a:ext>
            </a:extLst>
          </p:cNvPr>
          <p:cNvSpPr txBox="1"/>
          <p:nvPr/>
        </p:nvSpPr>
        <p:spPr>
          <a:xfrm>
            <a:off x="2458039" y="5567438"/>
            <a:ext cx="6122708" cy="307777"/>
          </a:xfrm>
          <a:prstGeom prst="rect">
            <a:avLst/>
          </a:prstGeom>
          <a:noFill/>
        </p:spPr>
        <p:txBody>
          <a:bodyPr wrap="square">
            <a:spAutoFit/>
          </a:bodyPr>
          <a:lstStyle/>
          <a:p>
            <a:pPr algn="ctr">
              <a:spcBef>
                <a:spcPts val="700"/>
              </a:spcBef>
              <a:spcAft>
                <a:spcPts val="800"/>
              </a:spcAft>
            </a:pPr>
            <a:r>
              <a:rPr lang="zh-CN" altLang="zh-CN" sz="1400" kern="1000" dirty="0">
                <a:effectLst/>
                <a:latin typeface="Times New Roman" panose="02020603050405020304" pitchFamily="18" charset="0"/>
                <a:ea typeface="宋体" panose="02010600030101010101" pitchFamily="2" charset="-122"/>
              </a:rPr>
              <a:t>图</a:t>
            </a:r>
            <a:r>
              <a:rPr lang="en-US" altLang="zh-CN" sz="1400" kern="1000" dirty="0">
                <a:effectLst/>
                <a:latin typeface="Times New Roman" panose="02020603050405020304" pitchFamily="18" charset="0"/>
                <a:ea typeface="宋体" panose="02010600030101010101" pitchFamily="2" charset="-122"/>
              </a:rPr>
              <a:t>2.20  </a:t>
            </a:r>
            <a:r>
              <a:rPr lang="zh-CN" altLang="zh-CN" sz="1400" kern="1000" dirty="0">
                <a:effectLst/>
                <a:latin typeface="Times New Roman" panose="02020603050405020304" pitchFamily="18" charset="0"/>
                <a:ea typeface="宋体" panose="02010600030101010101" pitchFamily="2" charset="-122"/>
              </a:rPr>
              <a:t>四足机器人</a:t>
            </a:r>
            <a:r>
              <a:rPr lang="en-US" altLang="zh-CN" sz="1400" kern="1000" dirty="0">
                <a:effectLst/>
                <a:latin typeface="Times New Roman" panose="02020603050405020304" pitchFamily="18" charset="0"/>
                <a:ea typeface="宋体" panose="02010600030101010101" pitchFamily="2" charset="-122"/>
              </a:rPr>
              <a:t>RH</a:t>
            </a:r>
            <a:r>
              <a:rPr lang="zh-CN" altLang="zh-CN" sz="1400" kern="1000" dirty="0">
                <a:effectLst/>
                <a:latin typeface="Times New Roman" panose="02020603050405020304" pitchFamily="18" charset="0"/>
                <a:ea typeface="宋体" panose="02010600030101010101" pitchFamily="2" charset="-122"/>
              </a:rPr>
              <a:t>结构示意图</a:t>
            </a:r>
          </a:p>
        </p:txBody>
      </p:sp>
    </p:spTree>
    <p:extLst>
      <p:ext uri="{BB962C8B-B14F-4D97-AF65-F5344CB8AC3E}">
        <p14:creationId xmlns:p14="http://schemas.microsoft.com/office/powerpoint/2010/main" val="824580656"/>
      </p:ext>
    </p:extLst>
  </p:cSld>
  <p:clrMapOvr>
    <a:masterClrMapping/>
  </p:clrMapOvr>
  <p:transition advTm="18857"/>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0CEA273-8505-5FA4-5BAA-8A3BEBF06607}"/>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8F7EA20C-EFBD-5E67-6FBC-C28446EB0222}"/>
              </a:ext>
            </a:extLst>
          </p:cNvPr>
          <p:cNvSpPr txBox="1"/>
          <p:nvPr/>
        </p:nvSpPr>
        <p:spPr>
          <a:xfrm>
            <a:off x="445327" y="921172"/>
            <a:ext cx="11283884" cy="4613892"/>
          </a:xfrm>
          <a:prstGeom prst="rect">
            <a:avLst/>
          </a:prstGeom>
          <a:noFill/>
        </p:spPr>
        <p:txBody>
          <a:bodyPr wrap="square">
            <a:spAutoFit/>
          </a:bodyPr>
          <a:lstStyle/>
          <a:p>
            <a:pPr indent="457200" algn="just">
              <a:lnSpc>
                <a:spcPct val="150000"/>
              </a:lnSpc>
            </a:pPr>
            <a:r>
              <a:rPr lang="en-US" altLang="zh-CN" dirty="0">
                <a:latin typeface="微软雅黑" panose="020B0503020204020204" pitchFamily="34" charset="-122"/>
                <a:ea typeface="微软雅黑" panose="020B0503020204020204" pitchFamily="34" charset="-122"/>
              </a:rPr>
              <a:t>RH</a:t>
            </a:r>
            <a:r>
              <a:rPr lang="zh-CN" altLang="en-US" dirty="0">
                <a:latin typeface="微软雅黑" panose="020B0503020204020204" pitchFamily="34" charset="-122"/>
                <a:ea typeface="微软雅黑" panose="020B0503020204020204" pitchFamily="34" charset="-122"/>
              </a:rPr>
              <a:t>的运动学分析过程与</a:t>
            </a:r>
            <a:r>
              <a:rPr lang="en-US" altLang="zh-CN" dirty="0">
                <a:latin typeface="微软雅黑" panose="020B0503020204020204" pitchFamily="34" charset="-122"/>
                <a:ea typeface="微软雅黑" panose="020B0503020204020204" pitchFamily="34" charset="-122"/>
              </a:rPr>
              <a:t>RF</a:t>
            </a:r>
            <a:r>
              <a:rPr lang="zh-CN" altLang="en-US" dirty="0">
                <a:latin typeface="微软雅黑" panose="020B0503020204020204" pitchFamily="34" charset="-122"/>
                <a:ea typeface="微软雅黑" panose="020B0503020204020204" pitchFamily="34" charset="-122"/>
              </a:rPr>
              <a:t>基本一致，只有其足端末端的坐标不同，为使推导过程清晰、完整，下文仍给出整个过程。</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．正运动学分析</a:t>
            </a:r>
          </a:p>
          <a:p>
            <a:pPr indent="457200" algn="just">
              <a:lnSpc>
                <a:spcPct val="150000"/>
              </a:lnSpc>
            </a:pPr>
            <a:r>
              <a:rPr lang="zh-CN" altLang="en-US" dirty="0">
                <a:latin typeface="微软雅黑" panose="020B0503020204020204" pitchFamily="34" charset="-122"/>
                <a:ea typeface="微软雅黑" panose="020B0503020204020204" pitchFamily="34" charset="-122"/>
              </a:rPr>
              <a:t>上文已给出了机器人</a:t>
            </a:r>
            <a:r>
              <a:rPr lang="en-US" altLang="zh-CN" dirty="0">
                <a:latin typeface="微软雅黑" panose="020B0503020204020204" pitchFamily="34" charset="-122"/>
                <a:ea typeface="微软雅黑" panose="020B0503020204020204" pitchFamily="34" charset="-122"/>
              </a:rPr>
              <a:t>RF</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rPr>
              <a:t>参数表，如表</a:t>
            </a:r>
            <a:r>
              <a:rPr lang="en-US" altLang="zh-CN" dirty="0">
                <a:latin typeface="微软雅黑" panose="020B0503020204020204" pitchFamily="34" charset="-122"/>
                <a:ea typeface="微软雅黑" panose="020B0503020204020204" pitchFamily="34" charset="-122"/>
              </a:rPr>
              <a:t>2.2</a:t>
            </a:r>
            <a:r>
              <a:rPr lang="zh-CN" altLang="en-US" dirty="0">
                <a:latin typeface="微软雅黑" panose="020B0503020204020204" pitchFamily="34" charset="-122"/>
                <a:ea typeface="微软雅黑" panose="020B0503020204020204" pitchFamily="34" charset="-122"/>
              </a:rPr>
              <a:t>所示。右后腿</a:t>
            </a:r>
            <a:r>
              <a:rPr lang="en-US" altLang="zh-CN" dirty="0">
                <a:latin typeface="微软雅黑" panose="020B0503020204020204" pitchFamily="34" charset="-122"/>
                <a:ea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rPr>
              <a:t>参数中，除了</a:t>
            </a:r>
            <a:r>
              <a:rPr lang="en-US" altLang="zh-CN" sz="1800" kern="1000" dirty="0">
                <a:effectLst/>
                <a:latin typeface="Times New Roman" panose="02020603050405020304" pitchFamily="18" charset="0"/>
                <a:ea typeface="宋体" panose="02010600030101010101" pitchFamily="2" charset="-122"/>
              </a:rPr>
              <a:t>{0}</a:t>
            </a:r>
            <a:r>
              <a:rPr lang="zh-CN" altLang="en-US" dirty="0">
                <a:latin typeface="微软雅黑" panose="020B0503020204020204" pitchFamily="34" charset="-122"/>
                <a:ea typeface="微软雅黑" panose="020B0503020204020204" pitchFamily="34" charset="-122"/>
              </a:rPr>
              <a:t> 坐标系杆件长度与</a:t>
            </a:r>
            <a:r>
              <a:rPr lang="en-US" altLang="zh-CN" dirty="0">
                <a:latin typeface="微软雅黑" panose="020B0503020204020204" pitchFamily="34" charset="-122"/>
                <a:ea typeface="微软雅黑" panose="020B0503020204020204" pitchFamily="34" charset="-122"/>
              </a:rPr>
              <a:t>RF</a:t>
            </a:r>
            <a:r>
              <a:rPr lang="zh-CN" altLang="en-US" dirty="0">
                <a:latin typeface="微软雅黑" panose="020B0503020204020204" pitchFamily="34" charset="-122"/>
                <a:ea typeface="微软雅黑" panose="020B0503020204020204" pitchFamily="34" charset="-122"/>
              </a:rPr>
              <a:t>相反（取值为      ），其他参数相同。</a:t>
            </a:r>
          </a:p>
          <a:p>
            <a:pPr indent="457200" algn="just">
              <a:lnSpc>
                <a:spcPct val="150000"/>
              </a:lnSpc>
            </a:pPr>
            <a:r>
              <a:rPr lang="zh-CN" altLang="en-US" dirty="0">
                <a:latin typeface="微软雅黑" panose="020B0503020204020204" pitchFamily="34" charset="-122"/>
                <a:ea typeface="微软雅黑" panose="020B0503020204020204" pitchFamily="34" charset="-122"/>
              </a:rPr>
              <a:t>根据</a:t>
            </a:r>
            <a:r>
              <a:rPr lang="en-US" altLang="zh-CN" dirty="0">
                <a:latin typeface="微软雅黑" panose="020B0503020204020204" pitchFamily="34" charset="-122"/>
                <a:ea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rPr>
              <a:t>方法得到的齐次变换矩阵公式，有</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在上式中分别代入右后腿的</a:t>
            </a:r>
            <a:r>
              <a:rPr lang="en-US" altLang="zh-CN" dirty="0">
                <a:latin typeface="微软雅黑" panose="020B0503020204020204" pitchFamily="34" charset="-122"/>
                <a:ea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rPr>
              <a:t>参数：</a:t>
            </a:r>
          </a:p>
          <a:p>
            <a:pPr indent="457200"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F81D8C14-85B6-37F7-C802-DF49989426A4}"/>
              </a:ext>
            </a:extLst>
          </p:cNvPr>
          <p:cNvGraphicFramePr>
            <a:graphicFrameLocks noChangeAspect="1"/>
          </p:cNvGraphicFramePr>
          <p:nvPr>
            <p:extLst>
              <p:ext uri="{D42A27DB-BD31-4B8C-83A1-F6EECF244321}">
                <p14:modId xmlns:p14="http://schemas.microsoft.com/office/powerpoint/2010/main" val="1777833352"/>
              </p:ext>
            </p:extLst>
          </p:nvPr>
        </p:nvGraphicFramePr>
        <p:xfrm>
          <a:off x="1720982" y="2684985"/>
          <a:ext cx="360850" cy="312737"/>
        </p:xfrm>
        <a:graphic>
          <a:graphicData uri="http://schemas.openxmlformats.org/presentationml/2006/ole">
            <mc:AlternateContent xmlns:mc="http://schemas.openxmlformats.org/markup-compatibility/2006">
              <mc:Choice xmlns:v="urn:schemas-microsoft-com:vml" Requires="v">
                <p:oleObj name="Equation" r:id="rId3" imgW="190440" imgH="164880" progId="Equation.DSMT4">
                  <p:embed/>
                </p:oleObj>
              </mc:Choice>
              <mc:Fallback>
                <p:oleObj name="Equation" r:id="rId3" imgW="190440" imgH="164880" progId="Equation.DSMT4">
                  <p:embed/>
                  <p:pic>
                    <p:nvPicPr>
                      <p:cNvPr id="0" name=""/>
                      <p:cNvPicPr/>
                      <p:nvPr/>
                    </p:nvPicPr>
                    <p:blipFill>
                      <a:blip r:embed="rId4"/>
                      <a:stretch>
                        <a:fillRect/>
                      </a:stretch>
                    </p:blipFill>
                    <p:spPr>
                      <a:xfrm>
                        <a:off x="1720982" y="2684985"/>
                        <a:ext cx="360850" cy="31273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1A45DDCB-9D58-5272-F345-D094276DF23A}"/>
              </a:ext>
            </a:extLst>
          </p:cNvPr>
          <p:cNvGraphicFramePr>
            <a:graphicFrameLocks noChangeAspect="1"/>
          </p:cNvGraphicFramePr>
          <p:nvPr>
            <p:extLst>
              <p:ext uri="{D42A27DB-BD31-4B8C-83A1-F6EECF244321}">
                <p14:modId xmlns:p14="http://schemas.microsoft.com/office/powerpoint/2010/main" val="486843450"/>
              </p:ext>
            </p:extLst>
          </p:nvPr>
        </p:nvGraphicFramePr>
        <p:xfrm>
          <a:off x="3903956" y="3429000"/>
          <a:ext cx="3081479" cy="1224936"/>
        </p:xfrm>
        <a:graphic>
          <a:graphicData uri="http://schemas.openxmlformats.org/presentationml/2006/ole">
            <mc:AlternateContent xmlns:mc="http://schemas.openxmlformats.org/markup-compatibility/2006">
              <mc:Choice xmlns:v="urn:schemas-microsoft-com:vml" Requires="v">
                <p:oleObj name="Equation" r:id="rId5" imgW="2044440" imgH="812520" progId="Equation.DSMT4">
                  <p:embed/>
                </p:oleObj>
              </mc:Choice>
              <mc:Fallback>
                <p:oleObj name="Equation" r:id="rId5" imgW="2044440" imgH="812520" progId="Equation.DSMT4">
                  <p:embed/>
                  <p:pic>
                    <p:nvPicPr>
                      <p:cNvPr id="0" name=""/>
                      <p:cNvPicPr/>
                      <p:nvPr/>
                    </p:nvPicPr>
                    <p:blipFill>
                      <a:blip r:embed="rId6"/>
                      <a:stretch>
                        <a:fillRect/>
                      </a:stretch>
                    </p:blipFill>
                    <p:spPr>
                      <a:xfrm>
                        <a:off x="3903956" y="3429000"/>
                        <a:ext cx="3081479" cy="122493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90F0C8F-C6EF-AFC1-B421-C591C828ABCA}"/>
              </a:ext>
            </a:extLst>
          </p:cNvPr>
          <p:cNvGraphicFramePr>
            <a:graphicFrameLocks noChangeAspect="1"/>
          </p:cNvGraphicFramePr>
          <p:nvPr>
            <p:extLst>
              <p:ext uri="{D42A27DB-BD31-4B8C-83A1-F6EECF244321}">
                <p14:modId xmlns:p14="http://schemas.microsoft.com/office/powerpoint/2010/main" val="2870851955"/>
              </p:ext>
            </p:extLst>
          </p:nvPr>
        </p:nvGraphicFramePr>
        <p:xfrm>
          <a:off x="462789" y="5301300"/>
          <a:ext cx="1873767" cy="1211324"/>
        </p:xfrm>
        <a:graphic>
          <a:graphicData uri="http://schemas.openxmlformats.org/presentationml/2006/ole">
            <mc:AlternateContent xmlns:mc="http://schemas.openxmlformats.org/markup-compatibility/2006">
              <mc:Choice xmlns:v="urn:schemas-microsoft-com:vml" Requires="v">
                <p:oleObj name="Equation" r:id="rId7" imgW="1257120" imgH="812520" progId="Equation.DSMT4">
                  <p:embed/>
                </p:oleObj>
              </mc:Choice>
              <mc:Fallback>
                <p:oleObj name="Equation" r:id="rId7" imgW="1257120" imgH="812520" progId="Equation.DSMT4">
                  <p:embed/>
                  <p:pic>
                    <p:nvPicPr>
                      <p:cNvPr id="0" name=""/>
                      <p:cNvPicPr/>
                      <p:nvPr/>
                    </p:nvPicPr>
                    <p:blipFill>
                      <a:blip r:embed="rId8"/>
                      <a:stretch>
                        <a:fillRect/>
                      </a:stretch>
                    </p:blipFill>
                    <p:spPr>
                      <a:xfrm>
                        <a:off x="462789" y="5301300"/>
                        <a:ext cx="1873767" cy="121132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1FDB603-5D35-D15A-4C5F-AB4878D8471E}"/>
              </a:ext>
            </a:extLst>
          </p:cNvPr>
          <p:cNvGraphicFramePr>
            <a:graphicFrameLocks noChangeAspect="1"/>
          </p:cNvGraphicFramePr>
          <p:nvPr>
            <p:extLst>
              <p:ext uri="{D42A27DB-BD31-4B8C-83A1-F6EECF244321}">
                <p14:modId xmlns:p14="http://schemas.microsoft.com/office/powerpoint/2010/main" val="674688391"/>
              </p:ext>
            </p:extLst>
          </p:nvPr>
        </p:nvGraphicFramePr>
        <p:xfrm>
          <a:off x="2682686" y="5301299"/>
          <a:ext cx="2100888" cy="1211323"/>
        </p:xfrm>
        <a:graphic>
          <a:graphicData uri="http://schemas.openxmlformats.org/presentationml/2006/ole">
            <mc:AlternateContent xmlns:mc="http://schemas.openxmlformats.org/markup-compatibility/2006">
              <mc:Choice xmlns:v="urn:schemas-microsoft-com:vml" Requires="v">
                <p:oleObj name="Equation" r:id="rId9" imgW="1409400" imgH="812520" progId="Equation.DSMT4">
                  <p:embed/>
                </p:oleObj>
              </mc:Choice>
              <mc:Fallback>
                <p:oleObj name="Equation" r:id="rId9" imgW="1409400" imgH="812520" progId="Equation.DSMT4">
                  <p:embed/>
                  <p:pic>
                    <p:nvPicPr>
                      <p:cNvPr id="0" name=""/>
                      <p:cNvPicPr/>
                      <p:nvPr/>
                    </p:nvPicPr>
                    <p:blipFill>
                      <a:blip r:embed="rId10"/>
                      <a:stretch>
                        <a:fillRect/>
                      </a:stretch>
                    </p:blipFill>
                    <p:spPr>
                      <a:xfrm>
                        <a:off x="2682686" y="5301299"/>
                        <a:ext cx="2100888" cy="121132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D3D50BE5-8EA9-6E95-F98E-AB1C67E6BB0F}"/>
              </a:ext>
            </a:extLst>
          </p:cNvPr>
          <p:cNvGraphicFramePr>
            <a:graphicFrameLocks noChangeAspect="1"/>
          </p:cNvGraphicFramePr>
          <p:nvPr>
            <p:extLst>
              <p:ext uri="{D42A27DB-BD31-4B8C-83A1-F6EECF244321}">
                <p14:modId xmlns:p14="http://schemas.microsoft.com/office/powerpoint/2010/main" val="1888716034"/>
              </p:ext>
            </p:extLst>
          </p:nvPr>
        </p:nvGraphicFramePr>
        <p:xfrm>
          <a:off x="5129703" y="5301298"/>
          <a:ext cx="2081961" cy="1211323"/>
        </p:xfrm>
        <a:graphic>
          <a:graphicData uri="http://schemas.openxmlformats.org/presentationml/2006/ole">
            <mc:AlternateContent xmlns:mc="http://schemas.openxmlformats.org/markup-compatibility/2006">
              <mc:Choice xmlns:v="urn:schemas-microsoft-com:vml" Requires="v">
                <p:oleObj name="Equation" r:id="rId11" imgW="1396800" imgH="812520" progId="Equation.DSMT4">
                  <p:embed/>
                </p:oleObj>
              </mc:Choice>
              <mc:Fallback>
                <p:oleObj name="Equation" r:id="rId11" imgW="1396800" imgH="812520" progId="Equation.DSMT4">
                  <p:embed/>
                  <p:pic>
                    <p:nvPicPr>
                      <p:cNvPr id="0" name=""/>
                      <p:cNvPicPr/>
                      <p:nvPr/>
                    </p:nvPicPr>
                    <p:blipFill>
                      <a:blip r:embed="rId12"/>
                      <a:stretch>
                        <a:fillRect/>
                      </a:stretch>
                    </p:blipFill>
                    <p:spPr>
                      <a:xfrm>
                        <a:off x="5129703" y="5301298"/>
                        <a:ext cx="2081961" cy="121132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3A835168-8CC9-1AC1-A136-4B891F906CB4}"/>
              </a:ext>
            </a:extLst>
          </p:cNvPr>
          <p:cNvGraphicFramePr>
            <a:graphicFrameLocks noChangeAspect="1"/>
          </p:cNvGraphicFramePr>
          <p:nvPr>
            <p:extLst>
              <p:ext uri="{D42A27DB-BD31-4B8C-83A1-F6EECF244321}">
                <p14:modId xmlns:p14="http://schemas.microsoft.com/office/powerpoint/2010/main" val="1027303122"/>
              </p:ext>
            </p:extLst>
          </p:nvPr>
        </p:nvGraphicFramePr>
        <p:xfrm>
          <a:off x="7557792" y="5301297"/>
          <a:ext cx="1987327" cy="1211323"/>
        </p:xfrm>
        <a:graphic>
          <a:graphicData uri="http://schemas.openxmlformats.org/presentationml/2006/ole">
            <mc:AlternateContent xmlns:mc="http://schemas.openxmlformats.org/markup-compatibility/2006">
              <mc:Choice xmlns:v="urn:schemas-microsoft-com:vml" Requires="v">
                <p:oleObj name="Equation" r:id="rId13" imgW="1333440" imgH="812520" progId="Equation.DSMT4">
                  <p:embed/>
                </p:oleObj>
              </mc:Choice>
              <mc:Fallback>
                <p:oleObj name="Equation" r:id="rId13" imgW="1333440" imgH="812520" progId="Equation.DSMT4">
                  <p:embed/>
                  <p:pic>
                    <p:nvPicPr>
                      <p:cNvPr id="0" name=""/>
                      <p:cNvPicPr/>
                      <p:nvPr/>
                    </p:nvPicPr>
                    <p:blipFill>
                      <a:blip r:embed="rId14"/>
                      <a:stretch>
                        <a:fillRect/>
                      </a:stretch>
                    </p:blipFill>
                    <p:spPr>
                      <a:xfrm>
                        <a:off x="7557792" y="5301297"/>
                        <a:ext cx="1987327" cy="121132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068EB131-BC09-15A0-20B6-99FA5B6F815B}"/>
              </a:ext>
            </a:extLst>
          </p:cNvPr>
          <p:cNvGraphicFramePr>
            <a:graphicFrameLocks noChangeAspect="1"/>
          </p:cNvGraphicFramePr>
          <p:nvPr>
            <p:extLst>
              <p:ext uri="{D42A27DB-BD31-4B8C-83A1-F6EECF244321}">
                <p14:modId xmlns:p14="http://schemas.microsoft.com/office/powerpoint/2010/main" val="565992401"/>
              </p:ext>
            </p:extLst>
          </p:nvPr>
        </p:nvGraphicFramePr>
        <p:xfrm>
          <a:off x="9891246" y="5301297"/>
          <a:ext cx="1741275" cy="1211322"/>
        </p:xfrm>
        <a:graphic>
          <a:graphicData uri="http://schemas.openxmlformats.org/presentationml/2006/ole">
            <mc:AlternateContent xmlns:mc="http://schemas.openxmlformats.org/markup-compatibility/2006">
              <mc:Choice xmlns:v="urn:schemas-microsoft-com:vml" Requires="v">
                <p:oleObj name="Equation" r:id="rId15" imgW="1168200" imgH="812520" progId="Equation.DSMT4">
                  <p:embed/>
                </p:oleObj>
              </mc:Choice>
              <mc:Fallback>
                <p:oleObj name="Equation" r:id="rId15" imgW="1168200" imgH="812520" progId="Equation.DSMT4">
                  <p:embed/>
                  <p:pic>
                    <p:nvPicPr>
                      <p:cNvPr id="0" name=""/>
                      <p:cNvPicPr/>
                      <p:nvPr/>
                    </p:nvPicPr>
                    <p:blipFill>
                      <a:blip r:embed="rId16"/>
                      <a:stretch>
                        <a:fillRect/>
                      </a:stretch>
                    </p:blipFill>
                    <p:spPr>
                      <a:xfrm>
                        <a:off x="9891246" y="5301297"/>
                        <a:ext cx="1741275" cy="1211322"/>
                      </a:xfrm>
                      <a:prstGeom prst="rect">
                        <a:avLst/>
                      </a:prstGeom>
                    </p:spPr>
                  </p:pic>
                </p:oleObj>
              </mc:Fallback>
            </mc:AlternateContent>
          </a:graphicData>
        </a:graphic>
      </p:graphicFrame>
    </p:spTree>
    <p:extLst>
      <p:ext uri="{BB962C8B-B14F-4D97-AF65-F5344CB8AC3E}">
        <p14:creationId xmlns:p14="http://schemas.microsoft.com/office/powerpoint/2010/main" val="2662850154"/>
      </p:ext>
    </p:extLst>
  </p:cSld>
  <p:clrMapOvr>
    <a:masterClrMapping/>
  </p:clrMapOvr>
  <p:transition advTm="18857"/>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83213DB-A0AE-8E74-C17E-3B917B46E1F9}"/>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5" name="文本框 4">
            <a:extLst>
              <a:ext uri="{FF2B5EF4-FFF2-40B4-BE49-F238E27FC236}">
                <a16:creationId xmlns:a16="http://schemas.microsoft.com/office/drawing/2014/main" id="{7C9B950D-2B94-6E4F-41D8-12B1B9DFDD55}"/>
              </a:ext>
            </a:extLst>
          </p:cNvPr>
          <p:cNvSpPr txBox="1"/>
          <p:nvPr/>
        </p:nvSpPr>
        <p:spPr>
          <a:xfrm>
            <a:off x="271021" y="1123859"/>
            <a:ext cx="6122708" cy="3782895"/>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相对于躯干固连坐标系的右后腿足端末端位姿矩阵为</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从而有</a:t>
            </a: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endParaRPr lang="en-US" altLang="zh-CN" kern="1000" dirty="0">
              <a:latin typeface="微软雅黑" panose="020B0503020204020204" pitchFamily="34" charset="-122"/>
              <a:ea typeface="微软雅黑" panose="020B0503020204020204" pitchFamily="34" charset="-122"/>
            </a:endParaRPr>
          </a:p>
          <a:p>
            <a:pPr indent="269875" algn="just">
              <a:lnSpc>
                <a:spcPct val="150000"/>
              </a:lnSpc>
            </a:pPr>
            <a:endParaRPr lang="en-US" altLang="zh-CN" sz="1800" kern="1000" dirty="0">
              <a:effectLst/>
              <a:latin typeface="微软雅黑" panose="020B0503020204020204" pitchFamily="34" charset="-122"/>
              <a:ea typeface="微软雅黑" panose="020B0503020204020204" pitchFamily="34" charset="-122"/>
            </a:endParaRPr>
          </a:p>
          <a:p>
            <a:pPr indent="269875" algn="just">
              <a:lnSpc>
                <a:spcPct val="150000"/>
              </a:lnSpc>
            </a:pPr>
            <a:r>
              <a:rPr lang="zh-CN" altLang="en-US" sz="1800" kern="1000" dirty="0">
                <a:effectLst/>
                <a:latin typeface="微软雅黑" panose="020B0503020204020204" pitchFamily="34" charset="-122"/>
                <a:ea typeface="微软雅黑" panose="020B0503020204020204" pitchFamily="34" charset="-122"/>
              </a:rPr>
              <a:t>得到</a:t>
            </a:r>
            <a:endParaRPr lang="zh-CN" altLang="zh-CN" sz="1800" kern="1000" dirty="0">
              <a:effectLst/>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6836881F-5B23-95C8-487C-83C37435EBF3}"/>
              </a:ext>
            </a:extLst>
          </p:cNvPr>
          <p:cNvGraphicFramePr>
            <a:graphicFrameLocks noChangeAspect="1"/>
          </p:cNvGraphicFramePr>
          <p:nvPr>
            <p:extLst>
              <p:ext uri="{D42A27DB-BD31-4B8C-83A1-F6EECF244321}">
                <p14:modId xmlns:p14="http://schemas.microsoft.com/office/powerpoint/2010/main" val="2381715650"/>
              </p:ext>
            </p:extLst>
          </p:nvPr>
        </p:nvGraphicFramePr>
        <p:xfrm>
          <a:off x="933565" y="1747296"/>
          <a:ext cx="9260179" cy="1325842"/>
        </p:xfrm>
        <a:graphic>
          <a:graphicData uri="http://schemas.openxmlformats.org/presentationml/2006/ole">
            <mc:AlternateContent xmlns:mc="http://schemas.openxmlformats.org/markup-compatibility/2006">
              <mc:Choice xmlns:v="urn:schemas-microsoft-com:vml" Requires="v">
                <p:oleObj name="Equation" r:id="rId3" imgW="5676840" imgH="812520" progId="Equation.DSMT4">
                  <p:embed/>
                </p:oleObj>
              </mc:Choice>
              <mc:Fallback>
                <p:oleObj name="Equation" r:id="rId3" imgW="5676840" imgH="812520" progId="Equation.DSMT4">
                  <p:embed/>
                  <p:pic>
                    <p:nvPicPr>
                      <p:cNvPr id="0" name=""/>
                      <p:cNvPicPr/>
                      <p:nvPr/>
                    </p:nvPicPr>
                    <p:blipFill>
                      <a:blip r:embed="rId4"/>
                      <a:stretch>
                        <a:fillRect/>
                      </a:stretch>
                    </p:blipFill>
                    <p:spPr>
                      <a:xfrm>
                        <a:off x="933565" y="1747296"/>
                        <a:ext cx="9260179" cy="1325842"/>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9B6A3D1-38D3-2118-0F6F-4FD360D93715}"/>
              </a:ext>
            </a:extLst>
          </p:cNvPr>
          <p:cNvGraphicFramePr>
            <a:graphicFrameLocks noChangeAspect="1"/>
          </p:cNvGraphicFramePr>
          <p:nvPr>
            <p:extLst>
              <p:ext uri="{D42A27DB-BD31-4B8C-83A1-F6EECF244321}">
                <p14:modId xmlns:p14="http://schemas.microsoft.com/office/powerpoint/2010/main" val="1567130000"/>
              </p:ext>
            </p:extLst>
          </p:nvPr>
        </p:nvGraphicFramePr>
        <p:xfrm>
          <a:off x="3332374" y="3290175"/>
          <a:ext cx="3351229" cy="1140844"/>
        </p:xfrm>
        <a:graphic>
          <a:graphicData uri="http://schemas.openxmlformats.org/presentationml/2006/ole">
            <mc:AlternateContent xmlns:mc="http://schemas.openxmlformats.org/markup-compatibility/2006">
              <mc:Choice xmlns:v="urn:schemas-microsoft-com:vml" Requires="v">
                <p:oleObj name="Equation" r:id="rId5" imgW="2387520" imgH="812520" progId="Equation.DSMT4">
                  <p:embed/>
                </p:oleObj>
              </mc:Choice>
              <mc:Fallback>
                <p:oleObj name="Equation" r:id="rId5" imgW="2387520" imgH="812520" progId="Equation.DSMT4">
                  <p:embed/>
                  <p:pic>
                    <p:nvPicPr>
                      <p:cNvPr id="0" name=""/>
                      <p:cNvPicPr/>
                      <p:nvPr/>
                    </p:nvPicPr>
                    <p:blipFill>
                      <a:blip r:embed="rId6"/>
                      <a:stretch>
                        <a:fillRect/>
                      </a:stretch>
                    </p:blipFill>
                    <p:spPr>
                      <a:xfrm>
                        <a:off x="3332374" y="3290175"/>
                        <a:ext cx="3351229" cy="114084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F21C2A7-DE38-B3B4-E546-47D1685646B1}"/>
              </a:ext>
            </a:extLst>
          </p:cNvPr>
          <p:cNvGraphicFramePr>
            <a:graphicFrameLocks noChangeAspect="1"/>
          </p:cNvGraphicFramePr>
          <p:nvPr>
            <p:extLst>
              <p:ext uri="{D42A27DB-BD31-4B8C-83A1-F6EECF244321}">
                <p14:modId xmlns:p14="http://schemas.microsoft.com/office/powerpoint/2010/main" val="2241957962"/>
              </p:ext>
            </p:extLst>
          </p:nvPr>
        </p:nvGraphicFramePr>
        <p:xfrm>
          <a:off x="1117075" y="5123791"/>
          <a:ext cx="3783356" cy="965544"/>
        </p:xfrm>
        <a:graphic>
          <a:graphicData uri="http://schemas.openxmlformats.org/presentationml/2006/ole">
            <mc:AlternateContent xmlns:mc="http://schemas.openxmlformats.org/markup-compatibility/2006">
              <mc:Choice xmlns:v="urn:schemas-microsoft-com:vml" Requires="v">
                <p:oleObj name="Equation" r:id="rId7" imgW="2438280" imgH="622080" progId="Equation.DSMT4">
                  <p:embed/>
                </p:oleObj>
              </mc:Choice>
              <mc:Fallback>
                <p:oleObj name="Equation" r:id="rId7" imgW="2438280" imgH="622080" progId="Equation.DSMT4">
                  <p:embed/>
                  <p:pic>
                    <p:nvPicPr>
                      <p:cNvPr id="0" name=""/>
                      <p:cNvPicPr/>
                      <p:nvPr/>
                    </p:nvPicPr>
                    <p:blipFill>
                      <a:blip r:embed="rId8"/>
                      <a:stretch>
                        <a:fillRect/>
                      </a:stretch>
                    </p:blipFill>
                    <p:spPr>
                      <a:xfrm>
                        <a:off x="1117075" y="5123791"/>
                        <a:ext cx="3783356" cy="96554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1654A69-0812-BCDC-59CC-5E5F0A033937}"/>
              </a:ext>
            </a:extLst>
          </p:cNvPr>
          <p:cNvGraphicFramePr>
            <a:graphicFrameLocks noChangeAspect="1"/>
          </p:cNvGraphicFramePr>
          <p:nvPr>
            <p:extLst>
              <p:ext uri="{D42A27DB-BD31-4B8C-83A1-F6EECF244321}">
                <p14:modId xmlns:p14="http://schemas.microsoft.com/office/powerpoint/2010/main" val="1613167629"/>
              </p:ext>
            </p:extLst>
          </p:nvPr>
        </p:nvGraphicFramePr>
        <p:xfrm>
          <a:off x="5713428" y="5219041"/>
          <a:ext cx="4049531" cy="870294"/>
        </p:xfrm>
        <a:graphic>
          <a:graphicData uri="http://schemas.openxmlformats.org/presentationml/2006/ole">
            <mc:AlternateContent xmlns:mc="http://schemas.openxmlformats.org/markup-compatibility/2006">
              <mc:Choice xmlns:v="urn:schemas-microsoft-com:vml" Requires="v">
                <p:oleObj name="Equation" r:id="rId9" imgW="2895480" imgH="622080" progId="Equation.DSMT4">
                  <p:embed/>
                </p:oleObj>
              </mc:Choice>
              <mc:Fallback>
                <p:oleObj name="Equation" r:id="rId9" imgW="2895480" imgH="622080" progId="Equation.DSMT4">
                  <p:embed/>
                  <p:pic>
                    <p:nvPicPr>
                      <p:cNvPr id="0" name=""/>
                      <p:cNvPicPr/>
                      <p:nvPr/>
                    </p:nvPicPr>
                    <p:blipFill>
                      <a:blip r:embed="rId10"/>
                      <a:stretch>
                        <a:fillRect/>
                      </a:stretch>
                    </p:blipFill>
                    <p:spPr>
                      <a:xfrm>
                        <a:off x="5713428" y="5219041"/>
                        <a:ext cx="4049531" cy="870294"/>
                      </a:xfrm>
                      <a:prstGeom prst="rect">
                        <a:avLst/>
                      </a:prstGeom>
                    </p:spPr>
                  </p:pic>
                </p:oleObj>
              </mc:Fallback>
            </mc:AlternateContent>
          </a:graphicData>
        </a:graphic>
      </p:graphicFrame>
    </p:spTree>
    <p:extLst>
      <p:ext uri="{BB962C8B-B14F-4D97-AF65-F5344CB8AC3E}">
        <p14:creationId xmlns:p14="http://schemas.microsoft.com/office/powerpoint/2010/main" val="1980282913"/>
      </p:ext>
    </p:extLst>
  </p:cSld>
  <p:clrMapOvr>
    <a:masterClrMapping/>
  </p:clrMapOvr>
  <p:transition advTm="18857"/>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DABFA99-0EC9-4BFA-78FE-B27344748179}"/>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92129B75-9310-0966-4DBD-B9129C5EA461}"/>
              </a:ext>
            </a:extLst>
          </p:cNvPr>
          <p:cNvSpPr txBox="1"/>
          <p:nvPr/>
        </p:nvSpPr>
        <p:spPr>
          <a:xfrm>
            <a:off x="480766" y="924074"/>
            <a:ext cx="11434713" cy="586038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把          改成实际机器人系统使用的角度，定义新的       ，为机器人使用的角度值，则有</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将足端末端的坐标</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化简，可以得到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其中，                    ，</a:t>
            </a: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雅可比矩阵的推导过程如下。</a:t>
            </a:r>
          </a:p>
          <a:p>
            <a:pPr algn="just">
              <a:lnSpc>
                <a:spcPct val="150000"/>
              </a:lnSpc>
            </a:pPr>
            <a:r>
              <a:rPr lang="zh-CN" altLang="en-US" dirty="0">
                <a:latin typeface="微软雅黑" panose="020B0503020204020204" pitchFamily="34" charset="-122"/>
                <a:ea typeface="微软雅黑" panose="020B0503020204020204" pitchFamily="34" charset="-122"/>
              </a:rPr>
              <a:t>对式</a:t>
            </a:r>
            <a:r>
              <a:rPr lang="en-US" altLang="zh-CN" dirty="0">
                <a:latin typeface="微软雅黑" panose="020B0503020204020204" pitchFamily="34" charset="-122"/>
                <a:ea typeface="微软雅黑" panose="020B0503020204020204" pitchFamily="34" charset="-122"/>
              </a:rPr>
              <a:t>(2.48)</a:t>
            </a:r>
            <a:r>
              <a:rPr lang="zh-CN" altLang="en-US" dirty="0">
                <a:latin typeface="微软雅黑" panose="020B0503020204020204" pitchFamily="34" charset="-122"/>
                <a:ea typeface="微软雅黑" panose="020B0503020204020204" pitchFamily="34" charset="-122"/>
              </a:rPr>
              <a:t>进行时间微分，得到</a:t>
            </a:r>
          </a:p>
          <a:p>
            <a:pPr algn="just">
              <a:lnSpc>
                <a:spcPct val="150000"/>
              </a:lnSpc>
            </a:pPr>
            <a:endParaRPr lang="zh-CN" altLang="en-US" dirty="0">
              <a:latin typeface="微软雅黑" panose="020B0503020204020204" pitchFamily="34" charset="-122"/>
              <a:ea typeface="微软雅黑" panose="020B0503020204020204" pitchFamily="34" charset="-122"/>
            </a:endParaRP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9C70C769-A5F9-7D49-EBB8-DAF6F63B56C5}"/>
              </a:ext>
            </a:extLst>
          </p:cNvPr>
          <p:cNvGraphicFramePr>
            <a:graphicFrameLocks noChangeAspect="1"/>
          </p:cNvGraphicFramePr>
          <p:nvPr>
            <p:extLst>
              <p:ext uri="{D42A27DB-BD31-4B8C-83A1-F6EECF244321}">
                <p14:modId xmlns:p14="http://schemas.microsoft.com/office/powerpoint/2010/main" val="981181142"/>
              </p:ext>
            </p:extLst>
          </p:nvPr>
        </p:nvGraphicFramePr>
        <p:xfrm>
          <a:off x="1001662" y="1051928"/>
          <a:ext cx="261529" cy="380406"/>
        </p:xfrm>
        <a:graphic>
          <a:graphicData uri="http://schemas.openxmlformats.org/presentationml/2006/ole">
            <mc:AlternateContent xmlns:mc="http://schemas.openxmlformats.org/markup-compatibility/2006">
              <mc:Choice xmlns:v="urn:schemas-microsoft-com:vml" Requires="v">
                <p:oleObj name="Equation" r:id="rId3" imgW="139680" imgH="203040" progId="Equation.DSMT4">
                  <p:embed/>
                </p:oleObj>
              </mc:Choice>
              <mc:Fallback>
                <p:oleObj name="Equation" r:id="rId3" imgW="139680" imgH="203040" progId="Equation.DSMT4">
                  <p:embed/>
                  <p:pic>
                    <p:nvPicPr>
                      <p:cNvPr id="0" name=""/>
                      <p:cNvPicPr/>
                      <p:nvPr/>
                    </p:nvPicPr>
                    <p:blipFill>
                      <a:blip r:embed="rId4"/>
                      <a:stretch>
                        <a:fillRect/>
                      </a:stretch>
                    </p:blipFill>
                    <p:spPr>
                      <a:xfrm>
                        <a:off x="1001662" y="1051928"/>
                        <a:ext cx="261529" cy="38040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BA9DE61-EA47-745E-A814-13163E0CB955}"/>
              </a:ext>
            </a:extLst>
          </p:cNvPr>
          <p:cNvGraphicFramePr>
            <a:graphicFrameLocks noChangeAspect="1"/>
          </p:cNvGraphicFramePr>
          <p:nvPr>
            <p:extLst>
              <p:ext uri="{D42A27DB-BD31-4B8C-83A1-F6EECF244321}">
                <p14:modId xmlns:p14="http://schemas.microsoft.com/office/powerpoint/2010/main" val="3352050366"/>
              </p:ext>
            </p:extLst>
          </p:nvPr>
        </p:nvGraphicFramePr>
        <p:xfrm>
          <a:off x="5931726" y="992654"/>
          <a:ext cx="261529" cy="348705"/>
        </p:xfrm>
        <a:graphic>
          <a:graphicData uri="http://schemas.openxmlformats.org/presentationml/2006/ole">
            <mc:AlternateContent xmlns:mc="http://schemas.openxmlformats.org/markup-compatibility/2006">
              <mc:Choice xmlns:v="urn:schemas-microsoft-com:vml" Requires="v">
                <p:oleObj name="Equation" r:id="rId5" imgW="152280" imgH="203040" progId="Equation.DSMT4">
                  <p:embed/>
                </p:oleObj>
              </mc:Choice>
              <mc:Fallback>
                <p:oleObj name="Equation" r:id="rId5" imgW="152280" imgH="203040" progId="Equation.DSMT4">
                  <p:embed/>
                  <p:pic>
                    <p:nvPicPr>
                      <p:cNvPr id="0" name=""/>
                      <p:cNvPicPr/>
                      <p:nvPr/>
                    </p:nvPicPr>
                    <p:blipFill>
                      <a:blip r:embed="rId6"/>
                      <a:stretch>
                        <a:fillRect/>
                      </a:stretch>
                    </p:blipFill>
                    <p:spPr>
                      <a:xfrm>
                        <a:off x="5931726" y="992654"/>
                        <a:ext cx="261529" cy="34870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252E17E4-350B-D80B-81F3-305B41E946BA}"/>
              </a:ext>
            </a:extLst>
          </p:cNvPr>
          <p:cNvGraphicFramePr>
            <a:graphicFrameLocks noChangeAspect="1"/>
          </p:cNvGraphicFramePr>
          <p:nvPr>
            <p:extLst>
              <p:ext uri="{D42A27DB-BD31-4B8C-83A1-F6EECF244321}">
                <p14:modId xmlns:p14="http://schemas.microsoft.com/office/powerpoint/2010/main" val="2849376279"/>
              </p:ext>
            </p:extLst>
          </p:nvPr>
        </p:nvGraphicFramePr>
        <p:xfrm>
          <a:off x="4596679" y="1614988"/>
          <a:ext cx="1094751" cy="318473"/>
        </p:xfrm>
        <a:graphic>
          <a:graphicData uri="http://schemas.openxmlformats.org/presentationml/2006/ole">
            <mc:AlternateContent xmlns:mc="http://schemas.openxmlformats.org/markup-compatibility/2006">
              <mc:Choice xmlns:v="urn:schemas-microsoft-com:vml" Requires="v">
                <p:oleObj name="Equation" r:id="rId7" imgW="698400" imgH="203040" progId="Equation.DSMT4">
                  <p:embed/>
                </p:oleObj>
              </mc:Choice>
              <mc:Fallback>
                <p:oleObj name="Equation" r:id="rId7" imgW="698400" imgH="203040" progId="Equation.DSMT4">
                  <p:embed/>
                  <p:pic>
                    <p:nvPicPr>
                      <p:cNvPr id="0" name=""/>
                      <p:cNvPicPr/>
                      <p:nvPr/>
                    </p:nvPicPr>
                    <p:blipFill>
                      <a:blip r:embed="rId8"/>
                      <a:stretch>
                        <a:fillRect/>
                      </a:stretch>
                    </p:blipFill>
                    <p:spPr>
                      <a:xfrm>
                        <a:off x="4596679" y="1614988"/>
                        <a:ext cx="1094751" cy="31847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9767C63-3373-F73F-A45F-B3BACA6EAAC9}"/>
              </a:ext>
            </a:extLst>
          </p:cNvPr>
          <p:cNvGraphicFramePr>
            <a:graphicFrameLocks noChangeAspect="1"/>
          </p:cNvGraphicFramePr>
          <p:nvPr>
            <p:extLst>
              <p:ext uri="{D42A27DB-BD31-4B8C-83A1-F6EECF244321}">
                <p14:modId xmlns:p14="http://schemas.microsoft.com/office/powerpoint/2010/main" val="314870432"/>
              </p:ext>
            </p:extLst>
          </p:nvPr>
        </p:nvGraphicFramePr>
        <p:xfrm>
          <a:off x="3582970" y="2022752"/>
          <a:ext cx="3878648" cy="833569"/>
        </p:xfrm>
        <a:graphic>
          <a:graphicData uri="http://schemas.openxmlformats.org/presentationml/2006/ole">
            <mc:AlternateContent xmlns:mc="http://schemas.openxmlformats.org/markup-compatibility/2006">
              <mc:Choice xmlns:v="urn:schemas-microsoft-com:vml" Requires="v">
                <p:oleObj name="Equation" r:id="rId9" imgW="2895480" imgH="622080" progId="Equation.DSMT4">
                  <p:embed/>
                </p:oleObj>
              </mc:Choice>
              <mc:Fallback>
                <p:oleObj name="Equation" r:id="rId9" imgW="2895480" imgH="622080" progId="Equation.DSMT4">
                  <p:embed/>
                  <p:pic>
                    <p:nvPicPr>
                      <p:cNvPr id="0" name=""/>
                      <p:cNvPicPr/>
                      <p:nvPr/>
                    </p:nvPicPr>
                    <p:blipFill>
                      <a:blip r:embed="rId10"/>
                      <a:stretch>
                        <a:fillRect/>
                      </a:stretch>
                    </p:blipFill>
                    <p:spPr>
                      <a:xfrm>
                        <a:off x="3582970" y="2022752"/>
                        <a:ext cx="3878648" cy="833569"/>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129584A9-C4DD-299B-FADF-C5F80F6BADBA}"/>
              </a:ext>
            </a:extLst>
          </p:cNvPr>
          <p:cNvGraphicFramePr>
            <a:graphicFrameLocks noChangeAspect="1"/>
          </p:cNvGraphicFramePr>
          <p:nvPr>
            <p:extLst>
              <p:ext uri="{D42A27DB-BD31-4B8C-83A1-F6EECF244321}">
                <p14:modId xmlns:p14="http://schemas.microsoft.com/office/powerpoint/2010/main" val="2312124774"/>
              </p:ext>
            </p:extLst>
          </p:nvPr>
        </p:nvGraphicFramePr>
        <p:xfrm>
          <a:off x="3765188" y="3526957"/>
          <a:ext cx="3545886" cy="949445"/>
        </p:xfrm>
        <a:graphic>
          <a:graphicData uri="http://schemas.openxmlformats.org/presentationml/2006/ole">
            <mc:AlternateContent xmlns:mc="http://schemas.openxmlformats.org/markup-compatibility/2006">
              <mc:Choice xmlns:v="urn:schemas-microsoft-com:vml" Requires="v">
                <p:oleObj name="Equation" r:id="rId11" imgW="2323800" imgH="622080" progId="Equation.DSMT4">
                  <p:embed/>
                </p:oleObj>
              </mc:Choice>
              <mc:Fallback>
                <p:oleObj name="Equation" r:id="rId11" imgW="2323800" imgH="622080" progId="Equation.DSMT4">
                  <p:embed/>
                  <p:pic>
                    <p:nvPicPr>
                      <p:cNvPr id="0" name=""/>
                      <p:cNvPicPr/>
                      <p:nvPr/>
                    </p:nvPicPr>
                    <p:blipFill>
                      <a:blip r:embed="rId12"/>
                      <a:stretch>
                        <a:fillRect/>
                      </a:stretch>
                    </p:blipFill>
                    <p:spPr>
                      <a:xfrm>
                        <a:off x="3765188" y="3526957"/>
                        <a:ext cx="3545886" cy="94944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AA9266C4-C364-3A28-89A3-2BEA6DE0BC1C}"/>
              </a:ext>
            </a:extLst>
          </p:cNvPr>
          <p:cNvGraphicFramePr>
            <a:graphicFrameLocks noChangeAspect="1"/>
          </p:cNvGraphicFramePr>
          <p:nvPr>
            <p:extLst>
              <p:ext uri="{D42A27DB-BD31-4B8C-83A1-F6EECF244321}">
                <p14:modId xmlns:p14="http://schemas.microsoft.com/office/powerpoint/2010/main" val="2755947357"/>
              </p:ext>
            </p:extLst>
          </p:nvPr>
        </p:nvGraphicFramePr>
        <p:xfrm>
          <a:off x="1263191" y="4768113"/>
          <a:ext cx="1352102" cy="284653"/>
        </p:xfrm>
        <a:graphic>
          <a:graphicData uri="http://schemas.openxmlformats.org/presentationml/2006/ole">
            <mc:AlternateContent xmlns:mc="http://schemas.openxmlformats.org/markup-compatibility/2006">
              <mc:Choice xmlns:v="urn:schemas-microsoft-com:vml" Requires="v">
                <p:oleObj name="Equation" r:id="rId13" imgW="965160" imgH="203040" progId="Equation.DSMT4">
                  <p:embed/>
                </p:oleObj>
              </mc:Choice>
              <mc:Fallback>
                <p:oleObj name="Equation" r:id="rId13" imgW="965160" imgH="203040" progId="Equation.DSMT4">
                  <p:embed/>
                  <p:pic>
                    <p:nvPicPr>
                      <p:cNvPr id="0" name=""/>
                      <p:cNvPicPr/>
                      <p:nvPr/>
                    </p:nvPicPr>
                    <p:blipFill>
                      <a:blip r:embed="rId14"/>
                      <a:stretch>
                        <a:fillRect/>
                      </a:stretch>
                    </p:blipFill>
                    <p:spPr>
                      <a:xfrm>
                        <a:off x="1263191" y="4768113"/>
                        <a:ext cx="1352102" cy="28465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E651CF9-205A-1AB2-8A70-9C7B8E13E125}"/>
              </a:ext>
            </a:extLst>
          </p:cNvPr>
          <p:cNvGraphicFramePr>
            <a:graphicFrameLocks noChangeAspect="1"/>
          </p:cNvGraphicFramePr>
          <p:nvPr>
            <p:extLst>
              <p:ext uri="{D42A27DB-BD31-4B8C-83A1-F6EECF244321}">
                <p14:modId xmlns:p14="http://schemas.microsoft.com/office/powerpoint/2010/main" val="2804343559"/>
              </p:ext>
            </p:extLst>
          </p:nvPr>
        </p:nvGraphicFramePr>
        <p:xfrm>
          <a:off x="3064119" y="4749601"/>
          <a:ext cx="1402138" cy="303165"/>
        </p:xfrm>
        <a:graphic>
          <a:graphicData uri="http://schemas.openxmlformats.org/presentationml/2006/ole">
            <mc:AlternateContent xmlns:mc="http://schemas.openxmlformats.org/markup-compatibility/2006">
              <mc:Choice xmlns:v="urn:schemas-microsoft-com:vml" Requires="v">
                <p:oleObj name="Equation" r:id="rId15" imgW="939600" imgH="203040" progId="Equation.DSMT4">
                  <p:embed/>
                </p:oleObj>
              </mc:Choice>
              <mc:Fallback>
                <p:oleObj name="Equation" r:id="rId15" imgW="939600" imgH="203040" progId="Equation.DSMT4">
                  <p:embed/>
                  <p:pic>
                    <p:nvPicPr>
                      <p:cNvPr id="0" name=""/>
                      <p:cNvPicPr/>
                      <p:nvPr/>
                    </p:nvPicPr>
                    <p:blipFill>
                      <a:blip r:embed="rId16"/>
                      <a:stretch>
                        <a:fillRect/>
                      </a:stretch>
                    </p:blipFill>
                    <p:spPr>
                      <a:xfrm>
                        <a:off x="3064119" y="4749601"/>
                        <a:ext cx="1402138" cy="303165"/>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B7C099BB-32A3-C993-F01C-AC0A88FB3B76}"/>
              </a:ext>
            </a:extLst>
          </p:cNvPr>
          <p:cNvSpPr txBox="1"/>
          <p:nvPr/>
        </p:nvSpPr>
        <p:spPr>
          <a:xfrm>
            <a:off x="8519475" y="2211589"/>
            <a:ext cx="850769" cy="455894"/>
          </a:xfrm>
          <a:prstGeom prst="rect">
            <a:avLst/>
          </a:prstGeom>
          <a:noFill/>
        </p:spPr>
        <p:txBody>
          <a:bodyPr wrap="square">
            <a:spAutoFit/>
          </a:bodyPr>
          <a:lstStyle/>
          <a:p>
            <a:pPr algn="just">
              <a:lnSpc>
                <a:spcPct val="150000"/>
              </a:lnSpc>
            </a:pPr>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2.48</a:t>
            </a:r>
            <a:r>
              <a:rPr lang="en-US" altLang="zh-CN" sz="1800" kern="1000" dirty="0">
                <a:effectLst/>
                <a:latin typeface="宋体" panose="02010600030101010101" pitchFamily="2"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endParaRPr>
          </a:p>
        </p:txBody>
      </p:sp>
      <p:graphicFrame>
        <p:nvGraphicFramePr>
          <p:cNvPr id="16" name="对象 15">
            <a:extLst>
              <a:ext uri="{FF2B5EF4-FFF2-40B4-BE49-F238E27FC236}">
                <a16:creationId xmlns:a16="http://schemas.microsoft.com/office/drawing/2014/main" id="{9D0C8D95-48AF-9900-5E5D-8AB952170014}"/>
              </a:ext>
            </a:extLst>
          </p:cNvPr>
          <p:cNvGraphicFramePr>
            <a:graphicFrameLocks noChangeAspect="1"/>
          </p:cNvGraphicFramePr>
          <p:nvPr>
            <p:extLst>
              <p:ext uri="{D42A27DB-BD31-4B8C-83A1-F6EECF244321}">
                <p14:modId xmlns:p14="http://schemas.microsoft.com/office/powerpoint/2010/main" val="4234268026"/>
              </p:ext>
            </p:extLst>
          </p:nvPr>
        </p:nvGraphicFramePr>
        <p:xfrm>
          <a:off x="4243979" y="5430430"/>
          <a:ext cx="2894901" cy="410111"/>
        </p:xfrm>
        <a:graphic>
          <a:graphicData uri="http://schemas.openxmlformats.org/presentationml/2006/ole">
            <mc:AlternateContent xmlns:mc="http://schemas.openxmlformats.org/markup-compatibility/2006">
              <mc:Choice xmlns:v="urn:schemas-microsoft-com:vml" Requires="v">
                <p:oleObj name="Equation" r:id="rId17" imgW="1523880" imgH="215640" progId="Equation.DSMT4">
                  <p:embed/>
                </p:oleObj>
              </mc:Choice>
              <mc:Fallback>
                <p:oleObj name="Equation" r:id="rId17" imgW="1523880" imgH="215640" progId="Equation.DSMT4">
                  <p:embed/>
                  <p:pic>
                    <p:nvPicPr>
                      <p:cNvPr id="0" name=""/>
                      <p:cNvPicPr/>
                      <p:nvPr/>
                    </p:nvPicPr>
                    <p:blipFill>
                      <a:blip r:embed="rId18"/>
                      <a:stretch>
                        <a:fillRect/>
                      </a:stretch>
                    </p:blipFill>
                    <p:spPr>
                      <a:xfrm>
                        <a:off x="4243979" y="5430430"/>
                        <a:ext cx="2894901" cy="410111"/>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21873163-1070-6AB8-0396-DD4268FB82F7}"/>
              </a:ext>
            </a:extLst>
          </p:cNvPr>
          <p:cNvGraphicFramePr>
            <a:graphicFrameLocks noChangeAspect="1"/>
          </p:cNvGraphicFramePr>
          <p:nvPr>
            <p:extLst>
              <p:ext uri="{D42A27DB-BD31-4B8C-83A1-F6EECF244321}">
                <p14:modId xmlns:p14="http://schemas.microsoft.com/office/powerpoint/2010/main" val="262257994"/>
              </p:ext>
            </p:extLst>
          </p:nvPr>
        </p:nvGraphicFramePr>
        <p:xfrm>
          <a:off x="3636708" y="5865346"/>
          <a:ext cx="5113094" cy="369387"/>
        </p:xfrm>
        <a:graphic>
          <a:graphicData uri="http://schemas.openxmlformats.org/presentationml/2006/ole">
            <mc:AlternateContent xmlns:mc="http://schemas.openxmlformats.org/markup-compatibility/2006">
              <mc:Choice xmlns:v="urn:schemas-microsoft-com:vml" Requires="v">
                <p:oleObj name="Equation" r:id="rId19" imgW="3340080" imgH="241200" progId="Equation.DSMT4">
                  <p:embed/>
                </p:oleObj>
              </mc:Choice>
              <mc:Fallback>
                <p:oleObj name="Equation" r:id="rId19" imgW="3340080" imgH="241200" progId="Equation.DSMT4">
                  <p:embed/>
                  <p:pic>
                    <p:nvPicPr>
                      <p:cNvPr id="0" name=""/>
                      <p:cNvPicPr/>
                      <p:nvPr/>
                    </p:nvPicPr>
                    <p:blipFill>
                      <a:blip r:embed="rId20"/>
                      <a:stretch>
                        <a:fillRect/>
                      </a:stretch>
                    </p:blipFill>
                    <p:spPr>
                      <a:xfrm>
                        <a:off x="3636708" y="5865346"/>
                        <a:ext cx="5113094" cy="369387"/>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283ADFF0-9594-CB66-6F94-3873AA9FD755}"/>
              </a:ext>
            </a:extLst>
          </p:cNvPr>
          <p:cNvGraphicFramePr>
            <a:graphicFrameLocks noChangeAspect="1"/>
          </p:cNvGraphicFramePr>
          <p:nvPr>
            <p:extLst>
              <p:ext uri="{D42A27DB-BD31-4B8C-83A1-F6EECF244321}">
                <p14:modId xmlns:p14="http://schemas.microsoft.com/office/powerpoint/2010/main" val="1396353845"/>
              </p:ext>
            </p:extLst>
          </p:nvPr>
        </p:nvGraphicFramePr>
        <p:xfrm>
          <a:off x="3636708" y="6257480"/>
          <a:ext cx="5270498" cy="349994"/>
        </p:xfrm>
        <a:graphic>
          <a:graphicData uri="http://schemas.openxmlformats.org/presentationml/2006/ole">
            <mc:AlternateContent xmlns:mc="http://schemas.openxmlformats.org/markup-compatibility/2006">
              <mc:Choice xmlns:v="urn:schemas-microsoft-com:vml" Requires="v">
                <p:oleObj name="Equation" r:id="rId21" imgW="3251160" imgH="215640" progId="Equation.DSMT4">
                  <p:embed/>
                </p:oleObj>
              </mc:Choice>
              <mc:Fallback>
                <p:oleObj name="Equation" r:id="rId21" imgW="3251160" imgH="215640" progId="Equation.DSMT4">
                  <p:embed/>
                  <p:pic>
                    <p:nvPicPr>
                      <p:cNvPr id="0" name=""/>
                      <p:cNvPicPr/>
                      <p:nvPr/>
                    </p:nvPicPr>
                    <p:blipFill>
                      <a:blip r:embed="rId22"/>
                      <a:stretch>
                        <a:fillRect/>
                      </a:stretch>
                    </p:blipFill>
                    <p:spPr>
                      <a:xfrm>
                        <a:off x="3636708" y="6257480"/>
                        <a:ext cx="5270498" cy="349994"/>
                      </a:xfrm>
                      <a:prstGeom prst="rect">
                        <a:avLst/>
                      </a:prstGeom>
                    </p:spPr>
                  </p:pic>
                </p:oleObj>
              </mc:Fallback>
            </mc:AlternateContent>
          </a:graphicData>
        </a:graphic>
      </p:graphicFrame>
      <p:sp>
        <p:nvSpPr>
          <p:cNvPr id="21" name="文本框 20">
            <a:extLst>
              <a:ext uri="{FF2B5EF4-FFF2-40B4-BE49-F238E27FC236}">
                <a16:creationId xmlns:a16="http://schemas.microsoft.com/office/drawing/2014/main" id="{217491FE-D9CE-110C-40A1-927C9479E41D}"/>
              </a:ext>
            </a:extLst>
          </p:cNvPr>
          <p:cNvSpPr txBox="1"/>
          <p:nvPr/>
        </p:nvSpPr>
        <p:spPr>
          <a:xfrm>
            <a:off x="9169924" y="5865401"/>
            <a:ext cx="945037"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2.49</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3050413062"/>
      </p:ext>
    </p:extLst>
  </p:cSld>
  <p:clrMapOvr>
    <a:masterClrMapping/>
  </p:clrMapOvr>
  <p:transition advTm="18857"/>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E3661EB-9C60-BF03-7D26-A1AEFC30515B}"/>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52B5402D-E65D-E098-118A-8B25FF5BBBE9}"/>
              </a:ext>
            </a:extLst>
          </p:cNvPr>
          <p:cNvSpPr txBox="1"/>
          <p:nvPr/>
        </p:nvSpPr>
        <p:spPr>
          <a:xfrm>
            <a:off x="308728" y="833428"/>
            <a:ext cx="11182546" cy="5444888"/>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将式</a:t>
            </a:r>
            <a:r>
              <a:rPr lang="en-US" altLang="zh-CN" dirty="0">
                <a:latin typeface="微软雅黑" panose="020B0503020204020204" pitchFamily="34" charset="-122"/>
                <a:ea typeface="微软雅黑" panose="020B0503020204020204" pitchFamily="34" charset="-122"/>
              </a:rPr>
              <a:t>(2.49)</a:t>
            </a:r>
            <a:r>
              <a:rPr lang="zh-CN" altLang="en-US" dirty="0">
                <a:latin typeface="微软雅黑" panose="020B0503020204020204" pitchFamily="34" charset="-122"/>
                <a:ea typeface="微软雅黑" panose="020B0503020204020204" pitchFamily="34" charset="-122"/>
              </a:rPr>
              <a:t>整理成矩阵形式，得到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其中</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为雅可比矩阵。从而角速度           可以利用下式计算：</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当身体移动的速度和腿相位角已知时，就可以利用上式计算各个关节的角速度。</a:t>
            </a: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50BAC9EF-0A69-2DE0-56A5-E8ACB9A928AB}"/>
              </a:ext>
            </a:extLst>
          </p:cNvPr>
          <p:cNvGraphicFramePr>
            <a:graphicFrameLocks noChangeAspect="1"/>
          </p:cNvGraphicFramePr>
          <p:nvPr>
            <p:extLst>
              <p:ext uri="{D42A27DB-BD31-4B8C-83A1-F6EECF244321}">
                <p14:modId xmlns:p14="http://schemas.microsoft.com/office/powerpoint/2010/main" val="1651906974"/>
              </p:ext>
            </p:extLst>
          </p:nvPr>
        </p:nvGraphicFramePr>
        <p:xfrm>
          <a:off x="2874324" y="1362485"/>
          <a:ext cx="5286304" cy="965936"/>
        </p:xfrm>
        <a:graphic>
          <a:graphicData uri="http://schemas.openxmlformats.org/presentationml/2006/ole">
            <mc:AlternateContent xmlns:mc="http://schemas.openxmlformats.org/markup-compatibility/2006">
              <mc:Choice xmlns:v="urn:schemas-microsoft-com:vml" Requires="v">
                <p:oleObj name="Equation" r:id="rId3" imgW="3822480" imgH="698400" progId="Equation.DSMT4">
                  <p:embed/>
                </p:oleObj>
              </mc:Choice>
              <mc:Fallback>
                <p:oleObj name="Equation" r:id="rId3" imgW="3822480" imgH="698400" progId="Equation.DSMT4">
                  <p:embed/>
                  <p:pic>
                    <p:nvPicPr>
                      <p:cNvPr id="0" name=""/>
                      <p:cNvPicPr/>
                      <p:nvPr/>
                    </p:nvPicPr>
                    <p:blipFill>
                      <a:blip r:embed="rId4"/>
                      <a:stretch>
                        <a:fillRect/>
                      </a:stretch>
                    </p:blipFill>
                    <p:spPr>
                      <a:xfrm>
                        <a:off x="2874324" y="1362485"/>
                        <a:ext cx="5286304" cy="96593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7E2E6504-9AEB-D0A9-4381-1AED138A457B}"/>
              </a:ext>
            </a:extLst>
          </p:cNvPr>
          <p:cNvGraphicFramePr>
            <a:graphicFrameLocks noChangeAspect="1"/>
          </p:cNvGraphicFramePr>
          <p:nvPr>
            <p:extLst>
              <p:ext uri="{D42A27DB-BD31-4B8C-83A1-F6EECF244321}">
                <p14:modId xmlns:p14="http://schemas.microsoft.com/office/powerpoint/2010/main" val="2289094628"/>
              </p:ext>
            </p:extLst>
          </p:nvPr>
        </p:nvGraphicFramePr>
        <p:xfrm>
          <a:off x="2805325" y="2616183"/>
          <a:ext cx="4442208" cy="867204"/>
        </p:xfrm>
        <a:graphic>
          <a:graphicData uri="http://schemas.openxmlformats.org/presentationml/2006/ole">
            <mc:AlternateContent xmlns:mc="http://schemas.openxmlformats.org/markup-compatibility/2006">
              <mc:Choice xmlns:v="urn:schemas-microsoft-com:vml" Requires="v">
                <p:oleObj name="Equation" r:id="rId5" imgW="3187440" imgH="622080" progId="Equation.DSMT4">
                  <p:embed/>
                </p:oleObj>
              </mc:Choice>
              <mc:Fallback>
                <p:oleObj name="Equation" r:id="rId5" imgW="3187440" imgH="622080" progId="Equation.DSMT4">
                  <p:embed/>
                  <p:pic>
                    <p:nvPicPr>
                      <p:cNvPr id="0" name=""/>
                      <p:cNvPicPr/>
                      <p:nvPr/>
                    </p:nvPicPr>
                    <p:blipFill>
                      <a:blip r:embed="rId6"/>
                      <a:stretch>
                        <a:fillRect/>
                      </a:stretch>
                    </p:blipFill>
                    <p:spPr>
                      <a:xfrm>
                        <a:off x="2805325" y="2616183"/>
                        <a:ext cx="4442208" cy="86720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13B68F1-F73C-51C5-1FFF-1308976E1346}"/>
              </a:ext>
            </a:extLst>
          </p:cNvPr>
          <p:cNvGraphicFramePr>
            <a:graphicFrameLocks noChangeAspect="1"/>
          </p:cNvGraphicFramePr>
          <p:nvPr>
            <p:extLst>
              <p:ext uri="{D42A27DB-BD31-4B8C-83A1-F6EECF244321}">
                <p14:modId xmlns:p14="http://schemas.microsoft.com/office/powerpoint/2010/main" val="2813625505"/>
              </p:ext>
            </p:extLst>
          </p:nvPr>
        </p:nvGraphicFramePr>
        <p:xfrm>
          <a:off x="3221544" y="3802546"/>
          <a:ext cx="671725" cy="308630"/>
        </p:xfrm>
        <a:graphic>
          <a:graphicData uri="http://schemas.openxmlformats.org/presentationml/2006/ole">
            <mc:AlternateContent xmlns:mc="http://schemas.openxmlformats.org/markup-compatibility/2006">
              <mc:Choice xmlns:v="urn:schemas-microsoft-com:vml" Requires="v">
                <p:oleObj name="Equation" r:id="rId7" imgW="469800" imgH="215640" progId="Equation.DSMT4">
                  <p:embed/>
                </p:oleObj>
              </mc:Choice>
              <mc:Fallback>
                <p:oleObj name="Equation" r:id="rId7" imgW="469800" imgH="215640" progId="Equation.DSMT4">
                  <p:embed/>
                  <p:pic>
                    <p:nvPicPr>
                      <p:cNvPr id="0" name=""/>
                      <p:cNvPicPr/>
                      <p:nvPr/>
                    </p:nvPicPr>
                    <p:blipFill>
                      <a:blip r:embed="rId8"/>
                      <a:stretch>
                        <a:fillRect/>
                      </a:stretch>
                    </p:blipFill>
                    <p:spPr>
                      <a:xfrm>
                        <a:off x="3221544" y="3802546"/>
                        <a:ext cx="671725" cy="30863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28FD570-4846-C122-B3DF-3DED2FBECB48}"/>
              </a:ext>
            </a:extLst>
          </p:cNvPr>
          <p:cNvGraphicFramePr>
            <a:graphicFrameLocks noChangeAspect="1"/>
          </p:cNvGraphicFramePr>
          <p:nvPr>
            <p:extLst>
              <p:ext uri="{D42A27DB-BD31-4B8C-83A1-F6EECF244321}">
                <p14:modId xmlns:p14="http://schemas.microsoft.com/office/powerpoint/2010/main" val="1628007844"/>
              </p:ext>
            </p:extLst>
          </p:nvPr>
        </p:nvGraphicFramePr>
        <p:xfrm>
          <a:off x="2874324" y="4298744"/>
          <a:ext cx="4882367" cy="965936"/>
        </p:xfrm>
        <a:graphic>
          <a:graphicData uri="http://schemas.openxmlformats.org/presentationml/2006/ole">
            <mc:AlternateContent xmlns:mc="http://schemas.openxmlformats.org/markup-compatibility/2006">
              <mc:Choice xmlns:v="urn:schemas-microsoft-com:vml" Requires="v">
                <p:oleObj name="Equation" r:id="rId9" imgW="3530520" imgH="698400" progId="Equation.DSMT4">
                  <p:embed/>
                </p:oleObj>
              </mc:Choice>
              <mc:Fallback>
                <p:oleObj name="Equation" r:id="rId9" imgW="3530520" imgH="698400" progId="Equation.DSMT4">
                  <p:embed/>
                  <p:pic>
                    <p:nvPicPr>
                      <p:cNvPr id="0" name=""/>
                      <p:cNvPicPr/>
                      <p:nvPr/>
                    </p:nvPicPr>
                    <p:blipFill>
                      <a:blip r:embed="rId10"/>
                      <a:stretch>
                        <a:fillRect/>
                      </a:stretch>
                    </p:blipFill>
                    <p:spPr>
                      <a:xfrm>
                        <a:off x="2874324" y="4298744"/>
                        <a:ext cx="4882367" cy="965936"/>
                      </a:xfrm>
                      <a:prstGeom prst="rect">
                        <a:avLst/>
                      </a:prstGeom>
                    </p:spPr>
                  </p:pic>
                </p:oleObj>
              </mc:Fallback>
            </mc:AlternateContent>
          </a:graphicData>
        </a:graphic>
      </p:graphicFrame>
    </p:spTree>
    <p:extLst>
      <p:ext uri="{BB962C8B-B14F-4D97-AF65-F5344CB8AC3E}">
        <p14:creationId xmlns:p14="http://schemas.microsoft.com/office/powerpoint/2010/main" val="4064576911"/>
      </p:ext>
    </p:extLst>
  </p:cSld>
  <p:clrMapOvr>
    <a:masterClrMapping/>
  </p:clrMapOvr>
  <p:transition advTm="18857"/>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C699AD3-ADD2-3FA1-2531-BB61273E1595}"/>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298939BC-0913-BEA1-44B2-0007B2D1134E}"/>
              </a:ext>
            </a:extLst>
          </p:cNvPr>
          <p:cNvSpPr txBox="1"/>
          <p:nvPr/>
        </p:nvSpPr>
        <p:spPr>
          <a:xfrm>
            <a:off x="374715" y="824001"/>
            <a:ext cx="6122708" cy="5029390"/>
          </a:xfrm>
          <a:prstGeom prst="rect">
            <a:avLst/>
          </a:prstGeom>
          <a:noFill/>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．逆运动学分析</a:t>
            </a: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由                                   ，可得</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变换矩阵</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其逆矩阵</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得到</a:t>
            </a: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8" name="对象 7">
            <a:extLst>
              <a:ext uri="{FF2B5EF4-FFF2-40B4-BE49-F238E27FC236}">
                <a16:creationId xmlns:a16="http://schemas.microsoft.com/office/drawing/2014/main" id="{536FCC16-BE38-5AE9-DA91-CBED2725D7A1}"/>
              </a:ext>
            </a:extLst>
          </p:cNvPr>
          <p:cNvGraphicFramePr>
            <a:graphicFrameLocks noChangeAspect="1"/>
          </p:cNvGraphicFramePr>
          <p:nvPr>
            <p:extLst>
              <p:ext uri="{D42A27DB-BD31-4B8C-83A1-F6EECF244321}">
                <p14:modId xmlns:p14="http://schemas.microsoft.com/office/powerpoint/2010/main" val="3301927485"/>
              </p:ext>
            </p:extLst>
          </p:nvPr>
        </p:nvGraphicFramePr>
        <p:xfrm>
          <a:off x="776075" y="1364934"/>
          <a:ext cx="2183504" cy="382676"/>
        </p:xfrm>
        <a:graphic>
          <a:graphicData uri="http://schemas.openxmlformats.org/presentationml/2006/ole">
            <mc:AlternateContent xmlns:mc="http://schemas.openxmlformats.org/markup-compatibility/2006">
              <mc:Choice xmlns:v="urn:schemas-microsoft-com:vml" Requires="v">
                <p:oleObj name="Equation" r:id="rId3" imgW="1231560" imgH="215640" progId="Equation.DSMT4">
                  <p:embed/>
                </p:oleObj>
              </mc:Choice>
              <mc:Fallback>
                <p:oleObj name="Equation" r:id="rId3" imgW="1231560" imgH="215640" progId="Equation.DSMT4">
                  <p:embed/>
                  <p:pic>
                    <p:nvPicPr>
                      <p:cNvPr id="0" name=""/>
                      <p:cNvPicPr/>
                      <p:nvPr/>
                    </p:nvPicPr>
                    <p:blipFill>
                      <a:blip r:embed="rId4"/>
                      <a:stretch>
                        <a:fillRect/>
                      </a:stretch>
                    </p:blipFill>
                    <p:spPr>
                      <a:xfrm>
                        <a:off x="776075" y="1364934"/>
                        <a:ext cx="2183504" cy="38267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68B37D5-4288-5867-D778-9ECDE9F58515}"/>
              </a:ext>
            </a:extLst>
          </p:cNvPr>
          <p:cNvGraphicFramePr>
            <a:graphicFrameLocks noChangeAspect="1"/>
          </p:cNvGraphicFramePr>
          <p:nvPr>
            <p:extLst>
              <p:ext uri="{D42A27DB-BD31-4B8C-83A1-F6EECF244321}">
                <p14:modId xmlns:p14="http://schemas.microsoft.com/office/powerpoint/2010/main" val="1575512534"/>
              </p:ext>
            </p:extLst>
          </p:nvPr>
        </p:nvGraphicFramePr>
        <p:xfrm>
          <a:off x="3436068" y="1747609"/>
          <a:ext cx="4119943" cy="1146419"/>
        </p:xfrm>
        <a:graphic>
          <a:graphicData uri="http://schemas.openxmlformats.org/presentationml/2006/ole">
            <mc:AlternateContent xmlns:mc="http://schemas.openxmlformats.org/markup-compatibility/2006">
              <mc:Choice xmlns:v="urn:schemas-microsoft-com:vml" Requires="v">
                <p:oleObj name="Equation" r:id="rId5" imgW="2920680" imgH="812520" progId="Equation.DSMT4">
                  <p:embed/>
                </p:oleObj>
              </mc:Choice>
              <mc:Fallback>
                <p:oleObj name="Equation" r:id="rId5" imgW="2920680" imgH="812520" progId="Equation.DSMT4">
                  <p:embed/>
                  <p:pic>
                    <p:nvPicPr>
                      <p:cNvPr id="0" name=""/>
                      <p:cNvPicPr/>
                      <p:nvPr/>
                    </p:nvPicPr>
                    <p:blipFill>
                      <a:blip r:embed="rId6"/>
                      <a:stretch>
                        <a:fillRect/>
                      </a:stretch>
                    </p:blipFill>
                    <p:spPr>
                      <a:xfrm>
                        <a:off x="3436068" y="1747609"/>
                        <a:ext cx="4119943" cy="1146419"/>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1D8438AA-9879-BCD7-4F55-BAC0B1D1F727}"/>
              </a:ext>
            </a:extLst>
          </p:cNvPr>
          <p:cNvGraphicFramePr>
            <a:graphicFrameLocks noChangeAspect="1"/>
          </p:cNvGraphicFramePr>
          <p:nvPr>
            <p:extLst>
              <p:ext uri="{D42A27DB-BD31-4B8C-83A1-F6EECF244321}">
                <p14:modId xmlns:p14="http://schemas.microsoft.com/office/powerpoint/2010/main" val="4035236483"/>
              </p:ext>
            </p:extLst>
          </p:nvPr>
        </p:nvGraphicFramePr>
        <p:xfrm>
          <a:off x="4534669" y="3200386"/>
          <a:ext cx="1363662" cy="763587"/>
        </p:xfrm>
        <a:graphic>
          <a:graphicData uri="http://schemas.openxmlformats.org/presentationml/2006/ole">
            <mc:AlternateContent xmlns:mc="http://schemas.openxmlformats.org/markup-compatibility/2006">
              <mc:Choice xmlns:v="urn:schemas-microsoft-com:vml" Requires="v">
                <p:oleObj name="Equation" r:id="rId7" imgW="749160" imgH="419040" progId="Equation.DSMT4">
                  <p:embed/>
                </p:oleObj>
              </mc:Choice>
              <mc:Fallback>
                <p:oleObj name="Equation" r:id="rId7" imgW="749160" imgH="419040" progId="Equation.DSMT4">
                  <p:embed/>
                  <p:pic>
                    <p:nvPicPr>
                      <p:cNvPr id="0" name=""/>
                      <p:cNvPicPr/>
                      <p:nvPr/>
                    </p:nvPicPr>
                    <p:blipFill>
                      <a:blip r:embed="rId8"/>
                      <a:stretch>
                        <a:fillRect/>
                      </a:stretch>
                    </p:blipFill>
                    <p:spPr>
                      <a:xfrm>
                        <a:off x="4534669" y="3200386"/>
                        <a:ext cx="1363662" cy="76358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5F682975-AF99-9017-EF76-9DF3C81E3195}"/>
              </a:ext>
            </a:extLst>
          </p:cNvPr>
          <p:cNvGraphicFramePr>
            <a:graphicFrameLocks noChangeAspect="1"/>
          </p:cNvGraphicFramePr>
          <p:nvPr>
            <p:extLst>
              <p:ext uri="{D42A27DB-BD31-4B8C-83A1-F6EECF244321}">
                <p14:modId xmlns:p14="http://schemas.microsoft.com/office/powerpoint/2010/main" val="699583703"/>
              </p:ext>
            </p:extLst>
          </p:nvPr>
        </p:nvGraphicFramePr>
        <p:xfrm>
          <a:off x="4534669" y="4092362"/>
          <a:ext cx="1561472" cy="621040"/>
        </p:xfrm>
        <a:graphic>
          <a:graphicData uri="http://schemas.openxmlformats.org/presentationml/2006/ole">
            <mc:AlternateContent xmlns:mc="http://schemas.openxmlformats.org/markup-compatibility/2006">
              <mc:Choice xmlns:v="urn:schemas-microsoft-com:vml" Requires="v">
                <p:oleObj name="Equation" r:id="rId9" imgW="1117440" imgH="444240" progId="Equation.DSMT4">
                  <p:embed/>
                </p:oleObj>
              </mc:Choice>
              <mc:Fallback>
                <p:oleObj name="Equation" r:id="rId9" imgW="1117440" imgH="444240" progId="Equation.DSMT4">
                  <p:embed/>
                  <p:pic>
                    <p:nvPicPr>
                      <p:cNvPr id="0" name=""/>
                      <p:cNvPicPr/>
                      <p:nvPr/>
                    </p:nvPicPr>
                    <p:blipFill>
                      <a:blip r:embed="rId10"/>
                      <a:stretch>
                        <a:fillRect/>
                      </a:stretch>
                    </p:blipFill>
                    <p:spPr>
                      <a:xfrm>
                        <a:off x="4534669" y="4092362"/>
                        <a:ext cx="1561472" cy="62104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D719ADD-43C3-3FE2-8E84-63F5EECB5AA5}"/>
              </a:ext>
            </a:extLst>
          </p:cNvPr>
          <p:cNvGraphicFramePr>
            <a:graphicFrameLocks noChangeAspect="1"/>
          </p:cNvGraphicFramePr>
          <p:nvPr>
            <p:extLst>
              <p:ext uri="{D42A27DB-BD31-4B8C-83A1-F6EECF244321}">
                <p14:modId xmlns:p14="http://schemas.microsoft.com/office/powerpoint/2010/main" val="4173134844"/>
              </p:ext>
            </p:extLst>
          </p:nvPr>
        </p:nvGraphicFramePr>
        <p:xfrm>
          <a:off x="1216327" y="4799368"/>
          <a:ext cx="1752483" cy="1132918"/>
        </p:xfrm>
        <a:graphic>
          <a:graphicData uri="http://schemas.openxmlformats.org/presentationml/2006/ole">
            <mc:AlternateContent xmlns:mc="http://schemas.openxmlformats.org/markup-compatibility/2006">
              <mc:Choice xmlns:v="urn:schemas-microsoft-com:vml" Requires="v">
                <p:oleObj name="Equation" r:id="rId11" imgW="1257120" imgH="812520" progId="Equation.DSMT4">
                  <p:embed/>
                </p:oleObj>
              </mc:Choice>
              <mc:Fallback>
                <p:oleObj name="Equation" r:id="rId11" imgW="1257120" imgH="812520" progId="Equation.DSMT4">
                  <p:embed/>
                  <p:pic>
                    <p:nvPicPr>
                      <p:cNvPr id="0" name=""/>
                      <p:cNvPicPr/>
                      <p:nvPr/>
                    </p:nvPicPr>
                    <p:blipFill>
                      <a:blip r:embed="rId12"/>
                      <a:stretch>
                        <a:fillRect/>
                      </a:stretch>
                    </p:blipFill>
                    <p:spPr>
                      <a:xfrm>
                        <a:off x="1216327" y="4799368"/>
                        <a:ext cx="1752483" cy="113291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D7853A1F-89C0-E4F3-A992-D74B1F021A53}"/>
              </a:ext>
            </a:extLst>
          </p:cNvPr>
          <p:cNvGraphicFramePr>
            <a:graphicFrameLocks noChangeAspect="1"/>
          </p:cNvGraphicFramePr>
          <p:nvPr>
            <p:extLst>
              <p:ext uri="{D42A27DB-BD31-4B8C-83A1-F6EECF244321}">
                <p14:modId xmlns:p14="http://schemas.microsoft.com/office/powerpoint/2010/main" val="1951570359"/>
              </p:ext>
            </p:extLst>
          </p:nvPr>
        </p:nvGraphicFramePr>
        <p:xfrm>
          <a:off x="3080450" y="4778818"/>
          <a:ext cx="1858694" cy="1132918"/>
        </p:xfrm>
        <a:graphic>
          <a:graphicData uri="http://schemas.openxmlformats.org/presentationml/2006/ole">
            <mc:AlternateContent xmlns:mc="http://schemas.openxmlformats.org/markup-compatibility/2006">
              <mc:Choice xmlns:v="urn:schemas-microsoft-com:vml" Requires="v">
                <p:oleObj name="Equation" r:id="rId13" imgW="1333440" imgH="812520" progId="Equation.DSMT4">
                  <p:embed/>
                </p:oleObj>
              </mc:Choice>
              <mc:Fallback>
                <p:oleObj name="Equation" r:id="rId13" imgW="1333440" imgH="812520" progId="Equation.DSMT4">
                  <p:embed/>
                  <p:pic>
                    <p:nvPicPr>
                      <p:cNvPr id="0" name=""/>
                      <p:cNvPicPr/>
                      <p:nvPr/>
                    </p:nvPicPr>
                    <p:blipFill>
                      <a:blip r:embed="rId14"/>
                      <a:stretch>
                        <a:fillRect/>
                      </a:stretch>
                    </p:blipFill>
                    <p:spPr>
                      <a:xfrm>
                        <a:off x="3080450" y="4778818"/>
                        <a:ext cx="1858694" cy="113291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79864AED-134B-4161-8E54-F2853C05790C}"/>
              </a:ext>
            </a:extLst>
          </p:cNvPr>
          <p:cNvGraphicFramePr>
            <a:graphicFrameLocks noChangeAspect="1"/>
          </p:cNvGraphicFramePr>
          <p:nvPr>
            <p:extLst>
              <p:ext uri="{D42A27DB-BD31-4B8C-83A1-F6EECF244321}">
                <p14:modId xmlns:p14="http://schemas.microsoft.com/office/powerpoint/2010/main" val="3913755407"/>
              </p:ext>
            </p:extLst>
          </p:nvPr>
        </p:nvGraphicFramePr>
        <p:xfrm>
          <a:off x="5272790" y="4778818"/>
          <a:ext cx="1964903" cy="1132917"/>
        </p:xfrm>
        <a:graphic>
          <a:graphicData uri="http://schemas.openxmlformats.org/presentationml/2006/ole">
            <mc:AlternateContent xmlns:mc="http://schemas.openxmlformats.org/markup-compatibility/2006">
              <mc:Choice xmlns:v="urn:schemas-microsoft-com:vml" Requires="v">
                <p:oleObj name="Equation" r:id="rId15" imgW="1409400" imgH="812520" progId="Equation.DSMT4">
                  <p:embed/>
                </p:oleObj>
              </mc:Choice>
              <mc:Fallback>
                <p:oleObj name="Equation" r:id="rId15" imgW="1409400" imgH="812520" progId="Equation.DSMT4">
                  <p:embed/>
                  <p:pic>
                    <p:nvPicPr>
                      <p:cNvPr id="0" name=""/>
                      <p:cNvPicPr/>
                      <p:nvPr/>
                    </p:nvPicPr>
                    <p:blipFill>
                      <a:blip r:embed="rId16"/>
                      <a:stretch>
                        <a:fillRect/>
                      </a:stretch>
                    </p:blipFill>
                    <p:spPr>
                      <a:xfrm>
                        <a:off x="5272790" y="4778818"/>
                        <a:ext cx="1964903" cy="1132917"/>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29F89A25-F323-08AF-1F21-DD9B2FB85617}"/>
              </a:ext>
            </a:extLst>
          </p:cNvPr>
          <p:cNvGraphicFramePr>
            <a:graphicFrameLocks noChangeAspect="1"/>
          </p:cNvGraphicFramePr>
          <p:nvPr>
            <p:extLst>
              <p:ext uri="{D42A27DB-BD31-4B8C-83A1-F6EECF244321}">
                <p14:modId xmlns:p14="http://schemas.microsoft.com/office/powerpoint/2010/main" val="3723294723"/>
              </p:ext>
            </p:extLst>
          </p:nvPr>
        </p:nvGraphicFramePr>
        <p:xfrm>
          <a:off x="7322477" y="4787635"/>
          <a:ext cx="2124219" cy="1132917"/>
        </p:xfrm>
        <a:graphic>
          <a:graphicData uri="http://schemas.openxmlformats.org/presentationml/2006/ole">
            <mc:AlternateContent xmlns:mc="http://schemas.openxmlformats.org/markup-compatibility/2006">
              <mc:Choice xmlns:v="urn:schemas-microsoft-com:vml" Requires="v">
                <p:oleObj name="Equation" r:id="rId17" imgW="1523880" imgH="812520" progId="Equation.DSMT4">
                  <p:embed/>
                </p:oleObj>
              </mc:Choice>
              <mc:Fallback>
                <p:oleObj name="Equation" r:id="rId17" imgW="1523880" imgH="812520" progId="Equation.DSMT4">
                  <p:embed/>
                  <p:pic>
                    <p:nvPicPr>
                      <p:cNvPr id="0" name=""/>
                      <p:cNvPicPr/>
                      <p:nvPr/>
                    </p:nvPicPr>
                    <p:blipFill>
                      <a:blip r:embed="rId18"/>
                      <a:stretch>
                        <a:fillRect/>
                      </a:stretch>
                    </p:blipFill>
                    <p:spPr>
                      <a:xfrm>
                        <a:off x="7322477" y="4787635"/>
                        <a:ext cx="2124219" cy="1132917"/>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DC2D9D76-7FCF-1C32-0097-0FFCA1423B5B}"/>
              </a:ext>
            </a:extLst>
          </p:cNvPr>
          <p:cNvGraphicFramePr>
            <a:graphicFrameLocks noChangeAspect="1"/>
          </p:cNvGraphicFramePr>
          <p:nvPr>
            <p:extLst>
              <p:ext uri="{D42A27DB-BD31-4B8C-83A1-F6EECF244321}">
                <p14:modId xmlns:p14="http://schemas.microsoft.com/office/powerpoint/2010/main" val="1525541502"/>
              </p:ext>
            </p:extLst>
          </p:nvPr>
        </p:nvGraphicFramePr>
        <p:xfrm>
          <a:off x="9647118" y="4148923"/>
          <a:ext cx="1947201" cy="1132917"/>
        </p:xfrm>
        <a:graphic>
          <a:graphicData uri="http://schemas.openxmlformats.org/presentationml/2006/ole">
            <mc:AlternateContent xmlns:mc="http://schemas.openxmlformats.org/markup-compatibility/2006">
              <mc:Choice xmlns:v="urn:schemas-microsoft-com:vml" Requires="v">
                <p:oleObj name="Equation" r:id="rId19" imgW="1396800" imgH="812520" progId="Equation.DSMT4">
                  <p:embed/>
                </p:oleObj>
              </mc:Choice>
              <mc:Fallback>
                <p:oleObj name="Equation" r:id="rId19" imgW="1396800" imgH="812520" progId="Equation.DSMT4">
                  <p:embed/>
                  <p:pic>
                    <p:nvPicPr>
                      <p:cNvPr id="0" name=""/>
                      <p:cNvPicPr/>
                      <p:nvPr/>
                    </p:nvPicPr>
                    <p:blipFill>
                      <a:blip r:embed="rId20"/>
                      <a:stretch>
                        <a:fillRect/>
                      </a:stretch>
                    </p:blipFill>
                    <p:spPr>
                      <a:xfrm>
                        <a:off x="9647118" y="4148923"/>
                        <a:ext cx="1947201" cy="1132917"/>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3FF956FF-CE98-A285-9A40-EEF2BBC6068B}"/>
              </a:ext>
            </a:extLst>
          </p:cNvPr>
          <p:cNvGraphicFramePr>
            <a:graphicFrameLocks noChangeAspect="1"/>
          </p:cNvGraphicFramePr>
          <p:nvPr>
            <p:extLst>
              <p:ext uri="{D42A27DB-BD31-4B8C-83A1-F6EECF244321}">
                <p14:modId xmlns:p14="http://schemas.microsoft.com/office/powerpoint/2010/main" val="3926968747"/>
              </p:ext>
            </p:extLst>
          </p:nvPr>
        </p:nvGraphicFramePr>
        <p:xfrm>
          <a:off x="9564007" y="5416029"/>
          <a:ext cx="2113425" cy="1032513"/>
        </p:xfrm>
        <a:graphic>
          <a:graphicData uri="http://schemas.openxmlformats.org/presentationml/2006/ole">
            <mc:AlternateContent xmlns:mc="http://schemas.openxmlformats.org/markup-compatibility/2006">
              <mc:Choice xmlns:v="urn:schemas-microsoft-com:vml" Requires="v">
                <p:oleObj name="Equation" r:id="rId21" imgW="1663560" imgH="812520" progId="Equation.DSMT4">
                  <p:embed/>
                </p:oleObj>
              </mc:Choice>
              <mc:Fallback>
                <p:oleObj name="Equation" r:id="rId21" imgW="1663560" imgH="812520" progId="Equation.DSMT4">
                  <p:embed/>
                  <p:pic>
                    <p:nvPicPr>
                      <p:cNvPr id="0" name=""/>
                      <p:cNvPicPr/>
                      <p:nvPr/>
                    </p:nvPicPr>
                    <p:blipFill>
                      <a:blip r:embed="rId22"/>
                      <a:stretch>
                        <a:fillRect/>
                      </a:stretch>
                    </p:blipFill>
                    <p:spPr>
                      <a:xfrm>
                        <a:off x="9564007" y="5416029"/>
                        <a:ext cx="2113425" cy="1032513"/>
                      </a:xfrm>
                      <a:prstGeom prst="rect">
                        <a:avLst/>
                      </a:prstGeom>
                    </p:spPr>
                  </p:pic>
                </p:oleObj>
              </mc:Fallback>
            </mc:AlternateContent>
          </a:graphicData>
        </a:graphic>
      </p:graphicFrame>
    </p:spTree>
    <p:extLst>
      <p:ext uri="{BB962C8B-B14F-4D97-AF65-F5344CB8AC3E}">
        <p14:creationId xmlns:p14="http://schemas.microsoft.com/office/powerpoint/2010/main" val="3845094117"/>
      </p:ext>
    </p:extLst>
  </p:cSld>
  <p:clrMapOvr>
    <a:masterClrMapping/>
  </p:clrMapOvr>
  <p:transition advTm="18857"/>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68BAC66-7E3F-7884-76F2-9365E5697FF2}"/>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CF2E3598-037A-9FC3-C63F-B47FB0EF40BD}"/>
              </a:ext>
            </a:extLst>
          </p:cNvPr>
          <p:cNvSpPr txBox="1"/>
          <p:nvPr/>
        </p:nvSpPr>
        <p:spPr>
          <a:xfrm>
            <a:off x="412423" y="786294"/>
            <a:ext cx="6122708" cy="336739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从而</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得到</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由等式两端的矩阵第</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列，可以得到</a:t>
            </a:r>
            <a:endParaRPr lang="en-US" altLang="zh-CN" dirty="0">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1B9D976C-8283-4BFD-265C-FCE3C56F8BD8}"/>
              </a:ext>
            </a:extLst>
          </p:cNvPr>
          <p:cNvGraphicFramePr>
            <a:graphicFrameLocks noChangeAspect="1"/>
          </p:cNvGraphicFramePr>
          <p:nvPr>
            <p:extLst>
              <p:ext uri="{D42A27DB-BD31-4B8C-83A1-F6EECF244321}">
                <p14:modId xmlns:p14="http://schemas.microsoft.com/office/powerpoint/2010/main" val="1839688795"/>
              </p:ext>
            </p:extLst>
          </p:nvPr>
        </p:nvGraphicFramePr>
        <p:xfrm>
          <a:off x="2385899" y="870061"/>
          <a:ext cx="5241616" cy="1224319"/>
        </p:xfrm>
        <a:graphic>
          <a:graphicData uri="http://schemas.openxmlformats.org/presentationml/2006/ole">
            <mc:AlternateContent xmlns:mc="http://schemas.openxmlformats.org/markup-compatibility/2006">
              <mc:Choice xmlns:v="urn:schemas-microsoft-com:vml" Requires="v">
                <p:oleObj name="Equation" r:id="rId3" imgW="3479760" imgH="812520" progId="Equation.DSMT4">
                  <p:embed/>
                </p:oleObj>
              </mc:Choice>
              <mc:Fallback>
                <p:oleObj name="Equation" r:id="rId3" imgW="3479760" imgH="812520" progId="Equation.DSMT4">
                  <p:embed/>
                  <p:pic>
                    <p:nvPicPr>
                      <p:cNvPr id="0" name=""/>
                      <p:cNvPicPr/>
                      <p:nvPr/>
                    </p:nvPicPr>
                    <p:blipFill>
                      <a:blip r:embed="rId4"/>
                      <a:stretch>
                        <a:fillRect/>
                      </a:stretch>
                    </p:blipFill>
                    <p:spPr>
                      <a:xfrm>
                        <a:off x="2385899" y="870061"/>
                        <a:ext cx="5241616" cy="1224319"/>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0F8C241-70F9-1F5F-3373-53089A452EB1}"/>
              </a:ext>
            </a:extLst>
          </p:cNvPr>
          <p:cNvGraphicFramePr>
            <a:graphicFrameLocks noChangeAspect="1"/>
          </p:cNvGraphicFramePr>
          <p:nvPr>
            <p:extLst>
              <p:ext uri="{D42A27DB-BD31-4B8C-83A1-F6EECF244321}">
                <p14:modId xmlns:p14="http://schemas.microsoft.com/office/powerpoint/2010/main" val="4200291357"/>
              </p:ext>
            </p:extLst>
          </p:nvPr>
        </p:nvGraphicFramePr>
        <p:xfrm>
          <a:off x="1733627" y="2491697"/>
          <a:ext cx="3591502" cy="1110416"/>
        </p:xfrm>
        <a:graphic>
          <a:graphicData uri="http://schemas.openxmlformats.org/presentationml/2006/ole">
            <mc:AlternateContent xmlns:mc="http://schemas.openxmlformats.org/markup-compatibility/2006">
              <mc:Choice xmlns:v="urn:schemas-microsoft-com:vml" Requires="v">
                <p:oleObj name="Equation" r:id="rId5" imgW="2628720" imgH="812520" progId="Equation.DSMT4">
                  <p:embed/>
                </p:oleObj>
              </mc:Choice>
              <mc:Fallback>
                <p:oleObj name="Equation" r:id="rId5" imgW="2628720" imgH="812520" progId="Equation.DSMT4">
                  <p:embed/>
                  <p:pic>
                    <p:nvPicPr>
                      <p:cNvPr id="0" name=""/>
                      <p:cNvPicPr/>
                      <p:nvPr/>
                    </p:nvPicPr>
                    <p:blipFill>
                      <a:blip r:embed="rId6"/>
                      <a:stretch>
                        <a:fillRect/>
                      </a:stretch>
                    </p:blipFill>
                    <p:spPr>
                      <a:xfrm>
                        <a:off x="1733627" y="2491697"/>
                        <a:ext cx="3591502" cy="111041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B7A8D8A-70B9-411E-8455-A45B7734FE10}"/>
              </a:ext>
            </a:extLst>
          </p:cNvPr>
          <p:cNvGraphicFramePr>
            <a:graphicFrameLocks noChangeAspect="1"/>
          </p:cNvGraphicFramePr>
          <p:nvPr>
            <p:extLst>
              <p:ext uri="{D42A27DB-BD31-4B8C-83A1-F6EECF244321}">
                <p14:modId xmlns:p14="http://schemas.microsoft.com/office/powerpoint/2010/main" val="2711603421"/>
              </p:ext>
            </p:extLst>
          </p:nvPr>
        </p:nvGraphicFramePr>
        <p:xfrm>
          <a:off x="5325129" y="2491697"/>
          <a:ext cx="3261847" cy="1110416"/>
        </p:xfrm>
        <a:graphic>
          <a:graphicData uri="http://schemas.openxmlformats.org/presentationml/2006/ole">
            <mc:AlternateContent xmlns:mc="http://schemas.openxmlformats.org/markup-compatibility/2006">
              <mc:Choice xmlns:v="urn:schemas-microsoft-com:vml" Requires="v">
                <p:oleObj name="Equation" r:id="rId7" imgW="2387520" imgH="812520" progId="Equation.DSMT4">
                  <p:embed/>
                </p:oleObj>
              </mc:Choice>
              <mc:Fallback>
                <p:oleObj name="Equation" r:id="rId7" imgW="2387520" imgH="812520" progId="Equation.DSMT4">
                  <p:embed/>
                  <p:pic>
                    <p:nvPicPr>
                      <p:cNvPr id="0" name=""/>
                      <p:cNvPicPr/>
                      <p:nvPr/>
                    </p:nvPicPr>
                    <p:blipFill>
                      <a:blip r:embed="rId8"/>
                      <a:stretch>
                        <a:fillRect/>
                      </a:stretch>
                    </p:blipFill>
                    <p:spPr>
                      <a:xfrm>
                        <a:off x="5325129" y="2491697"/>
                        <a:ext cx="3261847" cy="111041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B0ECDEFB-AE48-05A9-67E3-D668EA7595A2}"/>
              </a:ext>
            </a:extLst>
          </p:cNvPr>
          <p:cNvGraphicFramePr>
            <a:graphicFrameLocks noChangeAspect="1"/>
          </p:cNvGraphicFramePr>
          <p:nvPr>
            <p:extLst>
              <p:ext uri="{D42A27DB-BD31-4B8C-83A1-F6EECF244321}">
                <p14:modId xmlns:p14="http://schemas.microsoft.com/office/powerpoint/2010/main" val="2480057390"/>
              </p:ext>
            </p:extLst>
          </p:nvPr>
        </p:nvGraphicFramePr>
        <p:xfrm>
          <a:off x="2853178" y="4175594"/>
          <a:ext cx="5097727" cy="375414"/>
        </p:xfrm>
        <a:graphic>
          <a:graphicData uri="http://schemas.openxmlformats.org/presentationml/2006/ole">
            <mc:AlternateContent xmlns:mc="http://schemas.openxmlformats.org/markup-compatibility/2006">
              <mc:Choice xmlns:v="urn:schemas-microsoft-com:vml" Requires="v">
                <p:oleObj name="Equation" r:id="rId9" imgW="3276360" imgH="241200" progId="Equation.DSMT4">
                  <p:embed/>
                </p:oleObj>
              </mc:Choice>
              <mc:Fallback>
                <p:oleObj name="Equation" r:id="rId9" imgW="3276360" imgH="241200" progId="Equation.DSMT4">
                  <p:embed/>
                  <p:pic>
                    <p:nvPicPr>
                      <p:cNvPr id="0" name=""/>
                      <p:cNvPicPr/>
                      <p:nvPr/>
                    </p:nvPicPr>
                    <p:blipFill>
                      <a:blip r:embed="rId10"/>
                      <a:stretch>
                        <a:fillRect/>
                      </a:stretch>
                    </p:blipFill>
                    <p:spPr>
                      <a:xfrm>
                        <a:off x="2853178" y="4175594"/>
                        <a:ext cx="5097727" cy="37541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E564082-AA85-D7B1-D3D3-4DF3771A0CB8}"/>
              </a:ext>
            </a:extLst>
          </p:cNvPr>
          <p:cNvGraphicFramePr>
            <a:graphicFrameLocks noChangeAspect="1"/>
          </p:cNvGraphicFramePr>
          <p:nvPr>
            <p:extLst>
              <p:ext uri="{D42A27DB-BD31-4B8C-83A1-F6EECF244321}">
                <p14:modId xmlns:p14="http://schemas.microsoft.com/office/powerpoint/2010/main" val="2432807951"/>
              </p:ext>
            </p:extLst>
          </p:nvPr>
        </p:nvGraphicFramePr>
        <p:xfrm>
          <a:off x="2862070" y="4612870"/>
          <a:ext cx="4963794" cy="375413"/>
        </p:xfrm>
        <a:graphic>
          <a:graphicData uri="http://schemas.openxmlformats.org/presentationml/2006/ole">
            <mc:AlternateContent xmlns:mc="http://schemas.openxmlformats.org/markup-compatibility/2006">
              <mc:Choice xmlns:v="urn:schemas-microsoft-com:vml" Requires="v">
                <p:oleObj name="Equation" r:id="rId11" imgW="3022560" imgH="228600" progId="Equation.DSMT4">
                  <p:embed/>
                </p:oleObj>
              </mc:Choice>
              <mc:Fallback>
                <p:oleObj name="Equation" r:id="rId11" imgW="3022560" imgH="228600" progId="Equation.DSMT4">
                  <p:embed/>
                  <p:pic>
                    <p:nvPicPr>
                      <p:cNvPr id="0" name=""/>
                      <p:cNvPicPr/>
                      <p:nvPr/>
                    </p:nvPicPr>
                    <p:blipFill>
                      <a:blip r:embed="rId12"/>
                      <a:stretch>
                        <a:fillRect/>
                      </a:stretch>
                    </p:blipFill>
                    <p:spPr>
                      <a:xfrm>
                        <a:off x="2862070" y="4612870"/>
                        <a:ext cx="4963794" cy="37541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99DD5D52-525A-5075-D97F-5DB0A3A9F0C1}"/>
              </a:ext>
            </a:extLst>
          </p:cNvPr>
          <p:cNvGraphicFramePr>
            <a:graphicFrameLocks noChangeAspect="1"/>
          </p:cNvGraphicFramePr>
          <p:nvPr>
            <p:extLst>
              <p:ext uri="{D42A27DB-BD31-4B8C-83A1-F6EECF244321}">
                <p14:modId xmlns:p14="http://schemas.microsoft.com/office/powerpoint/2010/main" val="1769539743"/>
              </p:ext>
            </p:extLst>
          </p:nvPr>
        </p:nvGraphicFramePr>
        <p:xfrm>
          <a:off x="3832666" y="5010188"/>
          <a:ext cx="2481897" cy="375413"/>
        </p:xfrm>
        <a:graphic>
          <a:graphicData uri="http://schemas.openxmlformats.org/presentationml/2006/ole">
            <mc:AlternateContent xmlns:mc="http://schemas.openxmlformats.org/markup-compatibility/2006">
              <mc:Choice xmlns:v="urn:schemas-microsoft-com:vml" Requires="v">
                <p:oleObj name="Equation" r:id="rId13" imgW="1511280" imgH="228600" progId="Equation.DSMT4">
                  <p:embed/>
                </p:oleObj>
              </mc:Choice>
              <mc:Fallback>
                <p:oleObj name="Equation" r:id="rId13" imgW="1511280" imgH="228600" progId="Equation.DSMT4">
                  <p:embed/>
                  <p:pic>
                    <p:nvPicPr>
                      <p:cNvPr id="0" name=""/>
                      <p:cNvPicPr/>
                      <p:nvPr/>
                    </p:nvPicPr>
                    <p:blipFill>
                      <a:blip r:embed="rId14"/>
                      <a:stretch>
                        <a:fillRect/>
                      </a:stretch>
                    </p:blipFill>
                    <p:spPr>
                      <a:xfrm>
                        <a:off x="3832666" y="5010188"/>
                        <a:ext cx="2481897" cy="375413"/>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46169087-6C32-21E3-981C-88C3E9C819AE}"/>
              </a:ext>
            </a:extLst>
          </p:cNvPr>
          <p:cNvSpPr txBox="1"/>
          <p:nvPr/>
        </p:nvSpPr>
        <p:spPr>
          <a:xfrm>
            <a:off x="362465" y="5414726"/>
            <a:ext cx="10079152" cy="874407"/>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把          改成实际机器人系统使用的角度，定义新的       ，为机器人使用的角度值，则有</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p:txBody>
      </p:sp>
      <p:graphicFrame>
        <p:nvGraphicFramePr>
          <p:cNvPr id="14" name="对象 13">
            <a:extLst>
              <a:ext uri="{FF2B5EF4-FFF2-40B4-BE49-F238E27FC236}">
                <a16:creationId xmlns:a16="http://schemas.microsoft.com/office/drawing/2014/main" id="{866B3483-455F-6536-3789-D00EBBED0958}"/>
              </a:ext>
            </a:extLst>
          </p:cNvPr>
          <p:cNvGraphicFramePr>
            <a:graphicFrameLocks noChangeAspect="1"/>
          </p:cNvGraphicFramePr>
          <p:nvPr>
            <p:extLst>
              <p:ext uri="{D42A27DB-BD31-4B8C-83A1-F6EECF244321}">
                <p14:modId xmlns:p14="http://schemas.microsoft.com/office/powerpoint/2010/main" val="2068301012"/>
              </p:ext>
            </p:extLst>
          </p:nvPr>
        </p:nvGraphicFramePr>
        <p:xfrm>
          <a:off x="916821" y="5430389"/>
          <a:ext cx="289809" cy="421540"/>
        </p:xfrm>
        <a:graphic>
          <a:graphicData uri="http://schemas.openxmlformats.org/presentationml/2006/ole">
            <mc:AlternateContent xmlns:mc="http://schemas.openxmlformats.org/markup-compatibility/2006">
              <mc:Choice xmlns:v="urn:schemas-microsoft-com:vml" Requires="v">
                <p:oleObj name="Equation" r:id="rId15" imgW="139680" imgH="203040" progId="Equation.DSMT4">
                  <p:embed/>
                </p:oleObj>
              </mc:Choice>
              <mc:Fallback>
                <p:oleObj name="Equation" r:id="rId15" imgW="139680" imgH="203040" progId="Equation.DSMT4">
                  <p:embed/>
                  <p:pic>
                    <p:nvPicPr>
                      <p:cNvPr id="0" name=""/>
                      <p:cNvPicPr/>
                      <p:nvPr/>
                    </p:nvPicPr>
                    <p:blipFill>
                      <a:blip r:embed="rId16"/>
                      <a:stretch>
                        <a:fillRect/>
                      </a:stretch>
                    </p:blipFill>
                    <p:spPr>
                      <a:xfrm>
                        <a:off x="916821" y="5430389"/>
                        <a:ext cx="289809" cy="42154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7E0047C7-BD57-C3FB-9DE5-F5AE8BD8A1E6}"/>
              </a:ext>
            </a:extLst>
          </p:cNvPr>
          <p:cNvGraphicFramePr>
            <a:graphicFrameLocks noChangeAspect="1"/>
          </p:cNvGraphicFramePr>
          <p:nvPr>
            <p:extLst>
              <p:ext uri="{D42A27DB-BD31-4B8C-83A1-F6EECF244321}">
                <p14:modId xmlns:p14="http://schemas.microsoft.com/office/powerpoint/2010/main" val="3948660114"/>
              </p:ext>
            </p:extLst>
          </p:nvPr>
        </p:nvGraphicFramePr>
        <p:xfrm>
          <a:off x="5806192" y="5465518"/>
          <a:ext cx="289808" cy="386411"/>
        </p:xfrm>
        <a:graphic>
          <a:graphicData uri="http://schemas.openxmlformats.org/presentationml/2006/ole">
            <mc:AlternateContent xmlns:mc="http://schemas.openxmlformats.org/markup-compatibility/2006">
              <mc:Choice xmlns:v="urn:schemas-microsoft-com:vml" Requires="v">
                <p:oleObj name="Equation" r:id="rId17" imgW="152280" imgH="203040" progId="Equation.DSMT4">
                  <p:embed/>
                </p:oleObj>
              </mc:Choice>
              <mc:Fallback>
                <p:oleObj name="Equation" r:id="rId17" imgW="152280" imgH="203040" progId="Equation.DSMT4">
                  <p:embed/>
                  <p:pic>
                    <p:nvPicPr>
                      <p:cNvPr id="0" name=""/>
                      <p:cNvPicPr/>
                      <p:nvPr/>
                    </p:nvPicPr>
                    <p:blipFill>
                      <a:blip r:embed="rId18"/>
                      <a:stretch>
                        <a:fillRect/>
                      </a:stretch>
                    </p:blipFill>
                    <p:spPr>
                      <a:xfrm>
                        <a:off x="5806192" y="5465518"/>
                        <a:ext cx="289808" cy="386411"/>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965CC58E-CF16-E816-2263-02B2E12CF157}"/>
              </a:ext>
            </a:extLst>
          </p:cNvPr>
          <p:cNvGraphicFramePr>
            <a:graphicFrameLocks noChangeAspect="1"/>
          </p:cNvGraphicFramePr>
          <p:nvPr>
            <p:extLst>
              <p:ext uri="{D42A27DB-BD31-4B8C-83A1-F6EECF244321}">
                <p14:modId xmlns:p14="http://schemas.microsoft.com/office/powerpoint/2010/main" val="465657189"/>
              </p:ext>
            </p:extLst>
          </p:nvPr>
        </p:nvGraphicFramePr>
        <p:xfrm>
          <a:off x="5085765" y="5966303"/>
          <a:ext cx="1284322" cy="373621"/>
        </p:xfrm>
        <a:graphic>
          <a:graphicData uri="http://schemas.openxmlformats.org/presentationml/2006/ole">
            <mc:AlternateContent xmlns:mc="http://schemas.openxmlformats.org/markup-compatibility/2006">
              <mc:Choice xmlns:v="urn:schemas-microsoft-com:vml" Requires="v">
                <p:oleObj name="Equation" r:id="rId19" imgW="698400" imgH="203040" progId="Equation.DSMT4">
                  <p:embed/>
                </p:oleObj>
              </mc:Choice>
              <mc:Fallback>
                <p:oleObj name="Equation" r:id="rId19" imgW="698400" imgH="203040" progId="Equation.DSMT4">
                  <p:embed/>
                  <p:pic>
                    <p:nvPicPr>
                      <p:cNvPr id="0" name=""/>
                      <p:cNvPicPr/>
                      <p:nvPr/>
                    </p:nvPicPr>
                    <p:blipFill>
                      <a:blip r:embed="rId20"/>
                      <a:stretch>
                        <a:fillRect/>
                      </a:stretch>
                    </p:blipFill>
                    <p:spPr>
                      <a:xfrm>
                        <a:off x="5085765" y="5966303"/>
                        <a:ext cx="1284322" cy="373621"/>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3CE215C5-0BF2-A6B8-14E2-B137B83FBDBC}"/>
              </a:ext>
            </a:extLst>
          </p:cNvPr>
          <p:cNvSpPr txBox="1"/>
          <p:nvPr/>
        </p:nvSpPr>
        <p:spPr>
          <a:xfrm>
            <a:off x="6691905" y="4969098"/>
            <a:ext cx="935610"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2.53</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
        <p:nvSpPr>
          <p:cNvPr id="22" name="文本框 21">
            <a:extLst>
              <a:ext uri="{FF2B5EF4-FFF2-40B4-BE49-F238E27FC236}">
                <a16:creationId xmlns:a16="http://schemas.microsoft.com/office/drawing/2014/main" id="{39EE4915-F97E-F5E8-6035-13093B496772}"/>
              </a:ext>
            </a:extLst>
          </p:cNvPr>
          <p:cNvSpPr txBox="1"/>
          <p:nvPr/>
        </p:nvSpPr>
        <p:spPr>
          <a:xfrm>
            <a:off x="8246098" y="4181676"/>
            <a:ext cx="954464"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2.51</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
        <p:nvSpPr>
          <p:cNvPr id="23" name="文本框 22">
            <a:extLst>
              <a:ext uri="{FF2B5EF4-FFF2-40B4-BE49-F238E27FC236}">
                <a16:creationId xmlns:a16="http://schemas.microsoft.com/office/drawing/2014/main" id="{B50EF7BB-45DB-7F25-8B78-FBECAE18E2DF}"/>
              </a:ext>
            </a:extLst>
          </p:cNvPr>
          <p:cNvSpPr txBox="1"/>
          <p:nvPr/>
        </p:nvSpPr>
        <p:spPr>
          <a:xfrm>
            <a:off x="8246098" y="4640856"/>
            <a:ext cx="954464"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2.52</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3775232207"/>
      </p:ext>
    </p:extLst>
  </p:cSld>
  <p:clrMapOvr>
    <a:masterClrMapping/>
  </p:clrMapOvr>
  <p:transition advTm="18857"/>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738DEE9-B810-4773-18E8-9F878DBCD1F1}"/>
              </a:ext>
            </a:extLst>
          </p:cNvPr>
          <p:cNvSpPr txBox="1"/>
          <p:nvPr/>
        </p:nvSpPr>
        <p:spPr>
          <a:xfrm>
            <a:off x="591532" y="965403"/>
            <a:ext cx="6122708" cy="5444888"/>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由式</a:t>
            </a:r>
            <a:r>
              <a:rPr lang="en-US" altLang="zh-CN" dirty="0">
                <a:latin typeface="微软雅黑" panose="020B0503020204020204" pitchFamily="34" charset="-122"/>
                <a:ea typeface="微软雅黑" panose="020B0503020204020204" pitchFamily="34" charset="-122"/>
              </a:rPr>
              <a:t>(2.53)</a:t>
            </a:r>
            <a:r>
              <a:rPr lang="zh-CN" altLang="en-US" dirty="0">
                <a:latin typeface="微软雅黑" panose="020B0503020204020204" pitchFamily="34" charset="-122"/>
                <a:ea typeface="微软雅黑" panose="020B0503020204020204" pitchFamily="34" charset="-122"/>
              </a:rPr>
              <a:t>得</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代入式</a:t>
            </a:r>
            <a:r>
              <a:rPr lang="en-US" altLang="zh-CN" dirty="0">
                <a:latin typeface="微软雅黑" panose="020B0503020204020204" pitchFamily="34" charset="-122"/>
                <a:ea typeface="微软雅黑" panose="020B0503020204020204" pitchFamily="34" charset="-122"/>
              </a:rPr>
              <a:t>(2.51)</a:t>
            </a:r>
            <a:r>
              <a:rPr lang="zh-CN" altLang="en-US" dirty="0">
                <a:latin typeface="微软雅黑" panose="020B0503020204020204" pitchFamily="34" charset="-122"/>
                <a:ea typeface="微软雅黑" panose="020B0503020204020204" pitchFamily="34" charset="-122"/>
              </a:rPr>
              <a:t>和式</a:t>
            </a:r>
            <a:r>
              <a:rPr lang="en-US" altLang="zh-CN" dirty="0">
                <a:latin typeface="微软雅黑" panose="020B0503020204020204" pitchFamily="34" charset="-122"/>
                <a:ea typeface="微软雅黑" panose="020B0503020204020204" pitchFamily="34" charset="-122"/>
              </a:rPr>
              <a:t>(2.52)</a:t>
            </a:r>
            <a:r>
              <a:rPr lang="zh-CN" altLang="en-US" dirty="0">
                <a:latin typeface="微软雅黑" panose="020B0503020204020204" pitchFamily="34" charset="-122"/>
                <a:ea typeface="微软雅黑" panose="020B0503020204020204" pitchFamily="34" charset="-122"/>
              </a:rPr>
              <a:t>，并令</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所以</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两式平方相加</a:t>
            </a: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求出</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令 </a:t>
            </a:r>
            <a:r>
              <a:rPr lang="en-US" altLang="zh-CN" sz="1800" i="1" kern="1000" dirty="0">
                <a:effectLst/>
                <a:latin typeface="Times New Roman" panose="02020603050405020304" pitchFamily="18" charset="0"/>
                <a:ea typeface="宋体" panose="02010600030101010101" pitchFamily="2" charset="-122"/>
              </a:rPr>
              <a:t>K </a:t>
            </a:r>
            <a:r>
              <a:rPr lang="en-US" altLang="zh-CN" sz="1800" kern="1000" dirty="0">
                <a:effectLst/>
                <a:latin typeface="Times New Roman" panose="02020603050405020304" pitchFamily="18" charset="0"/>
                <a:ea typeface="宋体" panose="02010600030101010101" pitchFamily="2" charset="-122"/>
              </a:rPr>
              <a:t>=</a:t>
            </a:r>
            <a:r>
              <a:rPr lang="zh-CN" altLang="en-US" dirty="0">
                <a:latin typeface="微软雅黑" panose="020B0503020204020204" pitchFamily="34" charset="-122"/>
                <a:ea typeface="微软雅黑" panose="020B0503020204020204" pitchFamily="34" charset="-122"/>
              </a:rPr>
              <a:t>                   则由</a:t>
            </a:r>
            <a:r>
              <a:rPr lang="en-US" altLang="zh-CN" dirty="0">
                <a:latin typeface="微软雅黑" panose="020B0503020204020204" pitchFamily="34" charset="-122"/>
                <a:ea typeface="微软雅黑" panose="020B0503020204020204" pitchFamily="34" charset="-122"/>
              </a:rPr>
              <a:t>(2.55)</a:t>
            </a:r>
            <a:r>
              <a:rPr lang="zh-CN" altLang="en-US" dirty="0">
                <a:latin typeface="微软雅黑" panose="020B0503020204020204" pitchFamily="34" charset="-122"/>
                <a:ea typeface="微软雅黑" panose="020B0503020204020204" pitchFamily="34" charset="-122"/>
              </a:rPr>
              <a:t>式得</a:t>
            </a: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graphicFrame>
        <p:nvGraphicFramePr>
          <p:cNvPr id="4" name="对象 3">
            <a:extLst>
              <a:ext uri="{FF2B5EF4-FFF2-40B4-BE49-F238E27FC236}">
                <a16:creationId xmlns:a16="http://schemas.microsoft.com/office/drawing/2014/main" id="{029E73E9-6D3B-7206-85E7-D9679FC01E50}"/>
              </a:ext>
            </a:extLst>
          </p:cNvPr>
          <p:cNvGraphicFramePr>
            <a:graphicFrameLocks noChangeAspect="1"/>
          </p:cNvGraphicFramePr>
          <p:nvPr>
            <p:extLst>
              <p:ext uri="{D42A27DB-BD31-4B8C-83A1-F6EECF244321}">
                <p14:modId xmlns:p14="http://schemas.microsoft.com/office/powerpoint/2010/main" val="2047487041"/>
              </p:ext>
            </p:extLst>
          </p:nvPr>
        </p:nvGraphicFramePr>
        <p:xfrm>
          <a:off x="3316663" y="1083452"/>
          <a:ext cx="2424261" cy="363639"/>
        </p:xfrm>
        <a:graphic>
          <a:graphicData uri="http://schemas.openxmlformats.org/presentationml/2006/ole">
            <mc:AlternateContent xmlns:mc="http://schemas.openxmlformats.org/markup-compatibility/2006">
              <mc:Choice xmlns:v="urn:schemas-microsoft-com:vml" Requires="v">
                <p:oleObj name="Equation" r:id="rId3" imgW="1523880" imgH="228600" progId="Equation.DSMT4">
                  <p:embed/>
                </p:oleObj>
              </mc:Choice>
              <mc:Fallback>
                <p:oleObj name="Equation" r:id="rId3" imgW="1523880" imgH="228600" progId="Equation.DSMT4">
                  <p:embed/>
                  <p:pic>
                    <p:nvPicPr>
                      <p:cNvPr id="0" name=""/>
                      <p:cNvPicPr/>
                      <p:nvPr/>
                    </p:nvPicPr>
                    <p:blipFill>
                      <a:blip r:embed="rId4"/>
                      <a:stretch>
                        <a:fillRect/>
                      </a:stretch>
                    </p:blipFill>
                    <p:spPr>
                      <a:xfrm>
                        <a:off x="3316663" y="1083452"/>
                        <a:ext cx="2424261" cy="363639"/>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9FBA910C-3765-230C-C1E5-BCEFBCD2089A}"/>
              </a:ext>
            </a:extLst>
          </p:cNvPr>
          <p:cNvGraphicFramePr>
            <a:graphicFrameLocks noChangeAspect="1"/>
          </p:cNvGraphicFramePr>
          <p:nvPr>
            <p:extLst>
              <p:ext uri="{D42A27DB-BD31-4B8C-83A1-F6EECF244321}">
                <p14:modId xmlns:p14="http://schemas.microsoft.com/office/powerpoint/2010/main" val="2081878029"/>
              </p:ext>
            </p:extLst>
          </p:nvPr>
        </p:nvGraphicFramePr>
        <p:xfrm>
          <a:off x="2604133" y="1735951"/>
          <a:ext cx="1534234" cy="606558"/>
        </p:xfrm>
        <a:graphic>
          <a:graphicData uri="http://schemas.openxmlformats.org/presentationml/2006/ole">
            <mc:AlternateContent xmlns:mc="http://schemas.openxmlformats.org/markup-compatibility/2006">
              <mc:Choice xmlns:v="urn:schemas-microsoft-com:vml" Requires="v">
                <p:oleObj name="Equation" r:id="rId5" imgW="1091880" imgH="431640" progId="Equation.DSMT4">
                  <p:embed/>
                </p:oleObj>
              </mc:Choice>
              <mc:Fallback>
                <p:oleObj name="Equation" r:id="rId5" imgW="1091880" imgH="431640" progId="Equation.DSMT4">
                  <p:embed/>
                  <p:pic>
                    <p:nvPicPr>
                      <p:cNvPr id="0" name=""/>
                      <p:cNvPicPr/>
                      <p:nvPr/>
                    </p:nvPicPr>
                    <p:blipFill>
                      <a:blip r:embed="rId6"/>
                      <a:stretch>
                        <a:fillRect/>
                      </a:stretch>
                    </p:blipFill>
                    <p:spPr>
                      <a:xfrm>
                        <a:off x="2604133" y="1735951"/>
                        <a:ext cx="1534234" cy="60655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2A613BE7-2CC5-3946-0CAE-FD35546A6523}"/>
              </a:ext>
            </a:extLst>
          </p:cNvPr>
          <p:cNvGraphicFramePr>
            <a:graphicFrameLocks noChangeAspect="1"/>
          </p:cNvGraphicFramePr>
          <p:nvPr>
            <p:extLst>
              <p:ext uri="{D42A27DB-BD31-4B8C-83A1-F6EECF244321}">
                <p14:modId xmlns:p14="http://schemas.microsoft.com/office/powerpoint/2010/main" val="3546199675"/>
              </p:ext>
            </p:extLst>
          </p:nvPr>
        </p:nvGraphicFramePr>
        <p:xfrm>
          <a:off x="4759816" y="1735951"/>
          <a:ext cx="1234032" cy="606558"/>
        </p:xfrm>
        <a:graphic>
          <a:graphicData uri="http://schemas.openxmlformats.org/presentationml/2006/ole">
            <mc:AlternateContent xmlns:mc="http://schemas.openxmlformats.org/markup-compatibility/2006">
              <mc:Choice xmlns:v="urn:schemas-microsoft-com:vml" Requires="v">
                <p:oleObj name="Equation" r:id="rId7" imgW="749160" imgH="368280" progId="Equation.DSMT4">
                  <p:embed/>
                </p:oleObj>
              </mc:Choice>
              <mc:Fallback>
                <p:oleObj name="Equation" r:id="rId7" imgW="749160" imgH="368280" progId="Equation.DSMT4">
                  <p:embed/>
                  <p:pic>
                    <p:nvPicPr>
                      <p:cNvPr id="0" name=""/>
                      <p:cNvPicPr/>
                      <p:nvPr/>
                    </p:nvPicPr>
                    <p:blipFill>
                      <a:blip r:embed="rId8"/>
                      <a:stretch>
                        <a:fillRect/>
                      </a:stretch>
                    </p:blipFill>
                    <p:spPr>
                      <a:xfrm>
                        <a:off x="4759816" y="1735951"/>
                        <a:ext cx="1234032" cy="606558"/>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BC989D24-5526-DCC4-2C3C-70F1FF6D007E}"/>
              </a:ext>
            </a:extLst>
          </p:cNvPr>
          <p:cNvSpPr txBox="1"/>
          <p:nvPr/>
        </p:nvSpPr>
        <p:spPr>
          <a:xfrm>
            <a:off x="6341883" y="1962845"/>
            <a:ext cx="2519313" cy="297517"/>
          </a:xfrm>
          <a:prstGeom prst="rect">
            <a:avLst/>
          </a:prstGeom>
          <a:noFill/>
        </p:spPr>
        <p:txBody>
          <a:bodyPr wrap="square">
            <a:spAutoFit/>
          </a:bodyPr>
          <a:lstStyle/>
          <a:p>
            <a:pPr algn="just">
              <a:lnSpc>
                <a:spcPts val="1595"/>
              </a:lnSpc>
              <a:spcBef>
                <a:spcPts val="400"/>
              </a:spcBef>
              <a:spcAft>
                <a:spcPts val="400"/>
              </a:spcAft>
              <a:tabLst>
                <a:tab pos="5364480" algn="r"/>
              </a:tabLst>
            </a:pPr>
            <a:r>
              <a:rPr lang="en-US" altLang="zh-CN" sz="1800" kern="1050" dirty="0">
                <a:effectLst/>
                <a:latin typeface="宋体" panose="02010600030101010101" pitchFamily="2" charset="-122"/>
                <a:ea typeface="宋体" panose="02010600030101010101" pitchFamily="2" charset="-122"/>
              </a:rPr>
              <a:t>(</a:t>
            </a:r>
            <a:r>
              <a:rPr lang="zh-CN" altLang="zh-CN" sz="1800" kern="1050" dirty="0">
                <a:effectLst/>
                <a:latin typeface="Times New Roman" panose="02020603050405020304" pitchFamily="18" charset="0"/>
                <a:ea typeface="宋体" panose="02010600030101010101" pitchFamily="2" charset="-122"/>
              </a:rPr>
              <a:t>角度和幅度唯一确定</a:t>
            </a:r>
            <a:r>
              <a:rPr lang="en-US" altLang="zh-CN" sz="1800" kern="1050" dirty="0">
                <a:effectLst/>
                <a:latin typeface="宋体" panose="02010600030101010101" pitchFamily="2" charset="-122"/>
                <a:ea typeface="宋体" panose="02010600030101010101" pitchFamily="2" charset="-122"/>
              </a:rPr>
              <a:t>)</a:t>
            </a:r>
            <a:endParaRPr lang="zh-CN" altLang="zh-CN" sz="1800" kern="1050" dirty="0">
              <a:effectLst/>
              <a:latin typeface="Times New Roman" panose="02020603050405020304" pitchFamily="18" charset="0"/>
              <a:ea typeface="宋体" panose="02010600030101010101" pitchFamily="2" charset="-122"/>
            </a:endParaRPr>
          </a:p>
        </p:txBody>
      </p:sp>
      <p:graphicFrame>
        <p:nvGraphicFramePr>
          <p:cNvPr id="11" name="对象 10">
            <a:extLst>
              <a:ext uri="{FF2B5EF4-FFF2-40B4-BE49-F238E27FC236}">
                <a16:creationId xmlns:a16="http://schemas.microsoft.com/office/drawing/2014/main" id="{5E3AC824-E410-45D5-1596-31807013E57D}"/>
              </a:ext>
            </a:extLst>
          </p:cNvPr>
          <p:cNvGraphicFramePr>
            <a:graphicFrameLocks noChangeAspect="1"/>
          </p:cNvGraphicFramePr>
          <p:nvPr>
            <p:extLst>
              <p:ext uri="{D42A27DB-BD31-4B8C-83A1-F6EECF244321}">
                <p14:modId xmlns:p14="http://schemas.microsoft.com/office/powerpoint/2010/main" val="514368443"/>
              </p:ext>
            </p:extLst>
          </p:nvPr>
        </p:nvGraphicFramePr>
        <p:xfrm>
          <a:off x="3919613" y="2772013"/>
          <a:ext cx="2707083" cy="363638"/>
        </p:xfrm>
        <a:graphic>
          <a:graphicData uri="http://schemas.openxmlformats.org/presentationml/2006/ole">
            <mc:AlternateContent xmlns:mc="http://schemas.openxmlformats.org/markup-compatibility/2006">
              <mc:Choice xmlns:v="urn:schemas-microsoft-com:vml" Requires="v">
                <p:oleObj name="Equation" r:id="rId9" imgW="1701720" imgH="228600" progId="Equation.DSMT4">
                  <p:embed/>
                </p:oleObj>
              </mc:Choice>
              <mc:Fallback>
                <p:oleObj name="Equation" r:id="rId9" imgW="1701720" imgH="228600" progId="Equation.DSMT4">
                  <p:embed/>
                  <p:pic>
                    <p:nvPicPr>
                      <p:cNvPr id="0" name=""/>
                      <p:cNvPicPr/>
                      <p:nvPr/>
                    </p:nvPicPr>
                    <p:blipFill>
                      <a:blip r:embed="rId10"/>
                      <a:stretch>
                        <a:fillRect/>
                      </a:stretch>
                    </p:blipFill>
                    <p:spPr>
                      <a:xfrm>
                        <a:off x="3919613" y="2772013"/>
                        <a:ext cx="2707083" cy="363638"/>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69BE43C0-1C80-764E-933F-B10E95FD60CD}"/>
              </a:ext>
            </a:extLst>
          </p:cNvPr>
          <p:cNvSpPr txBox="1"/>
          <p:nvPr/>
        </p:nvSpPr>
        <p:spPr>
          <a:xfrm>
            <a:off x="6992332" y="2772013"/>
            <a:ext cx="2811544"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的系数</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3" name="对象 12">
            <a:extLst>
              <a:ext uri="{FF2B5EF4-FFF2-40B4-BE49-F238E27FC236}">
                <a16:creationId xmlns:a16="http://schemas.microsoft.com/office/drawing/2014/main" id="{59F70B58-3036-0C75-772C-1B236DC35428}"/>
              </a:ext>
            </a:extLst>
          </p:cNvPr>
          <p:cNvGraphicFramePr>
            <a:graphicFrameLocks noChangeAspect="1"/>
          </p:cNvGraphicFramePr>
          <p:nvPr>
            <p:extLst>
              <p:ext uri="{D42A27DB-BD31-4B8C-83A1-F6EECF244321}">
                <p14:modId xmlns:p14="http://schemas.microsoft.com/office/powerpoint/2010/main" val="3611888785"/>
              </p:ext>
            </p:extLst>
          </p:nvPr>
        </p:nvGraphicFramePr>
        <p:xfrm>
          <a:off x="7256427" y="2728079"/>
          <a:ext cx="267878" cy="357171"/>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8" name="对象 7">
                        <a:extLst>
                          <a:ext uri="{FF2B5EF4-FFF2-40B4-BE49-F238E27FC236}">
                            <a16:creationId xmlns:a16="http://schemas.microsoft.com/office/drawing/2014/main" id="{EC7CD2E8-AC91-8F21-30D6-85824D23D969}"/>
                          </a:ext>
                        </a:extLst>
                      </p:cNvPr>
                      <p:cNvPicPr/>
                      <p:nvPr/>
                    </p:nvPicPr>
                    <p:blipFill>
                      <a:blip r:embed="rId12"/>
                      <a:stretch>
                        <a:fillRect/>
                      </a:stretch>
                    </p:blipFill>
                    <p:spPr>
                      <a:xfrm>
                        <a:off x="7256427" y="2728079"/>
                        <a:ext cx="267878" cy="357171"/>
                      </a:xfrm>
                      <a:prstGeom prst="rect">
                        <a:avLst/>
                      </a:prstGeom>
                    </p:spPr>
                  </p:pic>
                </p:oleObj>
              </mc:Fallback>
            </mc:AlternateContent>
          </a:graphicData>
        </a:graphic>
      </p:graphicFrame>
      <p:sp>
        <p:nvSpPr>
          <p:cNvPr id="14" name="Rectangle 2">
            <a:extLst>
              <a:ext uri="{FF2B5EF4-FFF2-40B4-BE49-F238E27FC236}">
                <a16:creationId xmlns:a16="http://schemas.microsoft.com/office/drawing/2014/main" id="{1464768C-EC46-1DE9-9A3C-8ED61B2F2617}"/>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graphicFrame>
        <p:nvGraphicFramePr>
          <p:cNvPr id="15" name="对象 14">
            <a:extLst>
              <a:ext uri="{FF2B5EF4-FFF2-40B4-BE49-F238E27FC236}">
                <a16:creationId xmlns:a16="http://schemas.microsoft.com/office/drawing/2014/main" id="{194A7EF3-0D07-D93C-3BB6-B7BDF51C74F0}"/>
              </a:ext>
            </a:extLst>
          </p:cNvPr>
          <p:cNvGraphicFramePr>
            <a:graphicFrameLocks noChangeAspect="1"/>
          </p:cNvGraphicFramePr>
          <p:nvPr>
            <p:extLst>
              <p:ext uri="{D42A27DB-BD31-4B8C-83A1-F6EECF244321}">
                <p14:modId xmlns:p14="http://schemas.microsoft.com/office/powerpoint/2010/main" val="1517576112"/>
              </p:ext>
            </p:extLst>
          </p:nvPr>
        </p:nvGraphicFramePr>
        <p:xfrm>
          <a:off x="4455015" y="3206526"/>
          <a:ext cx="1075887" cy="358629"/>
        </p:xfrm>
        <a:graphic>
          <a:graphicData uri="http://schemas.openxmlformats.org/presentationml/2006/ole">
            <mc:AlternateContent xmlns:mc="http://schemas.openxmlformats.org/markup-compatibility/2006">
              <mc:Choice xmlns:v="urn:schemas-microsoft-com:vml" Requires="v">
                <p:oleObj name="Equation" r:id="rId13" imgW="609480" imgH="203040" progId="Equation.DSMT4">
                  <p:embed/>
                </p:oleObj>
              </mc:Choice>
              <mc:Fallback>
                <p:oleObj name="Equation" r:id="rId13" imgW="609480" imgH="203040" progId="Equation.DSMT4">
                  <p:embed/>
                  <p:pic>
                    <p:nvPicPr>
                      <p:cNvPr id="0" name=""/>
                      <p:cNvPicPr/>
                      <p:nvPr/>
                    </p:nvPicPr>
                    <p:blipFill>
                      <a:blip r:embed="rId14"/>
                      <a:stretch>
                        <a:fillRect/>
                      </a:stretch>
                    </p:blipFill>
                    <p:spPr>
                      <a:xfrm>
                        <a:off x="4455015" y="3206526"/>
                        <a:ext cx="1075887" cy="358629"/>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E2B0130B-BE1C-2BA7-26DE-E0304278BA7D}"/>
              </a:ext>
            </a:extLst>
          </p:cNvPr>
          <p:cNvSpPr txBox="1"/>
          <p:nvPr/>
        </p:nvSpPr>
        <p:spPr>
          <a:xfrm>
            <a:off x="6992332" y="3244334"/>
            <a:ext cx="2811544"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的系数</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7" name="对象 16">
            <a:extLst>
              <a:ext uri="{FF2B5EF4-FFF2-40B4-BE49-F238E27FC236}">
                <a16:creationId xmlns:a16="http://schemas.microsoft.com/office/drawing/2014/main" id="{4DAF9FC5-3D94-3A00-1C02-8812C1414E49}"/>
              </a:ext>
            </a:extLst>
          </p:cNvPr>
          <p:cNvGraphicFramePr>
            <a:graphicFrameLocks noChangeAspect="1"/>
          </p:cNvGraphicFramePr>
          <p:nvPr>
            <p:extLst>
              <p:ext uri="{D42A27DB-BD31-4B8C-83A1-F6EECF244321}">
                <p14:modId xmlns:p14="http://schemas.microsoft.com/office/powerpoint/2010/main" val="119615841"/>
              </p:ext>
            </p:extLst>
          </p:nvPr>
        </p:nvGraphicFramePr>
        <p:xfrm>
          <a:off x="7267575" y="3184525"/>
          <a:ext cx="246063" cy="357188"/>
        </p:xfrm>
        <a:graphic>
          <a:graphicData uri="http://schemas.openxmlformats.org/presentationml/2006/ole">
            <mc:AlternateContent xmlns:mc="http://schemas.openxmlformats.org/markup-compatibility/2006">
              <mc:Choice xmlns:v="urn:schemas-microsoft-com:vml" Requires="v">
                <p:oleObj name="Equation" r:id="rId15" imgW="139680" imgH="203040" progId="Equation.DSMT4">
                  <p:embed/>
                </p:oleObj>
              </mc:Choice>
              <mc:Fallback>
                <p:oleObj name="Equation" r:id="rId15" imgW="139680" imgH="203040" progId="Equation.DSMT4">
                  <p:embed/>
                  <p:pic>
                    <p:nvPicPr>
                      <p:cNvPr id="13" name="对象 12">
                        <a:extLst>
                          <a:ext uri="{FF2B5EF4-FFF2-40B4-BE49-F238E27FC236}">
                            <a16:creationId xmlns:a16="http://schemas.microsoft.com/office/drawing/2014/main" id="{59F70B58-3036-0C75-772C-1B236DC35428}"/>
                          </a:ext>
                        </a:extLst>
                      </p:cNvPr>
                      <p:cNvPicPr/>
                      <p:nvPr/>
                    </p:nvPicPr>
                    <p:blipFill>
                      <a:blip r:embed="rId16"/>
                      <a:stretch>
                        <a:fillRect/>
                      </a:stretch>
                    </p:blipFill>
                    <p:spPr>
                      <a:xfrm>
                        <a:off x="7267575" y="3184525"/>
                        <a:ext cx="246063" cy="357188"/>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55B7AD16-A468-C309-7C86-77120C12329B}"/>
              </a:ext>
            </a:extLst>
          </p:cNvPr>
          <p:cNvGraphicFramePr>
            <a:graphicFrameLocks noChangeAspect="1"/>
          </p:cNvGraphicFramePr>
          <p:nvPr>
            <p:extLst>
              <p:ext uri="{D42A27DB-BD31-4B8C-83A1-F6EECF244321}">
                <p14:modId xmlns:p14="http://schemas.microsoft.com/office/powerpoint/2010/main" val="2735308330"/>
              </p:ext>
            </p:extLst>
          </p:nvPr>
        </p:nvGraphicFramePr>
        <p:xfrm>
          <a:off x="3980324" y="3667431"/>
          <a:ext cx="2106945" cy="358629"/>
        </p:xfrm>
        <a:graphic>
          <a:graphicData uri="http://schemas.openxmlformats.org/presentationml/2006/ole">
            <mc:AlternateContent xmlns:mc="http://schemas.openxmlformats.org/markup-compatibility/2006">
              <mc:Choice xmlns:v="urn:schemas-microsoft-com:vml" Requires="v">
                <p:oleObj name="Equation" r:id="rId17" imgW="1193760" imgH="203040" progId="Equation.DSMT4">
                  <p:embed/>
                </p:oleObj>
              </mc:Choice>
              <mc:Fallback>
                <p:oleObj name="Equation" r:id="rId17" imgW="1193760" imgH="203040" progId="Equation.DSMT4">
                  <p:embed/>
                  <p:pic>
                    <p:nvPicPr>
                      <p:cNvPr id="0" name=""/>
                      <p:cNvPicPr/>
                      <p:nvPr/>
                    </p:nvPicPr>
                    <p:blipFill>
                      <a:blip r:embed="rId18"/>
                      <a:stretch>
                        <a:fillRect/>
                      </a:stretch>
                    </p:blipFill>
                    <p:spPr>
                      <a:xfrm>
                        <a:off x="3980324" y="3667431"/>
                        <a:ext cx="2106945" cy="358629"/>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04C00AB1-5550-BD8D-F40A-7AD64D4B827F}"/>
              </a:ext>
            </a:extLst>
          </p:cNvPr>
          <p:cNvGraphicFramePr>
            <a:graphicFrameLocks noChangeAspect="1"/>
          </p:cNvGraphicFramePr>
          <p:nvPr>
            <p:extLst>
              <p:ext uri="{D42A27DB-BD31-4B8C-83A1-F6EECF244321}">
                <p14:modId xmlns:p14="http://schemas.microsoft.com/office/powerpoint/2010/main" val="1880284606"/>
              </p:ext>
            </p:extLst>
          </p:nvPr>
        </p:nvGraphicFramePr>
        <p:xfrm>
          <a:off x="4294758" y="4040042"/>
          <a:ext cx="1515831" cy="332237"/>
        </p:xfrm>
        <a:graphic>
          <a:graphicData uri="http://schemas.openxmlformats.org/presentationml/2006/ole">
            <mc:AlternateContent xmlns:mc="http://schemas.openxmlformats.org/markup-compatibility/2006">
              <mc:Choice xmlns:v="urn:schemas-microsoft-com:vml" Requires="v">
                <p:oleObj name="Equation" r:id="rId19" imgW="927000" imgH="203040" progId="Equation.DSMT4">
                  <p:embed/>
                </p:oleObj>
              </mc:Choice>
              <mc:Fallback>
                <p:oleObj name="Equation" r:id="rId19" imgW="927000" imgH="203040" progId="Equation.DSMT4">
                  <p:embed/>
                  <p:pic>
                    <p:nvPicPr>
                      <p:cNvPr id="0" name=""/>
                      <p:cNvPicPr/>
                      <p:nvPr/>
                    </p:nvPicPr>
                    <p:blipFill>
                      <a:blip r:embed="rId20"/>
                      <a:stretch>
                        <a:fillRect/>
                      </a:stretch>
                    </p:blipFill>
                    <p:spPr>
                      <a:xfrm>
                        <a:off x="4294758" y="4040042"/>
                        <a:ext cx="1515831" cy="332237"/>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7482AAC1-E01B-124B-129D-34BF434D2D50}"/>
              </a:ext>
            </a:extLst>
          </p:cNvPr>
          <p:cNvGraphicFramePr>
            <a:graphicFrameLocks noChangeAspect="1"/>
          </p:cNvGraphicFramePr>
          <p:nvPr>
            <p:extLst>
              <p:ext uri="{D42A27DB-BD31-4B8C-83A1-F6EECF244321}">
                <p14:modId xmlns:p14="http://schemas.microsoft.com/office/powerpoint/2010/main" val="1405484729"/>
              </p:ext>
            </p:extLst>
          </p:nvPr>
        </p:nvGraphicFramePr>
        <p:xfrm>
          <a:off x="3634800" y="4443573"/>
          <a:ext cx="2707083" cy="380334"/>
        </p:xfrm>
        <a:graphic>
          <a:graphicData uri="http://schemas.openxmlformats.org/presentationml/2006/ole">
            <mc:AlternateContent xmlns:mc="http://schemas.openxmlformats.org/markup-compatibility/2006">
              <mc:Choice xmlns:v="urn:schemas-microsoft-com:vml" Requires="v">
                <p:oleObj name="Equation" r:id="rId21" imgW="1536480" imgH="215640" progId="Equation.DSMT4">
                  <p:embed/>
                </p:oleObj>
              </mc:Choice>
              <mc:Fallback>
                <p:oleObj name="Equation" r:id="rId21" imgW="1536480" imgH="215640" progId="Equation.DSMT4">
                  <p:embed/>
                  <p:pic>
                    <p:nvPicPr>
                      <p:cNvPr id="0" name=""/>
                      <p:cNvPicPr/>
                      <p:nvPr/>
                    </p:nvPicPr>
                    <p:blipFill>
                      <a:blip r:embed="rId22"/>
                      <a:stretch>
                        <a:fillRect/>
                      </a:stretch>
                    </p:blipFill>
                    <p:spPr>
                      <a:xfrm>
                        <a:off x="3634800" y="4443573"/>
                        <a:ext cx="2707083" cy="380334"/>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15D6DC43-EAFA-4E13-7317-79A7C2EE1B1D}"/>
              </a:ext>
            </a:extLst>
          </p:cNvPr>
          <p:cNvGraphicFramePr>
            <a:graphicFrameLocks noChangeAspect="1"/>
          </p:cNvGraphicFramePr>
          <p:nvPr>
            <p:extLst>
              <p:ext uri="{D42A27DB-BD31-4B8C-83A1-F6EECF244321}">
                <p14:modId xmlns:p14="http://schemas.microsoft.com/office/powerpoint/2010/main" val="796249981"/>
              </p:ext>
            </p:extLst>
          </p:nvPr>
        </p:nvGraphicFramePr>
        <p:xfrm>
          <a:off x="1330958" y="4931811"/>
          <a:ext cx="2304917" cy="606557"/>
        </p:xfrm>
        <a:graphic>
          <a:graphicData uri="http://schemas.openxmlformats.org/presentationml/2006/ole">
            <mc:AlternateContent xmlns:mc="http://schemas.openxmlformats.org/markup-compatibility/2006">
              <mc:Choice xmlns:v="urn:schemas-microsoft-com:vml" Requires="v">
                <p:oleObj name="Equation" r:id="rId23" imgW="1688760" imgH="444240" progId="Equation.DSMT4">
                  <p:embed/>
                </p:oleObj>
              </mc:Choice>
              <mc:Fallback>
                <p:oleObj name="Equation" r:id="rId23" imgW="1688760" imgH="444240" progId="Equation.DSMT4">
                  <p:embed/>
                  <p:pic>
                    <p:nvPicPr>
                      <p:cNvPr id="0" name=""/>
                      <p:cNvPicPr/>
                      <p:nvPr/>
                    </p:nvPicPr>
                    <p:blipFill>
                      <a:blip r:embed="rId24"/>
                      <a:stretch>
                        <a:fillRect/>
                      </a:stretch>
                    </p:blipFill>
                    <p:spPr>
                      <a:xfrm>
                        <a:off x="1330958" y="4931811"/>
                        <a:ext cx="2304917" cy="606557"/>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60FED515-0C5E-224C-17AB-543F02A7D37C}"/>
              </a:ext>
            </a:extLst>
          </p:cNvPr>
          <p:cNvGraphicFramePr>
            <a:graphicFrameLocks noChangeAspect="1"/>
          </p:cNvGraphicFramePr>
          <p:nvPr>
            <p:extLst>
              <p:ext uri="{D42A27DB-BD31-4B8C-83A1-F6EECF244321}">
                <p14:modId xmlns:p14="http://schemas.microsoft.com/office/powerpoint/2010/main" val="490970424"/>
              </p:ext>
            </p:extLst>
          </p:nvPr>
        </p:nvGraphicFramePr>
        <p:xfrm>
          <a:off x="4180408" y="4949075"/>
          <a:ext cx="1158815" cy="560094"/>
        </p:xfrm>
        <a:graphic>
          <a:graphicData uri="http://schemas.openxmlformats.org/presentationml/2006/ole">
            <mc:AlternateContent xmlns:mc="http://schemas.openxmlformats.org/markup-compatibility/2006">
              <mc:Choice xmlns:v="urn:schemas-microsoft-com:vml" Requires="v">
                <p:oleObj name="Equation" r:id="rId25" imgW="761760" imgH="368280" progId="Equation.DSMT4">
                  <p:embed/>
                </p:oleObj>
              </mc:Choice>
              <mc:Fallback>
                <p:oleObj name="Equation" r:id="rId25" imgW="761760" imgH="368280" progId="Equation.DSMT4">
                  <p:embed/>
                  <p:pic>
                    <p:nvPicPr>
                      <p:cNvPr id="0" name=""/>
                      <p:cNvPicPr/>
                      <p:nvPr/>
                    </p:nvPicPr>
                    <p:blipFill>
                      <a:blip r:embed="rId26"/>
                      <a:stretch>
                        <a:fillRect/>
                      </a:stretch>
                    </p:blipFill>
                    <p:spPr>
                      <a:xfrm>
                        <a:off x="4180408" y="4949075"/>
                        <a:ext cx="1158815" cy="560094"/>
                      </a:xfrm>
                      <a:prstGeom prst="rect">
                        <a:avLst/>
                      </a:prstGeom>
                    </p:spPr>
                  </p:pic>
                </p:oleObj>
              </mc:Fallback>
            </mc:AlternateContent>
          </a:graphicData>
        </a:graphic>
      </p:graphicFrame>
      <p:sp>
        <p:nvSpPr>
          <p:cNvPr id="25" name="文本框 24">
            <a:extLst>
              <a:ext uri="{FF2B5EF4-FFF2-40B4-BE49-F238E27FC236}">
                <a16:creationId xmlns:a16="http://schemas.microsoft.com/office/drawing/2014/main" id="{66685410-6392-9252-4723-57966F1768A7}"/>
              </a:ext>
            </a:extLst>
          </p:cNvPr>
          <p:cNvSpPr txBox="1"/>
          <p:nvPr/>
        </p:nvSpPr>
        <p:spPr>
          <a:xfrm>
            <a:off x="5477760" y="5081406"/>
            <a:ext cx="6122708"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角度和幅度不唯一确定，根据角度变换确定幅度正负</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sp>
        <p:nvSpPr>
          <p:cNvPr id="28" name="文本框 27">
            <a:extLst>
              <a:ext uri="{FF2B5EF4-FFF2-40B4-BE49-F238E27FC236}">
                <a16:creationId xmlns:a16="http://schemas.microsoft.com/office/drawing/2014/main" id="{D407714D-89FC-36EF-34B3-5DC207BC8C6F}"/>
              </a:ext>
            </a:extLst>
          </p:cNvPr>
          <p:cNvSpPr txBox="1"/>
          <p:nvPr/>
        </p:nvSpPr>
        <p:spPr>
          <a:xfrm>
            <a:off x="6290902" y="3662079"/>
            <a:ext cx="1233403" cy="369332"/>
          </a:xfrm>
          <a:prstGeom prst="rect">
            <a:avLst/>
          </a:prstGeom>
          <a:noFill/>
        </p:spPr>
        <p:txBody>
          <a:bodyPr wrap="square">
            <a:spAutoFit/>
          </a:bodyPr>
          <a:lstStyle/>
          <a:p>
            <a:r>
              <a:rPr lang="en-US" altLang="zh-CN" sz="1800" kern="1000" dirty="0">
                <a:effectLst/>
                <a:latin typeface="宋体" panose="02010600030101010101" pitchFamily="2" charset="-122"/>
                <a:cs typeface="Times New Roman" panose="02020603050405020304" pitchFamily="18" charset="0"/>
              </a:rPr>
              <a:t>(</a:t>
            </a:r>
            <a:r>
              <a:rPr lang="en-US" altLang="zh-CN" sz="1800" kern="1000" dirty="0">
                <a:effectLst/>
                <a:latin typeface="Times New Roman" panose="02020603050405020304" pitchFamily="18" charset="0"/>
                <a:ea typeface="宋体" panose="02010600030101010101" pitchFamily="2" charset="-122"/>
              </a:rPr>
              <a:t>2.55</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32" name="对象 31">
            <a:extLst>
              <a:ext uri="{FF2B5EF4-FFF2-40B4-BE49-F238E27FC236}">
                <a16:creationId xmlns:a16="http://schemas.microsoft.com/office/drawing/2014/main" id="{CCD66F79-4F5B-6E79-A2C0-246044110C30}"/>
              </a:ext>
            </a:extLst>
          </p:cNvPr>
          <p:cNvGraphicFramePr>
            <a:graphicFrameLocks noChangeAspect="1"/>
          </p:cNvGraphicFramePr>
          <p:nvPr>
            <p:extLst>
              <p:ext uri="{D42A27DB-BD31-4B8C-83A1-F6EECF244321}">
                <p14:modId xmlns:p14="http://schemas.microsoft.com/office/powerpoint/2010/main" val="3268655357"/>
              </p:ext>
            </p:extLst>
          </p:nvPr>
        </p:nvGraphicFramePr>
        <p:xfrm>
          <a:off x="1330958" y="5600769"/>
          <a:ext cx="906425" cy="353727"/>
        </p:xfrm>
        <a:graphic>
          <a:graphicData uri="http://schemas.openxmlformats.org/presentationml/2006/ole">
            <mc:AlternateContent xmlns:mc="http://schemas.openxmlformats.org/markup-compatibility/2006">
              <mc:Choice xmlns:v="urn:schemas-microsoft-com:vml" Requires="v">
                <p:oleObj name="Equation" r:id="rId27" imgW="520560" imgH="203040" progId="Equation.DSMT4">
                  <p:embed/>
                </p:oleObj>
              </mc:Choice>
              <mc:Fallback>
                <p:oleObj name="Equation" r:id="rId27" imgW="520560" imgH="203040" progId="Equation.DSMT4">
                  <p:embed/>
                  <p:pic>
                    <p:nvPicPr>
                      <p:cNvPr id="0" name=""/>
                      <p:cNvPicPr/>
                      <p:nvPr/>
                    </p:nvPicPr>
                    <p:blipFill>
                      <a:blip r:embed="rId28"/>
                      <a:stretch>
                        <a:fillRect/>
                      </a:stretch>
                    </p:blipFill>
                    <p:spPr>
                      <a:xfrm>
                        <a:off x="1330958" y="5600769"/>
                        <a:ext cx="906425" cy="353727"/>
                      </a:xfrm>
                      <a:prstGeom prst="rect">
                        <a:avLst/>
                      </a:prstGeom>
                    </p:spPr>
                  </p:pic>
                </p:oleObj>
              </mc:Fallback>
            </mc:AlternateContent>
          </a:graphicData>
        </a:graphic>
      </p:graphicFrame>
      <p:graphicFrame>
        <p:nvGraphicFramePr>
          <p:cNvPr id="34" name="对象 33">
            <a:extLst>
              <a:ext uri="{FF2B5EF4-FFF2-40B4-BE49-F238E27FC236}">
                <a16:creationId xmlns:a16="http://schemas.microsoft.com/office/drawing/2014/main" id="{B0861591-1C88-219E-9010-CB160A2A5FB3}"/>
              </a:ext>
            </a:extLst>
          </p:cNvPr>
          <p:cNvGraphicFramePr>
            <a:graphicFrameLocks noChangeAspect="1"/>
          </p:cNvGraphicFramePr>
          <p:nvPr>
            <p:extLst>
              <p:ext uri="{D42A27DB-BD31-4B8C-83A1-F6EECF244321}">
                <p14:modId xmlns:p14="http://schemas.microsoft.com/office/powerpoint/2010/main" val="1024189029"/>
              </p:ext>
            </p:extLst>
          </p:nvPr>
        </p:nvGraphicFramePr>
        <p:xfrm>
          <a:off x="4860403" y="6088447"/>
          <a:ext cx="1364293" cy="335826"/>
        </p:xfrm>
        <a:graphic>
          <a:graphicData uri="http://schemas.openxmlformats.org/presentationml/2006/ole">
            <mc:AlternateContent xmlns:mc="http://schemas.openxmlformats.org/markup-compatibility/2006">
              <mc:Choice xmlns:v="urn:schemas-microsoft-com:vml" Requires="v">
                <p:oleObj name="Equation" r:id="rId29" imgW="825480" imgH="203040" progId="Equation.DSMT4">
                  <p:embed/>
                </p:oleObj>
              </mc:Choice>
              <mc:Fallback>
                <p:oleObj name="Equation" r:id="rId29" imgW="825480" imgH="203040" progId="Equation.DSMT4">
                  <p:embed/>
                  <p:pic>
                    <p:nvPicPr>
                      <p:cNvPr id="0" name=""/>
                      <p:cNvPicPr/>
                      <p:nvPr/>
                    </p:nvPicPr>
                    <p:blipFill>
                      <a:blip r:embed="rId30"/>
                      <a:stretch>
                        <a:fillRect/>
                      </a:stretch>
                    </p:blipFill>
                    <p:spPr>
                      <a:xfrm>
                        <a:off x="4860403" y="6088447"/>
                        <a:ext cx="1364293" cy="335826"/>
                      </a:xfrm>
                      <a:prstGeom prst="rect">
                        <a:avLst/>
                      </a:prstGeom>
                    </p:spPr>
                  </p:pic>
                </p:oleObj>
              </mc:Fallback>
            </mc:AlternateContent>
          </a:graphicData>
        </a:graphic>
      </p:graphicFrame>
      <p:sp>
        <p:nvSpPr>
          <p:cNvPr id="36" name="文本框 35">
            <a:extLst>
              <a:ext uri="{FF2B5EF4-FFF2-40B4-BE49-F238E27FC236}">
                <a16:creationId xmlns:a16="http://schemas.microsoft.com/office/drawing/2014/main" id="{17AB859C-B1AC-6311-46E9-95E99CD67815}"/>
              </a:ext>
            </a:extLst>
          </p:cNvPr>
          <p:cNvSpPr txBox="1"/>
          <p:nvPr/>
        </p:nvSpPr>
        <p:spPr>
          <a:xfrm>
            <a:off x="6341883" y="4050151"/>
            <a:ext cx="918969" cy="369332"/>
          </a:xfrm>
          <a:prstGeom prst="rect">
            <a:avLst/>
          </a:prstGeom>
          <a:noFill/>
        </p:spPr>
        <p:txBody>
          <a:bodyPr wrap="square">
            <a:spAutoFit/>
          </a:bodyPr>
          <a:lstStyle/>
          <a:p>
            <a:r>
              <a:rPr lang="en-US" altLang="zh-CN" kern="1000" dirty="0">
                <a:latin typeface="Times New Roman" panose="02020603050405020304" pitchFamily="18" charset="0"/>
                <a:ea typeface="宋体" panose="02010600030101010101" pitchFamily="2" charset="-122"/>
                <a:cs typeface="Times New Roman" panose="02020603050405020304" pitchFamily="18" charset="0"/>
              </a:rPr>
              <a:t>(2.56)</a:t>
            </a:r>
            <a:endParaRPr lang="zh-CN" altLang="en-US" dirty="0"/>
          </a:p>
        </p:txBody>
      </p:sp>
    </p:spTree>
    <p:extLst>
      <p:ext uri="{BB962C8B-B14F-4D97-AF65-F5344CB8AC3E}">
        <p14:creationId xmlns:p14="http://schemas.microsoft.com/office/powerpoint/2010/main" val="4231791313"/>
      </p:ext>
    </p:extLst>
  </p:cSld>
  <p:clrMapOvr>
    <a:masterClrMapping/>
  </p:clrMapOvr>
  <p:transition advTm="18857"/>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F8B2673-EF54-F02B-DAE3-F4EE42F8E3BD}"/>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31BA4CD5-A344-8A36-C781-3183E6C79AF0}"/>
              </a:ext>
            </a:extLst>
          </p:cNvPr>
          <p:cNvSpPr txBox="1"/>
          <p:nvPr/>
        </p:nvSpPr>
        <p:spPr>
          <a:xfrm>
            <a:off x="271021" y="898767"/>
            <a:ext cx="6122708" cy="5029390"/>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等式两端平方可得</a:t>
            </a: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亦可写成</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从而可以推出</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把该式与式</a:t>
            </a:r>
            <a:r>
              <a:rPr lang="en-US" altLang="zh-CN" dirty="0">
                <a:latin typeface="微软雅黑" panose="020B0503020204020204" pitchFamily="34" charset="-122"/>
                <a:ea typeface="微软雅黑" panose="020B0503020204020204" pitchFamily="34" charset="-122"/>
              </a:rPr>
              <a:t>(2.55)</a:t>
            </a:r>
            <a:r>
              <a:rPr lang="zh-CN" altLang="en-US" dirty="0">
                <a:latin typeface="微软雅黑" panose="020B0503020204020204" pitchFamily="34" charset="-122"/>
                <a:ea typeface="微软雅黑" panose="020B0503020204020204" pitchFamily="34" charset="-122"/>
              </a:rPr>
              <a:t>相除，可得</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上式亦可写成</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化简上式，得到</a:t>
            </a:r>
            <a:endParaRPr lang="en-US" altLang="zh-CN" dirty="0">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769F5196-C504-43B3-63BE-91198428AD5F}"/>
              </a:ext>
            </a:extLst>
          </p:cNvPr>
          <p:cNvGraphicFramePr>
            <a:graphicFrameLocks noChangeAspect="1"/>
          </p:cNvGraphicFramePr>
          <p:nvPr>
            <p:extLst>
              <p:ext uri="{D42A27DB-BD31-4B8C-83A1-F6EECF244321}">
                <p14:modId xmlns:p14="http://schemas.microsoft.com/office/powerpoint/2010/main" val="1609661438"/>
              </p:ext>
            </p:extLst>
          </p:nvPr>
        </p:nvGraphicFramePr>
        <p:xfrm>
          <a:off x="3570793" y="1011672"/>
          <a:ext cx="2689885" cy="362921"/>
        </p:xfrm>
        <a:graphic>
          <a:graphicData uri="http://schemas.openxmlformats.org/presentationml/2006/ole">
            <mc:AlternateContent xmlns:mc="http://schemas.openxmlformats.org/markup-compatibility/2006">
              <mc:Choice xmlns:v="urn:schemas-microsoft-com:vml" Requires="v">
                <p:oleObj name="Equation" r:id="rId3" imgW="1600200" imgH="215640" progId="Equation.DSMT4">
                  <p:embed/>
                </p:oleObj>
              </mc:Choice>
              <mc:Fallback>
                <p:oleObj name="Equation" r:id="rId3" imgW="1600200" imgH="215640" progId="Equation.DSMT4">
                  <p:embed/>
                  <p:pic>
                    <p:nvPicPr>
                      <p:cNvPr id="0" name=""/>
                      <p:cNvPicPr/>
                      <p:nvPr/>
                    </p:nvPicPr>
                    <p:blipFill>
                      <a:blip r:embed="rId4"/>
                      <a:stretch>
                        <a:fillRect/>
                      </a:stretch>
                    </p:blipFill>
                    <p:spPr>
                      <a:xfrm>
                        <a:off x="3570793" y="1011672"/>
                        <a:ext cx="2689885" cy="36292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184A5F25-D490-D6BD-9AAE-E1CE22209FBB}"/>
              </a:ext>
            </a:extLst>
          </p:cNvPr>
          <p:cNvGraphicFramePr>
            <a:graphicFrameLocks noChangeAspect="1"/>
          </p:cNvGraphicFramePr>
          <p:nvPr>
            <p:extLst>
              <p:ext uri="{D42A27DB-BD31-4B8C-83A1-F6EECF244321}">
                <p14:modId xmlns:p14="http://schemas.microsoft.com/office/powerpoint/2010/main" val="4037997383"/>
              </p:ext>
            </p:extLst>
          </p:nvPr>
        </p:nvGraphicFramePr>
        <p:xfrm>
          <a:off x="2695905" y="1410254"/>
          <a:ext cx="5358407" cy="362920"/>
        </p:xfrm>
        <a:graphic>
          <a:graphicData uri="http://schemas.openxmlformats.org/presentationml/2006/ole">
            <mc:AlternateContent xmlns:mc="http://schemas.openxmlformats.org/markup-compatibility/2006">
              <mc:Choice xmlns:v="urn:schemas-microsoft-com:vml" Requires="v">
                <p:oleObj name="Equation" r:id="rId5" imgW="3187440" imgH="215640" progId="Equation.DSMT4">
                  <p:embed/>
                </p:oleObj>
              </mc:Choice>
              <mc:Fallback>
                <p:oleObj name="Equation" r:id="rId5" imgW="3187440" imgH="215640" progId="Equation.DSMT4">
                  <p:embed/>
                  <p:pic>
                    <p:nvPicPr>
                      <p:cNvPr id="0" name=""/>
                      <p:cNvPicPr/>
                      <p:nvPr/>
                    </p:nvPicPr>
                    <p:blipFill>
                      <a:blip r:embed="rId6"/>
                      <a:stretch>
                        <a:fillRect/>
                      </a:stretch>
                    </p:blipFill>
                    <p:spPr>
                      <a:xfrm>
                        <a:off x="2695905" y="1410254"/>
                        <a:ext cx="5358407" cy="36292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BC9FDD4-EA6F-EA01-21E0-A28813526EAF}"/>
              </a:ext>
            </a:extLst>
          </p:cNvPr>
          <p:cNvGraphicFramePr>
            <a:graphicFrameLocks noChangeAspect="1"/>
          </p:cNvGraphicFramePr>
          <p:nvPr>
            <p:extLst>
              <p:ext uri="{D42A27DB-BD31-4B8C-83A1-F6EECF244321}">
                <p14:modId xmlns:p14="http://schemas.microsoft.com/office/powerpoint/2010/main" val="1101734686"/>
              </p:ext>
            </p:extLst>
          </p:nvPr>
        </p:nvGraphicFramePr>
        <p:xfrm>
          <a:off x="3497734" y="1874841"/>
          <a:ext cx="3515478" cy="349492"/>
        </p:xfrm>
        <a:graphic>
          <a:graphicData uri="http://schemas.openxmlformats.org/presentationml/2006/ole">
            <mc:AlternateContent xmlns:mc="http://schemas.openxmlformats.org/markup-compatibility/2006">
              <mc:Choice xmlns:v="urn:schemas-microsoft-com:vml" Requires="v">
                <p:oleObj name="Equation" r:id="rId7" imgW="2171520" imgH="215640" progId="Equation.DSMT4">
                  <p:embed/>
                </p:oleObj>
              </mc:Choice>
              <mc:Fallback>
                <p:oleObj name="Equation" r:id="rId7" imgW="2171520" imgH="215640" progId="Equation.DSMT4">
                  <p:embed/>
                  <p:pic>
                    <p:nvPicPr>
                      <p:cNvPr id="0" name=""/>
                      <p:cNvPicPr/>
                      <p:nvPr/>
                    </p:nvPicPr>
                    <p:blipFill>
                      <a:blip r:embed="rId8"/>
                      <a:stretch>
                        <a:fillRect/>
                      </a:stretch>
                    </p:blipFill>
                    <p:spPr>
                      <a:xfrm>
                        <a:off x="3497734" y="1874841"/>
                        <a:ext cx="3515478" cy="34949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1899B69F-B0A6-F0DD-5936-F1096BFA420A}"/>
              </a:ext>
            </a:extLst>
          </p:cNvPr>
          <p:cNvGraphicFramePr>
            <a:graphicFrameLocks noChangeAspect="1"/>
          </p:cNvGraphicFramePr>
          <p:nvPr>
            <p:extLst>
              <p:ext uri="{D42A27DB-BD31-4B8C-83A1-F6EECF244321}">
                <p14:modId xmlns:p14="http://schemas.microsoft.com/office/powerpoint/2010/main" val="109258552"/>
              </p:ext>
            </p:extLst>
          </p:nvPr>
        </p:nvGraphicFramePr>
        <p:xfrm>
          <a:off x="3497724" y="2326000"/>
          <a:ext cx="3515468" cy="349491"/>
        </p:xfrm>
        <a:graphic>
          <a:graphicData uri="http://schemas.openxmlformats.org/presentationml/2006/ole">
            <mc:AlternateContent xmlns:mc="http://schemas.openxmlformats.org/markup-compatibility/2006">
              <mc:Choice xmlns:v="urn:schemas-microsoft-com:vml" Requires="v">
                <p:oleObj name="Equation" r:id="rId9" imgW="2171520" imgH="215640" progId="Equation.DSMT4">
                  <p:embed/>
                </p:oleObj>
              </mc:Choice>
              <mc:Fallback>
                <p:oleObj name="Equation" r:id="rId9" imgW="2171520" imgH="215640" progId="Equation.DSMT4">
                  <p:embed/>
                  <p:pic>
                    <p:nvPicPr>
                      <p:cNvPr id="0" name=""/>
                      <p:cNvPicPr/>
                      <p:nvPr/>
                    </p:nvPicPr>
                    <p:blipFill>
                      <a:blip r:embed="rId10"/>
                      <a:stretch>
                        <a:fillRect/>
                      </a:stretch>
                    </p:blipFill>
                    <p:spPr>
                      <a:xfrm>
                        <a:off x="3497724" y="2326000"/>
                        <a:ext cx="3515468" cy="34949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15BFEB20-E0AC-E48E-3D23-3DA9CDFC24C7}"/>
              </a:ext>
            </a:extLst>
          </p:cNvPr>
          <p:cNvGraphicFramePr>
            <a:graphicFrameLocks noChangeAspect="1"/>
          </p:cNvGraphicFramePr>
          <p:nvPr>
            <p:extLst>
              <p:ext uri="{D42A27DB-BD31-4B8C-83A1-F6EECF244321}">
                <p14:modId xmlns:p14="http://schemas.microsoft.com/office/powerpoint/2010/main" val="2491439549"/>
              </p:ext>
            </p:extLst>
          </p:nvPr>
        </p:nvGraphicFramePr>
        <p:xfrm>
          <a:off x="2175824" y="2798998"/>
          <a:ext cx="2349429" cy="362920"/>
        </p:xfrm>
        <a:graphic>
          <a:graphicData uri="http://schemas.openxmlformats.org/presentationml/2006/ole">
            <mc:AlternateContent xmlns:mc="http://schemas.openxmlformats.org/markup-compatibility/2006">
              <mc:Choice xmlns:v="urn:schemas-microsoft-com:vml" Requires="v">
                <p:oleObj name="Equation" r:id="rId11" imgW="1562040" imgH="241200" progId="Equation.DSMT4">
                  <p:embed/>
                </p:oleObj>
              </mc:Choice>
              <mc:Fallback>
                <p:oleObj name="Equation" r:id="rId11" imgW="1562040" imgH="241200" progId="Equation.DSMT4">
                  <p:embed/>
                  <p:pic>
                    <p:nvPicPr>
                      <p:cNvPr id="0" name=""/>
                      <p:cNvPicPr/>
                      <p:nvPr/>
                    </p:nvPicPr>
                    <p:blipFill>
                      <a:blip r:embed="rId12"/>
                      <a:stretch>
                        <a:fillRect/>
                      </a:stretch>
                    </p:blipFill>
                    <p:spPr>
                      <a:xfrm>
                        <a:off x="2175824" y="2798998"/>
                        <a:ext cx="2349429" cy="36292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1C1CCBB1-941E-98B0-0336-D8FDF597CC2B}"/>
              </a:ext>
            </a:extLst>
          </p:cNvPr>
          <p:cNvSpPr txBox="1"/>
          <p:nvPr/>
        </p:nvSpPr>
        <p:spPr>
          <a:xfrm>
            <a:off x="4810527" y="2802262"/>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为正值时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2" name="对象 11">
            <a:extLst>
              <a:ext uri="{FF2B5EF4-FFF2-40B4-BE49-F238E27FC236}">
                <a16:creationId xmlns:a16="http://schemas.microsoft.com/office/drawing/2014/main" id="{E4BEE8B7-CFD4-F41D-E281-DFEF7C1A9E71}"/>
              </a:ext>
            </a:extLst>
          </p:cNvPr>
          <p:cNvGraphicFramePr>
            <a:graphicFrameLocks noChangeAspect="1"/>
          </p:cNvGraphicFramePr>
          <p:nvPr>
            <p:extLst>
              <p:ext uri="{D42A27DB-BD31-4B8C-83A1-F6EECF244321}">
                <p14:modId xmlns:p14="http://schemas.microsoft.com/office/powerpoint/2010/main" val="2472328884"/>
              </p:ext>
            </p:extLst>
          </p:nvPr>
        </p:nvGraphicFramePr>
        <p:xfrm>
          <a:off x="5171688" y="2761933"/>
          <a:ext cx="281642" cy="409661"/>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16" name="对象 15">
                        <a:extLst>
                          <a:ext uri="{FF2B5EF4-FFF2-40B4-BE49-F238E27FC236}">
                            <a16:creationId xmlns:a16="http://schemas.microsoft.com/office/drawing/2014/main" id="{6586E208-7186-F3A1-46DB-2238D89094C0}"/>
                          </a:ext>
                        </a:extLst>
                      </p:cNvPr>
                      <p:cNvPicPr/>
                      <p:nvPr/>
                    </p:nvPicPr>
                    <p:blipFill>
                      <a:blip r:embed="rId14"/>
                      <a:stretch>
                        <a:fillRect/>
                      </a:stretch>
                    </p:blipFill>
                    <p:spPr>
                      <a:xfrm>
                        <a:off x="5171688" y="2761933"/>
                        <a:ext cx="281642" cy="409661"/>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F7A9AFDB-5B4E-C37A-0E48-3CD1CAD56C80}"/>
              </a:ext>
            </a:extLst>
          </p:cNvPr>
          <p:cNvGraphicFramePr>
            <a:graphicFrameLocks noChangeAspect="1"/>
          </p:cNvGraphicFramePr>
          <p:nvPr>
            <p:extLst>
              <p:ext uri="{D42A27DB-BD31-4B8C-83A1-F6EECF244321}">
                <p14:modId xmlns:p14="http://schemas.microsoft.com/office/powerpoint/2010/main" val="2844431718"/>
              </p:ext>
            </p:extLst>
          </p:nvPr>
        </p:nvGraphicFramePr>
        <p:xfrm>
          <a:off x="2175823" y="3390721"/>
          <a:ext cx="2349429" cy="362920"/>
        </p:xfrm>
        <a:graphic>
          <a:graphicData uri="http://schemas.openxmlformats.org/presentationml/2006/ole">
            <mc:AlternateContent xmlns:mc="http://schemas.openxmlformats.org/markup-compatibility/2006">
              <mc:Choice xmlns:v="urn:schemas-microsoft-com:vml" Requires="v">
                <p:oleObj name="Equation" r:id="rId15" imgW="1562040" imgH="241200" progId="Equation.DSMT4">
                  <p:embed/>
                </p:oleObj>
              </mc:Choice>
              <mc:Fallback>
                <p:oleObj name="Equation" r:id="rId15" imgW="1562040" imgH="241200" progId="Equation.DSMT4">
                  <p:embed/>
                  <p:pic>
                    <p:nvPicPr>
                      <p:cNvPr id="0" name=""/>
                      <p:cNvPicPr/>
                      <p:nvPr/>
                    </p:nvPicPr>
                    <p:blipFill>
                      <a:blip r:embed="rId16"/>
                      <a:stretch>
                        <a:fillRect/>
                      </a:stretch>
                    </p:blipFill>
                    <p:spPr>
                      <a:xfrm>
                        <a:off x="2175823" y="3390721"/>
                        <a:ext cx="2349429" cy="362920"/>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5BD5E2B4-AE7C-639A-6009-3B211CC0D76A}"/>
              </a:ext>
            </a:extLst>
          </p:cNvPr>
          <p:cNvSpPr txBox="1"/>
          <p:nvPr/>
        </p:nvSpPr>
        <p:spPr>
          <a:xfrm>
            <a:off x="4659715" y="3429000"/>
            <a:ext cx="675614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zh-CN" altLang="en-US" kern="1000" dirty="0">
                <a:latin typeface="Times New Roman" panose="02020603050405020304" pitchFamily="18" charset="0"/>
                <a:ea typeface="宋体" panose="02010600030101010101" pitchFamily="2" charset="-122"/>
                <a:cs typeface="Times New Roman" panose="02020603050405020304" pitchFamily="18" charset="0"/>
              </a:rPr>
              <a:t>由式</a:t>
            </a:r>
            <a:r>
              <a:rPr lang="en-US" altLang="zh-CN" kern="1000" dirty="0">
                <a:latin typeface="Times New Roman" panose="02020603050405020304" pitchFamily="18" charset="0"/>
                <a:ea typeface="宋体" panose="02010600030101010101" pitchFamily="2" charset="-122"/>
                <a:cs typeface="Times New Roman" panose="02020603050405020304" pitchFamily="18" charset="0"/>
              </a:rPr>
              <a:t>(2.56)</a:t>
            </a:r>
            <a:r>
              <a:rPr lang="zh-CN" altLang="en-US" kern="1000" dirty="0">
                <a:latin typeface="Times New Roman" panose="02020603050405020304" pitchFamily="18" charset="0"/>
                <a:ea typeface="宋体" panose="02010600030101010101" pitchFamily="2" charset="-122"/>
                <a:cs typeface="Times New Roman" panose="02020603050405020304" pitchFamily="18" charset="0"/>
              </a:rPr>
              <a:t>可以确定两者之间的关系</a:t>
            </a:r>
            <a:r>
              <a:rPr lang="en-US" altLang="zh-CN" kern="10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kern="10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7" name="对象 16">
            <a:extLst>
              <a:ext uri="{FF2B5EF4-FFF2-40B4-BE49-F238E27FC236}">
                <a16:creationId xmlns:a16="http://schemas.microsoft.com/office/drawing/2014/main" id="{80908612-61CE-BC7C-A4CF-D8B60B0475E5}"/>
              </a:ext>
            </a:extLst>
          </p:cNvPr>
          <p:cNvGraphicFramePr>
            <a:graphicFrameLocks noChangeAspect="1"/>
          </p:cNvGraphicFramePr>
          <p:nvPr>
            <p:extLst>
              <p:ext uri="{D42A27DB-BD31-4B8C-83A1-F6EECF244321}">
                <p14:modId xmlns:p14="http://schemas.microsoft.com/office/powerpoint/2010/main" val="3890158462"/>
              </p:ext>
            </p:extLst>
          </p:nvPr>
        </p:nvGraphicFramePr>
        <p:xfrm>
          <a:off x="4973816" y="3343980"/>
          <a:ext cx="281642" cy="409661"/>
        </p:xfrm>
        <a:graphic>
          <a:graphicData uri="http://schemas.openxmlformats.org/presentationml/2006/ole">
            <mc:AlternateContent xmlns:mc="http://schemas.openxmlformats.org/markup-compatibility/2006">
              <mc:Choice xmlns:v="urn:schemas-microsoft-com:vml" Requires="v">
                <p:oleObj name="Equation" r:id="rId17" imgW="139680" imgH="203040" progId="Equation.DSMT4">
                  <p:embed/>
                </p:oleObj>
              </mc:Choice>
              <mc:Fallback>
                <p:oleObj name="Equation" r:id="rId17" imgW="139680" imgH="203040" progId="Equation.DSMT4">
                  <p:embed/>
                  <p:pic>
                    <p:nvPicPr>
                      <p:cNvPr id="12" name="对象 11">
                        <a:extLst>
                          <a:ext uri="{FF2B5EF4-FFF2-40B4-BE49-F238E27FC236}">
                            <a16:creationId xmlns:a16="http://schemas.microsoft.com/office/drawing/2014/main" id="{E4BEE8B7-CFD4-F41D-E281-DFEF7C1A9E71}"/>
                          </a:ext>
                        </a:extLst>
                      </p:cNvPr>
                      <p:cNvPicPr/>
                      <p:nvPr/>
                    </p:nvPicPr>
                    <p:blipFill>
                      <a:blip r:embed="rId14"/>
                      <a:stretch>
                        <a:fillRect/>
                      </a:stretch>
                    </p:blipFill>
                    <p:spPr>
                      <a:xfrm>
                        <a:off x="4973816" y="3343980"/>
                        <a:ext cx="281642" cy="409661"/>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89364593-4B34-D3A9-2C1A-EA8136EBAE79}"/>
              </a:ext>
            </a:extLst>
          </p:cNvPr>
          <p:cNvGraphicFramePr>
            <a:graphicFrameLocks noChangeAspect="1"/>
          </p:cNvGraphicFramePr>
          <p:nvPr>
            <p:extLst>
              <p:ext uri="{D42A27DB-BD31-4B8C-83A1-F6EECF244321}">
                <p14:modId xmlns:p14="http://schemas.microsoft.com/office/powerpoint/2010/main" val="2749906370"/>
              </p:ext>
            </p:extLst>
          </p:nvPr>
        </p:nvGraphicFramePr>
        <p:xfrm>
          <a:off x="3769960" y="4022588"/>
          <a:ext cx="2253768" cy="608160"/>
        </p:xfrm>
        <a:graphic>
          <a:graphicData uri="http://schemas.openxmlformats.org/presentationml/2006/ole">
            <mc:AlternateContent xmlns:mc="http://schemas.openxmlformats.org/markup-compatibility/2006">
              <mc:Choice xmlns:v="urn:schemas-microsoft-com:vml" Requires="v">
                <p:oleObj name="Equation" r:id="rId18" imgW="1600200" imgH="431640" progId="Equation.DSMT4">
                  <p:embed/>
                </p:oleObj>
              </mc:Choice>
              <mc:Fallback>
                <p:oleObj name="Equation" r:id="rId18" imgW="1600200" imgH="431640" progId="Equation.DSMT4">
                  <p:embed/>
                  <p:pic>
                    <p:nvPicPr>
                      <p:cNvPr id="0" name=""/>
                      <p:cNvPicPr/>
                      <p:nvPr/>
                    </p:nvPicPr>
                    <p:blipFill>
                      <a:blip r:embed="rId19"/>
                      <a:stretch>
                        <a:fillRect/>
                      </a:stretch>
                    </p:blipFill>
                    <p:spPr>
                      <a:xfrm>
                        <a:off x="3769960" y="4022588"/>
                        <a:ext cx="2253768" cy="608160"/>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DC0E2255-5FC6-2503-D22A-84211A61C7C4}"/>
              </a:ext>
            </a:extLst>
          </p:cNvPr>
          <p:cNvGraphicFramePr>
            <a:graphicFrameLocks noChangeAspect="1"/>
          </p:cNvGraphicFramePr>
          <p:nvPr>
            <p:extLst>
              <p:ext uri="{D42A27DB-BD31-4B8C-83A1-F6EECF244321}">
                <p14:modId xmlns:p14="http://schemas.microsoft.com/office/powerpoint/2010/main" val="2753906096"/>
              </p:ext>
            </p:extLst>
          </p:nvPr>
        </p:nvGraphicFramePr>
        <p:xfrm>
          <a:off x="6504494" y="4055737"/>
          <a:ext cx="2213008" cy="597161"/>
        </p:xfrm>
        <a:graphic>
          <a:graphicData uri="http://schemas.openxmlformats.org/presentationml/2006/ole">
            <mc:AlternateContent xmlns:mc="http://schemas.openxmlformats.org/markup-compatibility/2006">
              <mc:Choice xmlns:v="urn:schemas-microsoft-com:vml" Requires="v">
                <p:oleObj name="Equation" r:id="rId20" imgW="1600200" imgH="431640" progId="Equation.DSMT4">
                  <p:embed/>
                </p:oleObj>
              </mc:Choice>
              <mc:Fallback>
                <p:oleObj name="Equation" r:id="rId20" imgW="1600200" imgH="431640" progId="Equation.DSMT4">
                  <p:embed/>
                  <p:pic>
                    <p:nvPicPr>
                      <p:cNvPr id="0" name=""/>
                      <p:cNvPicPr/>
                      <p:nvPr/>
                    </p:nvPicPr>
                    <p:blipFill>
                      <a:blip r:embed="rId21"/>
                      <a:stretch>
                        <a:fillRect/>
                      </a:stretch>
                    </p:blipFill>
                    <p:spPr>
                      <a:xfrm>
                        <a:off x="6504494" y="4055737"/>
                        <a:ext cx="2213008" cy="597161"/>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7A161A4B-9673-49A1-8793-2EF63334D5E3}"/>
              </a:ext>
            </a:extLst>
          </p:cNvPr>
          <p:cNvGraphicFramePr>
            <a:graphicFrameLocks noChangeAspect="1"/>
          </p:cNvGraphicFramePr>
          <p:nvPr>
            <p:extLst>
              <p:ext uri="{D42A27DB-BD31-4B8C-83A1-F6EECF244321}">
                <p14:modId xmlns:p14="http://schemas.microsoft.com/office/powerpoint/2010/main" val="1065433193"/>
              </p:ext>
            </p:extLst>
          </p:nvPr>
        </p:nvGraphicFramePr>
        <p:xfrm>
          <a:off x="2089657" y="4838493"/>
          <a:ext cx="2307427" cy="608159"/>
        </p:xfrm>
        <a:graphic>
          <a:graphicData uri="http://schemas.openxmlformats.org/presentationml/2006/ole">
            <mc:AlternateContent xmlns:mc="http://schemas.openxmlformats.org/markup-compatibility/2006">
              <mc:Choice xmlns:v="urn:schemas-microsoft-com:vml" Requires="v">
                <p:oleObj name="Equation" r:id="rId22" imgW="1638000" imgH="431640" progId="Equation.DSMT4">
                  <p:embed/>
                </p:oleObj>
              </mc:Choice>
              <mc:Fallback>
                <p:oleObj name="Equation" r:id="rId22" imgW="1638000" imgH="431640" progId="Equation.DSMT4">
                  <p:embed/>
                  <p:pic>
                    <p:nvPicPr>
                      <p:cNvPr id="0" name=""/>
                      <p:cNvPicPr/>
                      <p:nvPr/>
                    </p:nvPicPr>
                    <p:blipFill>
                      <a:blip r:embed="rId23"/>
                      <a:stretch>
                        <a:fillRect/>
                      </a:stretch>
                    </p:blipFill>
                    <p:spPr>
                      <a:xfrm>
                        <a:off x="2089657" y="4838493"/>
                        <a:ext cx="2307427" cy="608159"/>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E6E1DE4A-16C1-6360-CFD6-1A686EFD52B5}"/>
              </a:ext>
            </a:extLst>
          </p:cNvPr>
          <p:cNvGraphicFramePr>
            <a:graphicFrameLocks noChangeAspect="1"/>
          </p:cNvGraphicFramePr>
          <p:nvPr>
            <p:extLst>
              <p:ext uri="{D42A27DB-BD31-4B8C-83A1-F6EECF244321}">
                <p14:modId xmlns:p14="http://schemas.microsoft.com/office/powerpoint/2010/main" val="3700044243"/>
              </p:ext>
            </p:extLst>
          </p:nvPr>
        </p:nvGraphicFramePr>
        <p:xfrm>
          <a:off x="5407475" y="4881260"/>
          <a:ext cx="2265695" cy="597160"/>
        </p:xfrm>
        <a:graphic>
          <a:graphicData uri="http://schemas.openxmlformats.org/presentationml/2006/ole">
            <mc:AlternateContent xmlns:mc="http://schemas.openxmlformats.org/markup-compatibility/2006">
              <mc:Choice xmlns:v="urn:schemas-microsoft-com:vml" Requires="v">
                <p:oleObj name="Equation" r:id="rId24" imgW="1638000" imgH="431640" progId="Equation.DSMT4">
                  <p:embed/>
                </p:oleObj>
              </mc:Choice>
              <mc:Fallback>
                <p:oleObj name="Equation" r:id="rId24" imgW="1638000" imgH="431640" progId="Equation.DSMT4">
                  <p:embed/>
                  <p:pic>
                    <p:nvPicPr>
                      <p:cNvPr id="0" name=""/>
                      <p:cNvPicPr/>
                      <p:nvPr/>
                    </p:nvPicPr>
                    <p:blipFill>
                      <a:blip r:embed="rId25"/>
                      <a:stretch>
                        <a:fillRect/>
                      </a:stretch>
                    </p:blipFill>
                    <p:spPr>
                      <a:xfrm>
                        <a:off x="5407475" y="4881260"/>
                        <a:ext cx="2265695" cy="597160"/>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D1522017-4202-CEA1-9DE9-6FC3E4C8D1E2}"/>
              </a:ext>
            </a:extLst>
          </p:cNvPr>
          <p:cNvGraphicFramePr>
            <a:graphicFrameLocks noChangeAspect="1"/>
          </p:cNvGraphicFramePr>
          <p:nvPr>
            <p:extLst>
              <p:ext uri="{D42A27DB-BD31-4B8C-83A1-F6EECF244321}">
                <p14:modId xmlns:p14="http://schemas.microsoft.com/office/powerpoint/2010/main" val="415483087"/>
              </p:ext>
            </p:extLst>
          </p:nvPr>
        </p:nvGraphicFramePr>
        <p:xfrm>
          <a:off x="2039381" y="5675281"/>
          <a:ext cx="2212096" cy="1046030"/>
        </p:xfrm>
        <a:graphic>
          <a:graphicData uri="http://schemas.openxmlformats.org/presentationml/2006/ole">
            <mc:AlternateContent xmlns:mc="http://schemas.openxmlformats.org/markup-compatibility/2006">
              <mc:Choice xmlns:v="urn:schemas-microsoft-com:vml" Requires="v">
                <p:oleObj name="Equation" r:id="rId26" imgW="1638000" imgH="774360" progId="Equation.DSMT4">
                  <p:embed/>
                </p:oleObj>
              </mc:Choice>
              <mc:Fallback>
                <p:oleObj name="Equation" r:id="rId26" imgW="1638000" imgH="774360" progId="Equation.DSMT4">
                  <p:embed/>
                  <p:pic>
                    <p:nvPicPr>
                      <p:cNvPr id="0" name=""/>
                      <p:cNvPicPr/>
                      <p:nvPr/>
                    </p:nvPicPr>
                    <p:blipFill>
                      <a:blip r:embed="rId27"/>
                      <a:stretch>
                        <a:fillRect/>
                      </a:stretch>
                    </p:blipFill>
                    <p:spPr>
                      <a:xfrm>
                        <a:off x="2039381" y="5675281"/>
                        <a:ext cx="2212096" cy="1046030"/>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BE123C2B-AEDD-F116-4B91-DA867C4F542F}"/>
              </a:ext>
            </a:extLst>
          </p:cNvPr>
          <p:cNvGraphicFramePr>
            <a:graphicFrameLocks noChangeAspect="1"/>
          </p:cNvGraphicFramePr>
          <p:nvPr>
            <p:extLst>
              <p:ext uri="{D42A27DB-BD31-4B8C-83A1-F6EECF244321}">
                <p14:modId xmlns:p14="http://schemas.microsoft.com/office/powerpoint/2010/main" val="1009127061"/>
              </p:ext>
            </p:extLst>
          </p:nvPr>
        </p:nvGraphicFramePr>
        <p:xfrm>
          <a:off x="4915735" y="5713676"/>
          <a:ext cx="1944918" cy="919690"/>
        </p:xfrm>
        <a:graphic>
          <a:graphicData uri="http://schemas.openxmlformats.org/presentationml/2006/ole">
            <mc:AlternateContent xmlns:mc="http://schemas.openxmlformats.org/markup-compatibility/2006">
              <mc:Choice xmlns:v="urn:schemas-microsoft-com:vml" Requires="v">
                <p:oleObj name="Equation" r:id="rId28" imgW="1638000" imgH="774360" progId="Equation.DSMT4">
                  <p:embed/>
                </p:oleObj>
              </mc:Choice>
              <mc:Fallback>
                <p:oleObj name="Equation" r:id="rId28" imgW="1638000" imgH="774360" progId="Equation.DSMT4">
                  <p:embed/>
                  <p:pic>
                    <p:nvPicPr>
                      <p:cNvPr id="0" name=""/>
                      <p:cNvPicPr/>
                      <p:nvPr/>
                    </p:nvPicPr>
                    <p:blipFill>
                      <a:blip r:embed="rId29"/>
                      <a:stretch>
                        <a:fillRect/>
                      </a:stretch>
                    </p:blipFill>
                    <p:spPr>
                      <a:xfrm>
                        <a:off x="4915735" y="5713676"/>
                        <a:ext cx="1944918" cy="919690"/>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02A8E913-8B97-A8AC-A865-AEEBC20538E3}"/>
              </a:ext>
            </a:extLst>
          </p:cNvPr>
          <p:cNvGraphicFramePr>
            <a:graphicFrameLocks noChangeAspect="1"/>
          </p:cNvGraphicFramePr>
          <p:nvPr>
            <p:extLst>
              <p:ext uri="{D42A27DB-BD31-4B8C-83A1-F6EECF244321}">
                <p14:modId xmlns:p14="http://schemas.microsoft.com/office/powerpoint/2010/main" val="2556727305"/>
              </p:ext>
            </p:extLst>
          </p:nvPr>
        </p:nvGraphicFramePr>
        <p:xfrm>
          <a:off x="7393101" y="5728932"/>
          <a:ext cx="1839380" cy="919690"/>
        </p:xfrm>
        <a:graphic>
          <a:graphicData uri="http://schemas.openxmlformats.org/presentationml/2006/ole">
            <mc:AlternateContent xmlns:mc="http://schemas.openxmlformats.org/markup-compatibility/2006">
              <mc:Choice xmlns:v="urn:schemas-microsoft-com:vml" Requires="v">
                <p:oleObj name="Equation" r:id="rId30" imgW="1549080" imgH="774360" progId="Equation.DSMT4">
                  <p:embed/>
                </p:oleObj>
              </mc:Choice>
              <mc:Fallback>
                <p:oleObj name="Equation" r:id="rId30" imgW="1549080" imgH="774360" progId="Equation.DSMT4">
                  <p:embed/>
                  <p:pic>
                    <p:nvPicPr>
                      <p:cNvPr id="0" name=""/>
                      <p:cNvPicPr/>
                      <p:nvPr/>
                    </p:nvPicPr>
                    <p:blipFill>
                      <a:blip r:embed="rId31"/>
                      <a:stretch>
                        <a:fillRect/>
                      </a:stretch>
                    </p:blipFill>
                    <p:spPr>
                      <a:xfrm>
                        <a:off x="7393101" y="5728932"/>
                        <a:ext cx="1839380" cy="919690"/>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A84A097B-0112-C512-1DD9-CE21A68265E9}"/>
              </a:ext>
            </a:extLst>
          </p:cNvPr>
          <p:cNvGraphicFramePr>
            <a:graphicFrameLocks noChangeAspect="1"/>
          </p:cNvGraphicFramePr>
          <p:nvPr>
            <p:extLst>
              <p:ext uri="{D42A27DB-BD31-4B8C-83A1-F6EECF244321}">
                <p14:modId xmlns:p14="http://schemas.microsoft.com/office/powerpoint/2010/main" val="2998070254"/>
              </p:ext>
            </p:extLst>
          </p:nvPr>
        </p:nvGraphicFramePr>
        <p:xfrm>
          <a:off x="10152618" y="5935091"/>
          <a:ext cx="1200329" cy="369332"/>
        </p:xfrm>
        <a:graphic>
          <a:graphicData uri="http://schemas.openxmlformats.org/presentationml/2006/ole">
            <mc:AlternateContent xmlns:mc="http://schemas.openxmlformats.org/markup-compatibility/2006">
              <mc:Choice xmlns:v="urn:schemas-microsoft-com:vml" Requires="v">
                <p:oleObj name="Equation" r:id="rId32" imgW="660240" imgH="203040" progId="Equation.DSMT4">
                  <p:embed/>
                </p:oleObj>
              </mc:Choice>
              <mc:Fallback>
                <p:oleObj name="Equation" r:id="rId32" imgW="660240" imgH="203040" progId="Equation.DSMT4">
                  <p:embed/>
                  <p:pic>
                    <p:nvPicPr>
                      <p:cNvPr id="0" name=""/>
                      <p:cNvPicPr/>
                      <p:nvPr/>
                    </p:nvPicPr>
                    <p:blipFill>
                      <a:blip r:embed="rId33"/>
                      <a:stretch>
                        <a:fillRect/>
                      </a:stretch>
                    </p:blipFill>
                    <p:spPr>
                      <a:xfrm>
                        <a:off x="10152618" y="5935091"/>
                        <a:ext cx="1200329" cy="369332"/>
                      </a:xfrm>
                      <a:prstGeom prst="rect">
                        <a:avLst/>
                      </a:prstGeom>
                    </p:spPr>
                  </p:pic>
                </p:oleObj>
              </mc:Fallback>
            </mc:AlternateContent>
          </a:graphicData>
        </a:graphic>
      </p:graphicFrame>
    </p:spTree>
    <p:extLst>
      <p:ext uri="{BB962C8B-B14F-4D97-AF65-F5344CB8AC3E}">
        <p14:creationId xmlns:p14="http://schemas.microsoft.com/office/powerpoint/2010/main" val="3175616464"/>
      </p:ext>
    </p:extLst>
  </p:cSld>
  <p:clrMapOvr>
    <a:masterClrMapping/>
  </p:clrMapOvr>
  <p:transition advTm="18857"/>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5607736-590D-CF9A-1DBB-DB4DF4148BAE}"/>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graphicFrame>
        <p:nvGraphicFramePr>
          <p:cNvPr id="3" name="对象 2">
            <a:extLst>
              <a:ext uri="{FF2B5EF4-FFF2-40B4-BE49-F238E27FC236}">
                <a16:creationId xmlns:a16="http://schemas.microsoft.com/office/drawing/2014/main" id="{44BAA59E-8A51-049B-EAB1-EF7E292DA15C}"/>
              </a:ext>
            </a:extLst>
          </p:cNvPr>
          <p:cNvGraphicFramePr>
            <a:graphicFrameLocks noChangeAspect="1"/>
          </p:cNvGraphicFramePr>
          <p:nvPr>
            <p:extLst>
              <p:ext uri="{D42A27DB-BD31-4B8C-83A1-F6EECF244321}">
                <p14:modId xmlns:p14="http://schemas.microsoft.com/office/powerpoint/2010/main" val="3391496847"/>
              </p:ext>
            </p:extLst>
          </p:nvPr>
        </p:nvGraphicFramePr>
        <p:xfrm>
          <a:off x="2821821" y="1013300"/>
          <a:ext cx="2243227" cy="956901"/>
        </p:xfrm>
        <a:graphic>
          <a:graphicData uri="http://schemas.openxmlformats.org/presentationml/2006/ole">
            <mc:AlternateContent xmlns:mc="http://schemas.openxmlformats.org/markup-compatibility/2006">
              <mc:Choice xmlns:v="urn:schemas-microsoft-com:vml" Requires="v">
                <p:oleObj name="Equation" r:id="rId3" imgW="1815840" imgH="774360" progId="Equation.DSMT4">
                  <p:embed/>
                </p:oleObj>
              </mc:Choice>
              <mc:Fallback>
                <p:oleObj name="Equation" r:id="rId3" imgW="1815840" imgH="774360" progId="Equation.DSMT4">
                  <p:embed/>
                  <p:pic>
                    <p:nvPicPr>
                      <p:cNvPr id="0" name=""/>
                      <p:cNvPicPr/>
                      <p:nvPr/>
                    </p:nvPicPr>
                    <p:blipFill>
                      <a:blip r:embed="rId4"/>
                      <a:stretch>
                        <a:fillRect/>
                      </a:stretch>
                    </p:blipFill>
                    <p:spPr>
                      <a:xfrm>
                        <a:off x="2821821" y="1013300"/>
                        <a:ext cx="2243227" cy="956901"/>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44F69549-2554-2D02-0890-39A988D11542}"/>
              </a:ext>
            </a:extLst>
          </p:cNvPr>
          <p:cNvSpPr txBox="1"/>
          <p:nvPr/>
        </p:nvSpPr>
        <p:spPr>
          <a:xfrm>
            <a:off x="5611805" y="1256266"/>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5" name="对象 4">
            <a:extLst>
              <a:ext uri="{FF2B5EF4-FFF2-40B4-BE49-F238E27FC236}">
                <a16:creationId xmlns:a16="http://schemas.microsoft.com/office/drawing/2014/main" id="{C58D63A0-3183-A133-9D79-19B1B8BE5B0C}"/>
              </a:ext>
            </a:extLst>
          </p:cNvPr>
          <p:cNvGraphicFramePr>
            <a:graphicFrameLocks noChangeAspect="1"/>
          </p:cNvGraphicFramePr>
          <p:nvPr>
            <p:extLst>
              <p:ext uri="{D42A27DB-BD31-4B8C-83A1-F6EECF244321}">
                <p14:modId xmlns:p14="http://schemas.microsoft.com/office/powerpoint/2010/main" val="3649658886"/>
              </p:ext>
            </p:extLst>
          </p:nvPr>
        </p:nvGraphicFramePr>
        <p:xfrm>
          <a:off x="5972966" y="1215937"/>
          <a:ext cx="281642" cy="409661"/>
        </p:xfrm>
        <a:graphic>
          <a:graphicData uri="http://schemas.openxmlformats.org/presentationml/2006/ole">
            <mc:AlternateContent xmlns:mc="http://schemas.openxmlformats.org/markup-compatibility/2006">
              <mc:Choice xmlns:v="urn:schemas-microsoft-com:vml" Requires="v">
                <p:oleObj name="Equation" r:id="rId5" imgW="139680" imgH="203040" progId="Equation.DSMT4">
                  <p:embed/>
                </p:oleObj>
              </mc:Choice>
              <mc:Fallback>
                <p:oleObj name="Equation" r:id="rId5" imgW="139680" imgH="203040" progId="Equation.DSMT4">
                  <p:embed/>
                  <p:pic>
                    <p:nvPicPr>
                      <p:cNvPr id="12" name="对象 11">
                        <a:extLst>
                          <a:ext uri="{FF2B5EF4-FFF2-40B4-BE49-F238E27FC236}">
                            <a16:creationId xmlns:a16="http://schemas.microsoft.com/office/drawing/2014/main" id="{E4BEE8B7-CFD4-F41D-E281-DFEF7C1A9E71}"/>
                          </a:ext>
                        </a:extLst>
                      </p:cNvPr>
                      <p:cNvPicPr/>
                      <p:nvPr/>
                    </p:nvPicPr>
                    <p:blipFill>
                      <a:blip r:embed="rId6"/>
                      <a:stretch>
                        <a:fillRect/>
                      </a:stretch>
                    </p:blipFill>
                    <p:spPr>
                      <a:xfrm>
                        <a:off x="5972966" y="1215937"/>
                        <a:ext cx="281642" cy="409661"/>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DAB0D4D6-E276-4588-808F-A85AA185A59B}"/>
              </a:ext>
            </a:extLst>
          </p:cNvPr>
          <p:cNvSpPr txBox="1"/>
          <p:nvPr/>
        </p:nvSpPr>
        <p:spPr>
          <a:xfrm>
            <a:off x="133366" y="2050130"/>
            <a:ext cx="6122708" cy="458908"/>
          </a:xfrm>
          <a:prstGeom prst="rect">
            <a:avLst/>
          </a:prstGeom>
          <a:noFill/>
        </p:spPr>
        <p:txBody>
          <a:bodyPr wrap="square">
            <a:spAutoFit/>
          </a:bodyPr>
          <a:lstStyle/>
          <a:p>
            <a:pPr indent="269875" algn="just">
              <a:lnSpc>
                <a:spcPct val="150000"/>
              </a:lnSpc>
            </a:pPr>
            <a:r>
              <a:rPr lang="zh-CN" altLang="zh-CN" sz="1800" kern="1000" dirty="0">
                <a:effectLst/>
                <a:latin typeface="微软雅黑" panose="020B0503020204020204" pitchFamily="34" charset="-122"/>
                <a:ea typeface="微软雅黑" panose="020B0503020204020204" pitchFamily="34" charset="-122"/>
              </a:rPr>
              <a:t>从而</a:t>
            </a:r>
            <a:r>
              <a:rPr lang="en-US" altLang="zh-CN" sz="1800" kern="1000" dirty="0">
                <a:effectLst/>
                <a:latin typeface="微软雅黑" panose="020B0503020204020204" pitchFamily="34" charset="-122"/>
                <a:ea typeface="微软雅黑" panose="020B0503020204020204" pitchFamily="34" charset="-122"/>
              </a:rPr>
              <a:t>           </a:t>
            </a:r>
            <a:r>
              <a:rPr lang="zh-CN" altLang="zh-CN" sz="1800" kern="1000" dirty="0">
                <a:effectLst/>
                <a:latin typeface="微软雅黑" panose="020B0503020204020204" pitchFamily="34" charset="-122"/>
                <a:ea typeface="微软雅黑" panose="020B0503020204020204" pitchFamily="34" charset="-122"/>
              </a:rPr>
              <a:t>的角度表示公式为</a:t>
            </a:r>
          </a:p>
        </p:txBody>
      </p:sp>
      <p:graphicFrame>
        <p:nvGraphicFramePr>
          <p:cNvPr id="8" name="对象 7">
            <a:extLst>
              <a:ext uri="{FF2B5EF4-FFF2-40B4-BE49-F238E27FC236}">
                <a16:creationId xmlns:a16="http://schemas.microsoft.com/office/drawing/2014/main" id="{903D458F-760E-DEBB-7148-047D1E0E7336}"/>
              </a:ext>
            </a:extLst>
          </p:cNvPr>
          <p:cNvGraphicFramePr>
            <a:graphicFrameLocks noChangeAspect="1"/>
          </p:cNvGraphicFramePr>
          <p:nvPr>
            <p:extLst>
              <p:ext uri="{D42A27DB-BD31-4B8C-83A1-F6EECF244321}">
                <p14:modId xmlns:p14="http://schemas.microsoft.com/office/powerpoint/2010/main" val="3613454156"/>
              </p:ext>
            </p:extLst>
          </p:nvPr>
        </p:nvGraphicFramePr>
        <p:xfrm>
          <a:off x="949113" y="2177984"/>
          <a:ext cx="765562" cy="331054"/>
        </p:xfrm>
        <a:graphic>
          <a:graphicData uri="http://schemas.openxmlformats.org/presentationml/2006/ole">
            <mc:AlternateContent xmlns:mc="http://schemas.openxmlformats.org/markup-compatibility/2006">
              <mc:Choice xmlns:v="urn:schemas-microsoft-com:vml" Requires="v">
                <p:oleObj name="Equation" r:id="rId7" imgW="469800" imgH="203040" progId="Equation.DSMT4">
                  <p:embed/>
                </p:oleObj>
              </mc:Choice>
              <mc:Fallback>
                <p:oleObj name="Equation" r:id="rId7" imgW="469800" imgH="203040" progId="Equation.DSMT4">
                  <p:embed/>
                  <p:pic>
                    <p:nvPicPr>
                      <p:cNvPr id="8" name="对象 7">
                        <a:extLst>
                          <a:ext uri="{FF2B5EF4-FFF2-40B4-BE49-F238E27FC236}">
                            <a16:creationId xmlns:a16="http://schemas.microsoft.com/office/drawing/2014/main" id="{C13A7C15-18F9-BA19-37AC-1CC1E5088AFB}"/>
                          </a:ext>
                        </a:extLst>
                      </p:cNvPr>
                      <p:cNvPicPr/>
                      <p:nvPr/>
                    </p:nvPicPr>
                    <p:blipFill>
                      <a:blip r:embed="rId8"/>
                      <a:stretch>
                        <a:fillRect/>
                      </a:stretch>
                    </p:blipFill>
                    <p:spPr>
                      <a:xfrm>
                        <a:off x="949113" y="2177984"/>
                        <a:ext cx="765562" cy="33105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0DEB586C-2D91-E3EF-37DF-10B6824962C1}"/>
              </a:ext>
            </a:extLst>
          </p:cNvPr>
          <p:cNvGraphicFramePr>
            <a:graphicFrameLocks noChangeAspect="1"/>
          </p:cNvGraphicFramePr>
          <p:nvPr>
            <p:extLst>
              <p:ext uri="{D42A27DB-BD31-4B8C-83A1-F6EECF244321}">
                <p14:modId xmlns:p14="http://schemas.microsoft.com/office/powerpoint/2010/main" val="4135640471"/>
              </p:ext>
            </p:extLst>
          </p:nvPr>
        </p:nvGraphicFramePr>
        <p:xfrm>
          <a:off x="3959159" y="2177984"/>
          <a:ext cx="1809147" cy="715244"/>
        </p:xfrm>
        <a:graphic>
          <a:graphicData uri="http://schemas.openxmlformats.org/presentationml/2006/ole">
            <mc:AlternateContent xmlns:mc="http://schemas.openxmlformats.org/markup-compatibility/2006">
              <mc:Choice xmlns:v="urn:schemas-microsoft-com:vml" Requires="v">
                <p:oleObj name="Equation" r:id="rId9" imgW="1091880" imgH="431640" progId="Equation.DSMT4">
                  <p:embed/>
                </p:oleObj>
              </mc:Choice>
              <mc:Fallback>
                <p:oleObj name="Equation" r:id="rId9" imgW="1091880" imgH="431640" progId="Equation.DSMT4">
                  <p:embed/>
                  <p:pic>
                    <p:nvPicPr>
                      <p:cNvPr id="0" name=""/>
                      <p:cNvPicPr/>
                      <p:nvPr/>
                    </p:nvPicPr>
                    <p:blipFill>
                      <a:blip r:embed="rId10"/>
                      <a:stretch>
                        <a:fillRect/>
                      </a:stretch>
                    </p:blipFill>
                    <p:spPr>
                      <a:xfrm>
                        <a:off x="3959159" y="2177984"/>
                        <a:ext cx="1809147" cy="715244"/>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81E7FC2-71CC-7BAA-CFF8-5DEC4164E38A}"/>
              </a:ext>
            </a:extLst>
          </p:cNvPr>
          <p:cNvGraphicFramePr>
            <a:graphicFrameLocks noChangeAspect="1"/>
          </p:cNvGraphicFramePr>
          <p:nvPr>
            <p:extLst>
              <p:ext uri="{D42A27DB-BD31-4B8C-83A1-F6EECF244321}">
                <p14:modId xmlns:p14="http://schemas.microsoft.com/office/powerpoint/2010/main" val="1935530919"/>
              </p:ext>
            </p:extLst>
          </p:nvPr>
        </p:nvGraphicFramePr>
        <p:xfrm>
          <a:off x="6786579" y="2279584"/>
          <a:ext cx="1248448" cy="613644"/>
        </p:xfrm>
        <a:graphic>
          <a:graphicData uri="http://schemas.openxmlformats.org/presentationml/2006/ole">
            <mc:AlternateContent xmlns:mc="http://schemas.openxmlformats.org/markup-compatibility/2006">
              <mc:Choice xmlns:v="urn:schemas-microsoft-com:vml" Requires="v">
                <p:oleObj name="Equation" r:id="rId11" imgW="749160" imgH="368280" progId="Equation.DSMT4">
                  <p:embed/>
                </p:oleObj>
              </mc:Choice>
              <mc:Fallback>
                <p:oleObj name="Equation" r:id="rId11" imgW="749160" imgH="368280" progId="Equation.DSMT4">
                  <p:embed/>
                  <p:pic>
                    <p:nvPicPr>
                      <p:cNvPr id="0" name=""/>
                      <p:cNvPicPr/>
                      <p:nvPr/>
                    </p:nvPicPr>
                    <p:blipFill>
                      <a:blip r:embed="rId12"/>
                      <a:stretch>
                        <a:fillRect/>
                      </a:stretch>
                    </p:blipFill>
                    <p:spPr>
                      <a:xfrm>
                        <a:off x="6786579" y="2279584"/>
                        <a:ext cx="1248448" cy="613644"/>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E3296721-C299-A401-37BA-62FD84D4426A}"/>
              </a:ext>
            </a:extLst>
          </p:cNvPr>
          <p:cNvGraphicFramePr>
            <a:graphicFrameLocks noChangeAspect="1"/>
          </p:cNvGraphicFramePr>
          <p:nvPr>
            <p:extLst>
              <p:ext uri="{D42A27DB-BD31-4B8C-83A1-F6EECF244321}">
                <p14:modId xmlns:p14="http://schemas.microsoft.com/office/powerpoint/2010/main" val="1387676335"/>
              </p:ext>
            </p:extLst>
          </p:nvPr>
        </p:nvGraphicFramePr>
        <p:xfrm>
          <a:off x="2737811" y="3291622"/>
          <a:ext cx="2442696" cy="1041989"/>
        </p:xfrm>
        <a:graphic>
          <a:graphicData uri="http://schemas.openxmlformats.org/presentationml/2006/ole">
            <mc:AlternateContent xmlns:mc="http://schemas.openxmlformats.org/markup-compatibility/2006">
              <mc:Choice xmlns:v="urn:schemas-microsoft-com:vml" Requires="v">
                <p:oleObj name="Equation" r:id="rId13" imgW="1815840" imgH="774360" progId="Equation.DSMT4">
                  <p:embed/>
                </p:oleObj>
              </mc:Choice>
              <mc:Fallback>
                <p:oleObj name="Equation" r:id="rId13" imgW="1815840" imgH="774360" progId="Equation.DSMT4">
                  <p:embed/>
                  <p:pic>
                    <p:nvPicPr>
                      <p:cNvPr id="0" name=""/>
                      <p:cNvPicPr/>
                      <p:nvPr/>
                    </p:nvPicPr>
                    <p:blipFill>
                      <a:blip r:embed="rId14"/>
                      <a:stretch>
                        <a:fillRect/>
                      </a:stretch>
                    </p:blipFill>
                    <p:spPr>
                      <a:xfrm>
                        <a:off x="2737811" y="3291622"/>
                        <a:ext cx="2442696" cy="104198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E3D5AE4E-6482-B510-DA6C-306744D445B0}"/>
              </a:ext>
            </a:extLst>
          </p:cNvPr>
          <p:cNvGraphicFramePr>
            <a:graphicFrameLocks noChangeAspect="1"/>
          </p:cNvGraphicFramePr>
          <p:nvPr>
            <p:extLst>
              <p:ext uri="{D42A27DB-BD31-4B8C-83A1-F6EECF244321}">
                <p14:modId xmlns:p14="http://schemas.microsoft.com/office/powerpoint/2010/main" val="636650465"/>
              </p:ext>
            </p:extLst>
          </p:nvPr>
        </p:nvGraphicFramePr>
        <p:xfrm>
          <a:off x="5924408" y="3609415"/>
          <a:ext cx="1154910" cy="355357"/>
        </p:xfrm>
        <a:graphic>
          <a:graphicData uri="http://schemas.openxmlformats.org/presentationml/2006/ole">
            <mc:AlternateContent xmlns:mc="http://schemas.openxmlformats.org/markup-compatibility/2006">
              <mc:Choice xmlns:v="urn:schemas-microsoft-com:vml" Requires="v">
                <p:oleObj name="Equation" r:id="rId15" imgW="660240" imgH="203040" progId="Equation.DSMT4">
                  <p:embed/>
                </p:oleObj>
              </mc:Choice>
              <mc:Fallback>
                <p:oleObj name="Equation" r:id="rId15" imgW="660240" imgH="203040" progId="Equation.DSMT4">
                  <p:embed/>
                  <p:pic>
                    <p:nvPicPr>
                      <p:cNvPr id="0" name=""/>
                      <p:cNvPicPr/>
                      <p:nvPr/>
                    </p:nvPicPr>
                    <p:blipFill>
                      <a:blip r:embed="rId16"/>
                      <a:stretch>
                        <a:fillRect/>
                      </a:stretch>
                    </p:blipFill>
                    <p:spPr>
                      <a:xfrm>
                        <a:off x="5924408" y="3609415"/>
                        <a:ext cx="1154910" cy="355357"/>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4DD2F028-DA0E-BCF8-7D66-81420D71908D}"/>
              </a:ext>
            </a:extLst>
          </p:cNvPr>
          <p:cNvSpPr txBox="1"/>
          <p:nvPr/>
        </p:nvSpPr>
        <p:spPr>
          <a:xfrm>
            <a:off x="7329054" y="3604975"/>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正</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4" name="对象 13">
            <a:extLst>
              <a:ext uri="{FF2B5EF4-FFF2-40B4-BE49-F238E27FC236}">
                <a16:creationId xmlns:a16="http://schemas.microsoft.com/office/drawing/2014/main" id="{32219E7F-2886-BA8B-E333-AFF81E17CB85}"/>
              </a:ext>
            </a:extLst>
          </p:cNvPr>
          <p:cNvGraphicFramePr>
            <a:graphicFrameLocks noChangeAspect="1"/>
          </p:cNvGraphicFramePr>
          <p:nvPr>
            <p:extLst>
              <p:ext uri="{D42A27DB-BD31-4B8C-83A1-F6EECF244321}">
                <p14:modId xmlns:p14="http://schemas.microsoft.com/office/powerpoint/2010/main" val="4164789013"/>
              </p:ext>
            </p:extLst>
          </p:nvPr>
        </p:nvGraphicFramePr>
        <p:xfrm>
          <a:off x="7690215" y="3564646"/>
          <a:ext cx="281642" cy="409661"/>
        </p:xfrm>
        <a:graphic>
          <a:graphicData uri="http://schemas.openxmlformats.org/presentationml/2006/ole">
            <mc:AlternateContent xmlns:mc="http://schemas.openxmlformats.org/markup-compatibility/2006">
              <mc:Choice xmlns:v="urn:schemas-microsoft-com:vml" Requires="v">
                <p:oleObj name="Equation" r:id="rId17" imgW="139680" imgH="203040" progId="Equation.DSMT4">
                  <p:embed/>
                </p:oleObj>
              </mc:Choice>
              <mc:Fallback>
                <p:oleObj name="Equation" r:id="rId17" imgW="139680" imgH="203040" progId="Equation.DSMT4">
                  <p:embed/>
                  <p:pic>
                    <p:nvPicPr>
                      <p:cNvPr id="5" name="对象 4">
                        <a:extLst>
                          <a:ext uri="{FF2B5EF4-FFF2-40B4-BE49-F238E27FC236}">
                            <a16:creationId xmlns:a16="http://schemas.microsoft.com/office/drawing/2014/main" id="{C58D63A0-3183-A133-9D79-19B1B8BE5B0C}"/>
                          </a:ext>
                        </a:extLst>
                      </p:cNvPr>
                      <p:cNvPicPr/>
                      <p:nvPr/>
                    </p:nvPicPr>
                    <p:blipFill>
                      <a:blip r:embed="rId6"/>
                      <a:stretch>
                        <a:fillRect/>
                      </a:stretch>
                    </p:blipFill>
                    <p:spPr>
                      <a:xfrm>
                        <a:off x="7690215" y="3564646"/>
                        <a:ext cx="281642" cy="409661"/>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D8292C93-5AC8-9D0B-CF6D-22B2A7FF0186}"/>
              </a:ext>
            </a:extLst>
          </p:cNvPr>
          <p:cNvGraphicFramePr>
            <a:graphicFrameLocks noChangeAspect="1"/>
          </p:cNvGraphicFramePr>
          <p:nvPr>
            <p:extLst>
              <p:ext uri="{D42A27DB-BD31-4B8C-83A1-F6EECF244321}">
                <p14:modId xmlns:p14="http://schemas.microsoft.com/office/powerpoint/2010/main" val="1118574840"/>
              </p:ext>
            </p:extLst>
          </p:nvPr>
        </p:nvGraphicFramePr>
        <p:xfrm>
          <a:off x="2737807" y="4425803"/>
          <a:ext cx="2442693" cy="1041988"/>
        </p:xfrm>
        <a:graphic>
          <a:graphicData uri="http://schemas.openxmlformats.org/presentationml/2006/ole">
            <mc:AlternateContent xmlns:mc="http://schemas.openxmlformats.org/markup-compatibility/2006">
              <mc:Choice xmlns:v="urn:schemas-microsoft-com:vml" Requires="v">
                <p:oleObj name="Equation" r:id="rId18" imgW="1815840" imgH="774360" progId="Equation.DSMT4">
                  <p:embed/>
                </p:oleObj>
              </mc:Choice>
              <mc:Fallback>
                <p:oleObj name="Equation" r:id="rId18" imgW="1815840" imgH="774360" progId="Equation.DSMT4">
                  <p:embed/>
                  <p:pic>
                    <p:nvPicPr>
                      <p:cNvPr id="0" name=""/>
                      <p:cNvPicPr/>
                      <p:nvPr/>
                    </p:nvPicPr>
                    <p:blipFill>
                      <a:blip r:embed="rId19"/>
                      <a:stretch>
                        <a:fillRect/>
                      </a:stretch>
                    </p:blipFill>
                    <p:spPr>
                      <a:xfrm>
                        <a:off x="2737807" y="4425803"/>
                        <a:ext cx="2442693" cy="1041988"/>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1BD78607-BC65-7DF5-892E-0BFF473E2770}"/>
              </a:ext>
            </a:extLst>
          </p:cNvPr>
          <p:cNvSpPr txBox="1"/>
          <p:nvPr/>
        </p:nvSpPr>
        <p:spPr>
          <a:xfrm>
            <a:off x="5910169" y="4735336"/>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7" name="对象 16">
            <a:extLst>
              <a:ext uri="{FF2B5EF4-FFF2-40B4-BE49-F238E27FC236}">
                <a16:creationId xmlns:a16="http://schemas.microsoft.com/office/drawing/2014/main" id="{03C68F47-3C41-E228-9D78-A4C34A6601CB}"/>
              </a:ext>
            </a:extLst>
          </p:cNvPr>
          <p:cNvGraphicFramePr>
            <a:graphicFrameLocks noChangeAspect="1"/>
          </p:cNvGraphicFramePr>
          <p:nvPr>
            <p:extLst>
              <p:ext uri="{D42A27DB-BD31-4B8C-83A1-F6EECF244321}">
                <p14:modId xmlns:p14="http://schemas.microsoft.com/office/powerpoint/2010/main" val="1899146478"/>
              </p:ext>
            </p:extLst>
          </p:nvPr>
        </p:nvGraphicFramePr>
        <p:xfrm>
          <a:off x="6271330" y="4695007"/>
          <a:ext cx="281642" cy="409661"/>
        </p:xfrm>
        <a:graphic>
          <a:graphicData uri="http://schemas.openxmlformats.org/presentationml/2006/ole">
            <mc:AlternateContent xmlns:mc="http://schemas.openxmlformats.org/markup-compatibility/2006">
              <mc:Choice xmlns:v="urn:schemas-microsoft-com:vml" Requires="v">
                <p:oleObj name="Equation" r:id="rId20" imgW="139680" imgH="203040" progId="Equation.DSMT4">
                  <p:embed/>
                </p:oleObj>
              </mc:Choice>
              <mc:Fallback>
                <p:oleObj name="Equation" r:id="rId20" imgW="139680" imgH="203040" progId="Equation.DSMT4">
                  <p:embed/>
                  <p:pic>
                    <p:nvPicPr>
                      <p:cNvPr id="5" name="对象 4">
                        <a:extLst>
                          <a:ext uri="{FF2B5EF4-FFF2-40B4-BE49-F238E27FC236}">
                            <a16:creationId xmlns:a16="http://schemas.microsoft.com/office/drawing/2014/main" id="{C58D63A0-3183-A133-9D79-19B1B8BE5B0C}"/>
                          </a:ext>
                        </a:extLst>
                      </p:cNvPr>
                      <p:cNvPicPr/>
                      <p:nvPr/>
                    </p:nvPicPr>
                    <p:blipFill>
                      <a:blip r:embed="rId6"/>
                      <a:stretch>
                        <a:fillRect/>
                      </a:stretch>
                    </p:blipFill>
                    <p:spPr>
                      <a:xfrm>
                        <a:off x="6271330" y="4695007"/>
                        <a:ext cx="281642" cy="409661"/>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9F3735FC-BDBF-D051-A6F8-88B6FBE07409}"/>
              </a:ext>
            </a:extLst>
          </p:cNvPr>
          <p:cNvGraphicFramePr>
            <a:graphicFrameLocks noChangeAspect="1"/>
          </p:cNvGraphicFramePr>
          <p:nvPr>
            <p:extLst>
              <p:ext uri="{D42A27DB-BD31-4B8C-83A1-F6EECF244321}">
                <p14:modId xmlns:p14="http://schemas.microsoft.com/office/powerpoint/2010/main" val="2861084666"/>
              </p:ext>
            </p:extLst>
          </p:nvPr>
        </p:nvGraphicFramePr>
        <p:xfrm>
          <a:off x="2821820" y="5559982"/>
          <a:ext cx="2623493" cy="690393"/>
        </p:xfrm>
        <a:graphic>
          <a:graphicData uri="http://schemas.openxmlformats.org/presentationml/2006/ole">
            <mc:AlternateContent xmlns:mc="http://schemas.openxmlformats.org/markup-compatibility/2006">
              <mc:Choice xmlns:v="urn:schemas-microsoft-com:vml" Requires="v">
                <p:oleObj name="Equation" r:id="rId21" imgW="1688760" imgH="444240" progId="Equation.DSMT4">
                  <p:embed/>
                </p:oleObj>
              </mc:Choice>
              <mc:Fallback>
                <p:oleObj name="Equation" r:id="rId21" imgW="1688760" imgH="444240" progId="Equation.DSMT4">
                  <p:embed/>
                  <p:pic>
                    <p:nvPicPr>
                      <p:cNvPr id="0" name=""/>
                      <p:cNvPicPr/>
                      <p:nvPr/>
                    </p:nvPicPr>
                    <p:blipFill>
                      <a:blip r:embed="rId22"/>
                      <a:stretch>
                        <a:fillRect/>
                      </a:stretch>
                    </p:blipFill>
                    <p:spPr>
                      <a:xfrm>
                        <a:off x="2821820" y="5559982"/>
                        <a:ext cx="2623493" cy="69039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12BD5C8B-B0A4-E9EB-46F1-E67E0AA44EF9}"/>
              </a:ext>
            </a:extLst>
          </p:cNvPr>
          <p:cNvGraphicFramePr>
            <a:graphicFrameLocks noChangeAspect="1"/>
          </p:cNvGraphicFramePr>
          <p:nvPr>
            <p:extLst>
              <p:ext uri="{D42A27DB-BD31-4B8C-83A1-F6EECF244321}">
                <p14:modId xmlns:p14="http://schemas.microsoft.com/office/powerpoint/2010/main" val="1189960095"/>
              </p:ext>
            </p:extLst>
          </p:nvPr>
        </p:nvGraphicFramePr>
        <p:xfrm>
          <a:off x="6114134" y="5642063"/>
          <a:ext cx="1117897" cy="540317"/>
        </p:xfrm>
        <a:graphic>
          <a:graphicData uri="http://schemas.openxmlformats.org/presentationml/2006/ole">
            <mc:AlternateContent xmlns:mc="http://schemas.openxmlformats.org/markup-compatibility/2006">
              <mc:Choice xmlns:v="urn:schemas-microsoft-com:vml" Requires="v">
                <p:oleObj name="Equation" r:id="rId23" imgW="761760" imgH="368280" progId="Equation.DSMT4">
                  <p:embed/>
                </p:oleObj>
              </mc:Choice>
              <mc:Fallback>
                <p:oleObj name="Equation" r:id="rId23" imgW="761760" imgH="368280" progId="Equation.DSMT4">
                  <p:embed/>
                  <p:pic>
                    <p:nvPicPr>
                      <p:cNvPr id="0" name=""/>
                      <p:cNvPicPr/>
                      <p:nvPr/>
                    </p:nvPicPr>
                    <p:blipFill>
                      <a:blip r:embed="rId24"/>
                      <a:stretch>
                        <a:fillRect/>
                      </a:stretch>
                    </p:blipFill>
                    <p:spPr>
                      <a:xfrm>
                        <a:off x="6114134" y="5642063"/>
                        <a:ext cx="1117897" cy="540317"/>
                      </a:xfrm>
                      <a:prstGeom prst="rect">
                        <a:avLst/>
                      </a:prstGeom>
                    </p:spPr>
                  </p:pic>
                </p:oleObj>
              </mc:Fallback>
            </mc:AlternateContent>
          </a:graphicData>
        </a:graphic>
      </p:graphicFrame>
    </p:spTree>
    <p:extLst>
      <p:ext uri="{BB962C8B-B14F-4D97-AF65-F5344CB8AC3E}">
        <p14:creationId xmlns:p14="http://schemas.microsoft.com/office/powerpoint/2010/main" val="2739250762"/>
      </p:ext>
    </p:extLst>
  </p:cSld>
  <p:clrMapOvr>
    <a:masterClrMapping/>
  </p:clrMapOvr>
  <p:transition advTm="18857"/>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5345505-F83E-907F-2179-C8E054C6C802}"/>
              </a:ext>
            </a:extLst>
          </p:cNvPr>
          <p:cNvSpPr txBox="1"/>
          <p:nvPr/>
        </p:nvSpPr>
        <p:spPr>
          <a:xfrm>
            <a:off x="346435" y="937123"/>
            <a:ext cx="6122708" cy="5029390"/>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其中：</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综上所述，四足机器人</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条腿的总坐标变换公式如下。</a:t>
            </a:r>
          </a:p>
          <a:p>
            <a:pPr algn="just">
              <a:lnSpc>
                <a:spcPct val="150000"/>
              </a:lnSpc>
            </a:pPr>
            <a:r>
              <a:rPr lang="zh-CN" altLang="en-US" dirty="0">
                <a:latin typeface="微软雅黑" panose="020B0503020204020204" pitchFamily="34" charset="-122"/>
                <a:ea typeface="微软雅黑" panose="020B0503020204020204" pitchFamily="34" charset="-122"/>
              </a:rPr>
              <a:t>右前腿（</a:t>
            </a:r>
            <a:r>
              <a:rPr lang="en-US" altLang="zh-CN" dirty="0">
                <a:latin typeface="微软雅黑" panose="020B0503020204020204" pitchFamily="34" charset="-122"/>
                <a:ea typeface="微软雅黑" panose="020B0503020204020204" pitchFamily="34" charset="-122"/>
              </a:rPr>
              <a:t>RF</a:t>
            </a:r>
            <a:r>
              <a:rPr lang="zh-CN" altLang="en-US" dirty="0">
                <a:latin typeface="微软雅黑" panose="020B0503020204020204" pitchFamily="34" charset="-122"/>
                <a:ea typeface="微软雅黑" panose="020B0503020204020204" pitchFamily="34" charset="-122"/>
              </a:rPr>
              <a:t>）坐标变换：</a:t>
            </a: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右后腿（</a:t>
            </a:r>
            <a:r>
              <a:rPr lang="en-US" altLang="zh-CN" dirty="0">
                <a:latin typeface="微软雅黑" panose="020B0503020204020204" pitchFamily="34" charset="-122"/>
                <a:ea typeface="微软雅黑" panose="020B0503020204020204" pitchFamily="34" charset="-122"/>
              </a:rPr>
              <a:t>RH</a:t>
            </a:r>
            <a:r>
              <a:rPr lang="zh-CN" altLang="en-US" dirty="0">
                <a:latin typeface="微软雅黑" panose="020B0503020204020204" pitchFamily="34" charset="-122"/>
                <a:ea typeface="微软雅黑" panose="020B0503020204020204" pitchFamily="34" charset="-122"/>
              </a:rPr>
              <a:t>）坐标变换：</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左前腿（</a:t>
            </a:r>
            <a:r>
              <a:rPr lang="en-US" altLang="zh-CN" dirty="0">
                <a:latin typeface="微软雅黑" panose="020B0503020204020204" pitchFamily="34" charset="-122"/>
                <a:ea typeface="微软雅黑" panose="020B0503020204020204" pitchFamily="34" charset="-122"/>
              </a:rPr>
              <a:t>LF</a:t>
            </a:r>
            <a:r>
              <a:rPr lang="zh-CN" altLang="en-US" dirty="0">
                <a:latin typeface="微软雅黑" panose="020B0503020204020204" pitchFamily="34" charset="-122"/>
                <a:ea typeface="微软雅黑" panose="020B0503020204020204" pitchFamily="34" charset="-122"/>
              </a:rPr>
              <a:t>）坐标变换：</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4" name="Rectangle 2">
            <a:extLst>
              <a:ext uri="{FF2B5EF4-FFF2-40B4-BE49-F238E27FC236}">
                <a16:creationId xmlns:a16="http://schemas.microsoft.com/office/drawing/2014/main" id="{F84BD7D5-596A-3588-D744-870E777836B3}"/>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graphicFrame>
        <p:nvGraphicFramePr>
          <p:cNvPr id="5" name="对象 4">
            <a:extLst>
              <a:ext uri="{FF2B5EF4-FFF2-40B4-BE49-F238E27FC236}">
                <a16:creationId xmlns:a16="http://schemas.microsoft.com/office/drawing/2014/main" id="{97849F33-76F9-3212-F665-283519FA00BA}"/>
              </a:ext>
            </a:extLst>
          </p:cNvPr>
          <p:cNvGraphicFramePr>
            <a:graphicFrameLocks noChangeAspect="1"/>
          </p:cNvGraphicFramePr>
          <p:nvPr>
            <p:extLst>
              <p:ext uri="{D42A27DB-BD31-4B8C-83A1-F6EECF244321}">
                <p14:modId xmlns:p14="http://schemas.microsoft.com/office/powerpoint/2010/main" val="2430957741"/>
              </p:ext>
            </p:extLst>
          </p:nvPr>
        </p:nvGraphicFramePr>
        <p:xfrm>
          <a:off x="3632724" y="1052277"/>
          <a:ext cx="2673642" cy="343754"/>
        </p:xfrm>
        <a:graphic>
          <a:graphicData uri="http://schemas.openxmlformats.org/presentationml/2006/ole">
            <mc:AlternateContent xmlns:mc="http://schemas.openxmlformats.org/markup-compatibility/2006">
              <mc:Choice xmlns:v="urn:schemas-microsoft-com:vml" Requires="v">
                <p:oleObj name="Equation" r:id="rId3" imgW="1777680" imgH="228600" progId="Equation.DSMT4">
                  <p:embed/>
                </p:oleObj>
              </mc:Choice>
              <mc:Fallback>
                <p:oleObj name="Equation" r:id="rId3" imgW="1777680" imgH="228600" progId="Equation.DSMT4">
                  <p:embed/>
                  <p:pic>
                    <p:nvPicPr>
                      <p:cNvPr id="0" name=""/>
                      <p:cNvPicPr/>
                      <p:nvPr/>
                    </p:nvPicPr>
                    <p:blipFill>
                      <a:blip r:embed="rId4"/>
                      <a:stretch>
                        <a:fillRect/>
                      </a:stretch>
                    </p:blipFill>
                    <p:spPr>
                      <a:xfrm>
                        <a:off x="3632724" y="1052277"/>
                        <a:ext cx="2673642" cy="343754"/>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7BC18670-235A-DDE6-F107-E60AF012B5D4}"/>
              </a:ext>
            </a:extLst>
          </p:cNvPr>
          <p:cNvGraphicFramePr>
            <a:graphicFrameLocks noChangeAspect="1"/>
          </p:cNvGraphicFramePr>
          <p:nvPr>
            <p:extLst>
              <p:ext uri="{D42A27DB-BD31-4B8C-83A1-F6EECF244321}">
                <p14:modId xmlns:p14="http://schemas.microsoft.com/office/powerpoint/2010/main" val="657141851"/>
              </p:ext>
            </p:extLst>
          </p:nvPr>
        </p:nvGraphicFramePr>
        <p:xfrm>
          <a:off x="4169789" y="1511185"/>
          <a:ext cx="1031259" cy="343753"/>
        </p:xfrm>
        <a:graphic>
          <a:graphicData uri="http://schemas.openxmlformats.org/presentationml/2006/ole">
            <mc:AlternateContent xmlns:mc="http://schemas.openxmlformats.org/markup-compatibility/2006">
              <mc:Choice xmlns:v="urn:schemas-microsoft-com:vml" Requires="v">
                <p:oleObj name="Equation" r:id="rId5" imgW="609480" imgH="203040" progId="Equation.DSMT4">
                  <p:embed/>
                </p:oleObj>
              </mc:Choice>
              <mc:Fallback>
                <p:oleObj name="Equation" r:id="rId5" imgW="609480" imgH="203040" progId="Equation.DSMT4">
                  <p:embed/>
                  <p:pic>
                    <p:nvPicPr>
                      <p:cNvPr id="0" name=""/>
                      <p:cNvPicPr/>
                      <p:nvPr/>
                    </p:nvPicPr>
                    <p:blipFill>
                      <a:blip r:embed="rId6"/>
                      <a:stretch>
                        <a:fillRect/>
                      </a:stretch>
                    </p:blipFill>
                    <p:spPr>
                      <a:xfrm>
                        <a:off x="4169789" y="1511185"/>
                        <a:ext cx="1031259" cy="343753"/>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D2FC563-1E74-E3C3-3C8F-2EA65A54017F}"/>
              </a:ext>
            </a:extLst>
          </p:cNvPr>
          <p:cNvGraphicFramePr>
            <a:graphicFrameLocks noChangeAspect="1"/>
          </p:cNvGraphicFramePr>
          <p:nvPr>
            <p:extLst>
              <p:ext uri="{D42A27DB-BD31-4B8C-83A1-F6EECF244321}">
                <p14:modId xmlns:p14="http://schemas.microsoft.com/office/powerpoint/2010/main" val="556816696"/>
              </p:ext>
            </p:extLst>
          </p:nvPr>
        </p:nvGraphicFramePr>
        <p:xfrm>
          <a:off x="3937368" y="1970092"/>
          <a:ext cx="1310558" cy="343753"/>
        </p:xfrm>
        <a:graphic>
          <a:graphicData uri="http://schemas.openxmlformats.org/presentationml/2006/ole">
            <mc:AlternateContent xmlns:mc="http://schemas.openxmlformats.org/markup-compatibility/2006">
              <mc:Choice xmlns:v="urn:schemas-microsoft-com:vml" Requires="v">
                <p:oleObj name="Equation" r:id="rId7" imgW="774360" imgH="203040" progId="Equation.DSMT4">
                  <p:embed/>
                </p:oleObj>
              </mc:Choice>
              <mc:Fallback>
                <p:oleObj name="Equation" r:id="rId7" imgW="774360" imgH="203040" progId="Equation.DSMT4">
                  <p:embed/>
                  <p:pic>
                    <p:nvPicPr>
                      <p:cNvPr id="0" name=""/>
                      <p:cNvPicPr/>
                      <p:nvPr/>
                    </p:nvPicPr>
                    <p:blipFill>
                      <a:blip r:embed="rId8"/>
                      <a:stretch>
                        <a:fillRect/>
                      </a:stretch>
                    </p:blipFill>
                    <p:spPr>
                      <a:xfrm>
                        <a:off x="3937368" y="1970092"/>
                        <a:ext cx="1310558" cy="34375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9B1BD1C0-CA79-57D9-59ED-3CA6BDBC11ED}"/>
              </a:ext>
            </a:extLst>
          </p:cNvPr>
          <p:cNvGraphicFramePr>
            <a:graphicFrameLocks noChangeAspect="1"/>
          </p:cNvGraphicFramePr>
          <p:nvPr>
            <p:extLst>
              <p:ext uri="{D42A27DB-BD31-4B8C-83A1-F6EECF244321}">
                <p14:modId xmlns:p14="http://schemas.microsoft.com/office/powerpoint/2010/main" val="3135145733"/>
              </p:ext>
            </p:extLst>
          </p:nvPr>
        </p:nvGraphicFramePr>
        <p:xfrm>
          <a:off x="3410765" y="2827104"/>
          <a:ext cx="3864349" cy="830496"/>
        </p:xfrm>
        <a:graphic>
          <a:graphicData uri="http://schemas.openxmlformats.org/presentationml/2006/ole">
            <mc:AlternateContent xmlns:mc="http://schemas.openxmlformats.org/markup-compatibility/2006">
              <mc:Choice xmlns:v="urn:schemas-microsoft-com:vml" Requires="v">
                <p:oleObj name="Equation" r:id="rId9" imgW="2895480" imgH="622080" progId="Equation.DSMT4">
                  <p:embed/>
                </p:oleObj>
              </mc:Choice>
              <mc:Fallback>
                <p:oleObj name="Equation" r:id="rId9" imgW="2895480" imgH="622080" progId="Equation.DSMT4">
                  <p:embed/>
                  <p:pic>
                    <p:nvPicPr>
                      <p:cNvPr id="0" name=""/>
                      <p:cNvPicPr/>
                      <p:nvPr/>
                    </p:nvPicPr>
                    <p:blipFill>
                      <a:blip r:embed="rId10"/>
                      <a:stretch>
                        <a:fillRect/>
                      </a:stretch>
                    </p:blipFill>
                    <p:spPr>
                      <a:xfrm>
                        <a:off x="3410765" y="2827104"/>
                        <a:ext cx="3864349" cy="830496"/>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40984526-E1DF-236D-1BD1-35A375AF0786}"/>
              </a:ext>
            </a:extLst>
          </p:cNvPr>
          <p:cNvGraphicFramePr>
            <a:graphicFrameLocks noChangeAspect="1"/>
          </p:cNvGraphicFramePr>
          <p:nvPr>
            <p:extLst>
              <p:ext uri="{D42A27DB-BD31-4B8C-83A1-F6EECF244321}">
                <p14:modId xmlns:p14="http://schemas.microsoft.com/office/powerpoint/2010/main" val="1471841928"/>
              </p:ext>
            </p:extLst>
          </p:nvPr>
        </p:nvGraphicFramePr>
        <p:xfrm>
          <a:off x="3407622" y="4132767"/>
          <a:ext cx="3864349" cy="830496"/>
        </p:xfrm>
        <a:graphic>
          <a:graphicData uri="http://schemas.openxmlformats.org/presentationml/2006/ole">
            <mc:AlternateContent xmlns:mc="http://schemas.openxmlformats.org/markup-compatibility/2006">
              <mc:Choice xmlns:v="urn:schemas-microsoft-com:vml" Requires="v">
                <p:oleObj name="Equation" r:id="rId11" imgW="2895480" imgH="622080" progId="Equation.DSMT4">
                  <p:embed/>
                </p:oleObj>
              </mc:Choice>
              <mc:Fallback>
                <p:oleObj name="Equation" r:id="rId11" imgW="2895480" imgH="622080" progId="Equation.DSMT4">
                  <p:embed/>
                  <p:pic>
                    <p:nvPicPr>
                      <p:cNvPr id="0" name=""/>
                      <p:cNvPicPr/>
                      <p:nvPr/>
                    </p:nvPicPr>
                    <p:blipFill>
                      <a:blip r:embed="rId12"/>
                      <a:stretch>
                        <a:fillRect/>
                      </a:stretch>
                    </p:blipFill>
                    <p:spPr>
                      <a:xfrm>
                        <a:off x="3407622" y="4132767"/>
                        <a:ext cx="3864349" cy="83049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EB21C63-8B39-83AB-8BAA-B9C930C39005}"/>
              </a:ext>
            </a:extLst>
          </p:cNvPr>
          <p:cNvGraphicFramePr>
            <a:graphicFrameLocks noChangeAspect="1"/>
          </p:cNvGraphicFramePr>
          <p:nvPr>
            <p:extLst>
              <p:ext uri="{D42A27DB-BD31-4B8C-83A1-F6EECF244321}">
                <p14:modId xmlns:p14="http://schemas.microsoft.com/office/powerpoint/2010/main" val="2010949991"/>
              </p:ext>
            </p:extLst>
          </p:nvPr>
        </p:nvGraphicFramePr>
        <p:xfrm>
          <a:off x="3407621" y="5350222"/>
          <a:ext cx="3762651" cy="830495"/>
        </p:xfrm>
        <a:graphic>
          <a:graphicData uri="http://schemas.openxmlformats.org/presentationml/2006/ole">
            <mc:AlternateContent xmlns:mc="http://schemas.openxmlformats.org/markup-compatibility/2006">
              <mc:Choice xmlns:v="urn:schemas-microsoft-com:vml" Requires="v">
                <p:oleObj name="Equation" r:id="rId13" imgW="2819160" imgH="622080" progId="Equation.DSMT4">
                  <p:embed/>
                </p:oleObj>
              </mc:Choice>
              <mc:Fallback>
                <p:oleObj name="Equation" r:id="rId13" imgW="2819160" imgH="622080" progId="Equation.DSMT4">
                  <p:embed/>
                  <p:pic>
                    <p:nvPicPr>
                      <p:cNvPr id="0" name=""/>
                      <p:cNvPicPr/>
                      <p:nvPr/>
                    </p:nvPicPr>
                    <p:blipFill>
                      <a:blip r:embed="rId14"/>
                      <a:stretch>
                        <a:fillRect/>
                      </a:stretch>
                    </p:blipFill>
                    <p:spPr>
                      <a:xfrm>
                        <a:off x="3407621" y="5350222"/>
                        <a:ext cx="3762651" cy="830495"/>
                      </a:xfrm>
                      <a:prstGeom prst="rect">
                        <a:avLst/>
                      </a:prstGeom>
                    </p:spPr>
                  </p:pic>
                </p:oleObj>
              </mc:Fallback>
            </mc:AlternateContent>
          </a:graphicData>
        </a:graphic>
      </p:graphicFrame>
    </p:spTree>
    <p:extLst>
      <p:ext uri="{BB962C8B-B14F-4D97-AF65-F5344CB8AC3E}">
        <p14:creationId xmlns:p14="http://schemas.microsoft.com/office/powerpoint/2010/main" val="3193137288"/>
      </p:ext>
    </p:extLst>
  </p:cSld>
  <p:clrMapOvr>
    <a:masterClrMapping/>
  </p:clrMapOvr>
  <p:transition advTm="18857"/>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A75384B-4CF3-0B83-6FBC-86443CE81509}"/>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664103E8-BB8B-3840-BCC4-5B0F717D0C16}"/>
              </a:ext>
            </a:extLst>
          </p:cNvPr>
          <p:cNvSpPr txBox="1"/>
          <p:nvPr/>
        </p:nvSpPr>
        <p:spPr>
          <a:xfrm>
            <a:off x="393569" y="920615"/>
            <a:ext cx="11644460" cy="2536400"/>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左后腿（</a:t>
            </a:r>
            <a:r>
              <a:rPr lang="en-US" altLang="zh-CN" dirty="0">
                <a:latin typeface="微软雅黑" panose="020B0503020204020204" pitchFamily="34" charset="-122"/>
                <a:ea typeface="微软雅黑" panose="020B0503020204020204" pitchFamily="34" charset="-122"/>
              </a:rPr>
              <a:t>LH</a:t>
            </a:r>
            <a:r>
              <a:rPr lang="zh-CN" altLang="en-US" dirty="0">
                <a:latin typeface="微软雅黑" panose="020B0503020204020204" pitchFamily="34" charset="-122"/>
                <a:ea typeface="微软雅黑" panose="020B0503020204020204" pitchFamily="34" charset="-122"/>
              </a:rPr>
              <a:t>）坐标变换：</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en-US" dirty="0">
                <a:latin typeface="微软雅黑" panose="020B0503020204020204" pitchFamily="34" charset="-122"/>
                <a:ea typeface="微软雅黑" panose="020B0503020204020204" pitchFamily="34" charset="-122"/>
              </a:rPr>
              <a:t>总逆运动学变换公式如下。</a:t>
            </a:r>
          </a:p>
          <a:p>
            <a:pPr algn="just">
              <a:lnSpc>
                <a:spcPct val="150000"/>
              </a:lnSpc>
            </a:pPr>
            <a:r>
              <a:rPr lang="en-US" altLang="zh-CN" dirty="0">
                <a:latin typeface="微软雅黑" panose="020B0503020204020204" pitchFamily="34" charset="-122"/>
                <a:ea typeface="微软雅黑" panose="020B0503020204020204" pitchFamily="34" charset="-122"/>
              </a:rPr>
              <a:t>RF</a:t>
            </a:r>
            <a:r>
              <a:rPr lang="zh-CN" altLang="en-US" dirty="0">
                <a:latin typeface="微软雅黑" panose="020B0503020204020204" pitchFamily="34" charset="-122"/>
                <a:ea typeface="微软雅黑" panose="020B0503020204020204" pitchFamily="34" charset="-122"/>
              </a:rPr>
              <a:t>角度表示公式：</a:t>
            </a:r>
          </a:p>
          <a:p>
            <a:pPr algn="just">
              <a:lnSpc>
                <a:spcPct val="150000"/>
              </a:lnSpc>
            </a:pPr>
            <a:endParaRPr lang="en-US" altLang="zh-CN" dirty="0">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1924ABB2-4D14-1785-ADF4-44343873FAFC}"/>
              </a:ext>
            </a:extLst>
          </p:cNvPr>
          <p:cNvGraphicFramePr>
            <a:graphicFrameLocks noChangeAspect="1"/>
          </p:cNvGraphicFramePr>
          <p:nvPr>
            <p:extLst>
              <p:ext uri="{D42A27DB-BD31-4B8C-83A1-F6EECF244321}">
                <p14:modId xmlns:p14="http://schemas.microsoft.com/office/powerpoint/2010/main" val="2978052375"/>
              </p:ext>
            </p:extLst>
          </p:nvPr>
        </p:nvGraphicFramePr>
        <p:xfrm>
          <a:off x="3130877" y="1068372"/>
          <a:ext cx="4085838" cy="901829"/>
        </p:xfrm>
        <a:graphic>
          <a:graphicData uri="http://schemas.openxmlformats.org/presentationml/2006/ole">
            <mc:AlternateContent xmlns:mc="http://schemas.openxmlformats.org/markup-compatibility/2006">
              <mc:Choice xmlns:v="urn:schemas-microsoft-com:vml" Requires="v">
                <p:oleObj name="Equation" r:id="rId3" imgW="2819160" imgH="622080" progId="Equation.DSMT4">
                  <p:embed/>
                </p:oleObj>
              </mc:Choice>
              <mc:Fallback>
                <p:oleObj name="Equation" r:id="rId3" imgW="2819160" imgH="622080" progId="Equation.DSMT4">
                  <p:embed/>
                  <p:pic>
                    <p:nvPicPr>
                      <p:cNvPr id="0" name=""/>
                      <p:cNvPicPr/>
                      <p:nvPr/>
                    </p:nvPicPr>
                    <p:blipFill>
                      <a:blip r:embed="rId4"/>
                      <a:stretch>
                        <a:fillRect/>
                      </a:stretch>
                    </p:blipFill>
                    <p:spPr>
                      <a:xfrm>
                        <a:off x="3130877" y="1068372"/>
                        <a:ext cx="4085838" cy="901829"/>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3F9446B-D3C6-4765-371F-6B871F878663}"/>
              </a:ext>
            </a:extLst>
          </p:cNvPr>
          <p:cNvGraphicFramePr>
            <a:graphicFrameLocks noChangeAspect="1"/>
          </p:cNvGraphicFramePr>
          <p:nvPr>
            <p:extLst>
              <p:ext uri="{D42A27DB-BD31-4B8C-83A1-F6EECF244321}">
                <p14:modId xmlns:p14="http://schemas.microsoft.com/office/powerpoint/2010/main" val="879134177"/>
              </p:ext>
            </p:extLst>
          </p:nvPr>
        </p:nvGraphicFramePr>
        <p:xfrm>
          <a:off x="2863261" y="2721318"/>
          <a:ext cx="1790016" cy="707681"/>
        </p:xfrm>
        <a:graphic>
          <a:graphicData uri="http://schemas.openxmlformats.org/presentationml/2006/ole">
            <mc:AlternateContent xmlns:mc="http://schemas.openxmlformats.org/markup-compatibility/2006">
              <mc:Choice xmlns:v="urn:schemas-microsoft-com:vml" Requires="v">
                <p:oleObj name="Equation" r:id="rId5" imgW="1091880" imgH="431640" progId="Equation.DSMT4">
                  <p:embed/>
                </p:oleObj>
              </mc:Choice>
              <mc:Fallback>
                <p:oleObj name="Equation" r:id="rId5" imgW="1091880" imgH="431640" progId="Equation.DSMT4">
                  <p:embed/>
                  <p:pic>
                    <p:nvPicPr>
                      <p:cNvPr id="0" name=""/>
                      <p:cNvPicPr/>
                      <p:nvPr/>
                    </p:nvPicPr>
                    <p:blipFill>
                      <a:blip r:embed="rId6"/>
                      <a:stretch>
                        <a:fillRect/>
                      </a:stretch>
                    </p:blipFill>
                    <p:spPr>
                      <a:xfrm>
                        <a:off x="2863261" y="2721318"/>
                        <a:ext cx="1790016" cy="707681"/>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550D7E4D-9B1E-A5DB-9BB5-3758E511B08F}"/>
              </a:ext>
            </a:extLst>
          </p:cNvPr>
          <p:cNvGraphicFramePr>
            <a:graphicFrameLocks noChangeAspect="1"/>
          </p:cNvGraphicFramePr>
          <p:nvPr>
            <p:extLst>
              <p:ext uri="{D42A27DB-BD31-4B8C-83A1-F6EECF244321}">
                <p14:modId xmlns:p14="http://schemas.microsoft.com/office/powerpoint/2010/main" val="3914948207"/>
              </p:ext>
            </p:extLst>
          </p:nvPr>
        </p:nvGraphicFramePr>
        <p:xfrm>
          <a:off x="5466498" y="2806159"/>
          <a:ext cx="1267157" cy="622840"/>
        </p:xfrm>
        <a:graphic>
          <a:graphicData uri="http://schemas.openxmlformats.org/presentationml/2006/ole">
            <mc:AlternateContent xmlns:mc="http://schemas.openxmlformats.org/markup-compatibility/2006">
              <mc:Choice xmlns:v="urn:schemas-microsoft-com:vml" Requires="v">
                <p:oleObj name="Equation" r:id="rId7" imgW="749160" imgH="368280" progId="Equation.DSMT4">
                  <p:embed/>
                </p:oleObj>
              </mc:Choice>
              <mc:Fallback>
                <p:oleObj name="Equation" r:id="rId7" imgW="749160" imgH="368280" progId="Equation.DSMT4">
                  <p:embed/>
                  <p:pic>
                    <p:nvPicPr>
                      <p:cNvPr id="0" name=""/>
                      <p:cNvPicPr/>
                      <p:nvPr/>
                    </p:nvPicPr>
                    <p:blipFill>
                      <a:blip r:embed="rId8"/>
                      <a:stretch>
                        <a:fillRect/>
                      </a:stretch>
                    </p:blipFill>
                    <p:spPr>
                      <a:xfrm>
                        <a:off x="5466498" y="2806159"/>
                        <a:ext cx="1267157" cy="62284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AFA10B3A-920C-0796-D6A8-AECC63876B39}"/>
              </a:ext>
            </a:extLst>
          </p:cNvPr>
          <p:cNvGraphicFramePr>
            <a:graphicFrameLocks noChangeAspect="1"/>
          </p:cNvGraphicFramePr>
          <p:nvPr>
            <p:extLst>
              <p:ext uri="{D42A27DB-BD31-4B8C-83A1-F6EECF244321}">
                <p14:modId xmlns:p14="http://schemas.microsoft.com/office/powerpoint/2010/main" val="572816601"/>
              </p:ext>
            </p:extLst>
          </p:nvPr>
        </p:nvGraphicFramePr>
        <p:xfrm>
          <a:off x="2670992" y="3604772"/>
          <a:ext cx="2317871" cy="988742"/>
        </p:xfrm>
        <a:graphic>
          <a:graphicData uri="http://schemas.openxmlformats.org/presentationml/2006/ole">
            <mc:AlternateContent xmlns:mc="http://schemas.openxmlformats.org/markup-compatibility/2006">
              <mc:Choice xmlns:v="urn:schemas-microsoft-com:vml" Requires="v">
                <p:oleObj name="Equation" r:id="rId9" imgW="1815840" imgH="774360" progId="Equation.DSMT4">
                  <p:embed/>
                </p:oleObj>
              </mc:Choice>
              <mc:Fallback>
                <p:oleObj name="Equation" r:id="rId9" imgW="1815840" imgH="774360" progId="Equation.DSMT4">
                  <p:embed/>
                  <p:pic>
                    <p:nvPicPr>
                      <p:cNvPr id="0" name=""/>
                      <p:cNvPicPr/>
                      <p:nvPr/>
                    </p:nvPicPr>
                    <p:blipFill>
                      <a:blip r:embed="rId10"/>
                      <a:stretch>
                        <a:fillRect/>
                      </a:stretch>
                    </p:blipFill>
                    <p:spPr>
                      <a:xfrm>
                        <a:off x="2670992" y="3604772"/>
                        <a:ext cx="2317871" cy="98874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F2A08971-165C-5A70-A99C-17E0C1E930F9}"/>
              </a:ext>
            </a:extLst>
          </p:cNvPr>
          <p:cNvGraphicFramePr>
            <a:graphicFrameLocks noChangeAspect="1"/>
          </p:cNvGraphicFramePr>
          <p:nvPr>
            <p:extLst>
              <p:ext uri="{D42A27DB-BD31-4B8C-83A1-F6EECF244321}">
                <p14:modId xmlns:p14="http://schemas.microsoft.com/office/powerpoint/2010/main" val="1832584617"/>
              </p:ext>
            </p:extLst>
          </p:nvPr>
        </p:nvGraphicFramePr>
        <p:xfrm>
          <a:off x="5765800" y="3883573"/>
          <a:ext cx="1239498" cy="381384"/>
        </p:xfrm>
        <a:graphic>
          <a:graphicData uri="http://schemas.openxmlformats.org/presentationml/2006/ole">
            <mc:AlternateContent xmlns:mc="http://schemas.openxmlformats.org/markup-compatibility/2006">
              <mc:Choice xmlns:v="urn:schemas-microsoft-com:vml" Requires="v">
                <p:oleObj name="Equation" r:id="rId11" imgW="660240" imgH="203040" progId="Equation.DSMT4">
                  <p:embed/>
                </p:oleObj>
              </mc:Choice>
              <mc:Fallback>
                <p:oleObj name="Equation" r:id="rId11" imgW="660240" imgH="203040" progId="Equation.DSMT4">
                  <p:embed/>
                  <p:pic>
                    <p:nvPicPr>
                      <p:cNvPr id="0" name=""/>
                      <p:cNvPicPr/>
                      <p:nvPr/>
                    </p:nvPicPr>
                    <p:blipFill>
                      <a:blip r:embed="rId12"/>
                      <a:stretch>
                        <a:fillRect/>
                      </a:stretch>
                    </p:blipFill>
                    <p:spPr>
                      <a:xfrm>
                        <a:off x="5765800" y="3883573"/>
                        <a:ext cx="1239498" cy="381384"/>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FF3A945E-F036-4590-B217-9BE0D01AB100}"/>
              </a:ext>
            </a:extLst>
          </p:cNvPr>
          <p:cNvSpPr txBox="1"/>
          <p:nvPr/>
        </p:nvSpPr>
        <p:spPr>
          <a:xfrm>
            <a:off x="7005298" y="3914882"/>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为正值时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2" name="对象 11">
            <a:extLst>
              <a:ext uri="{FF2B5EF4-FFF2-40B4-BE49-F238E27FC236}">
                <a16:creationId xmlns:a16="http://schemas.microsoft.com/office/drawing/2014/main" id="{D1EC4A5B-2CAD-CF6A-36A4-42257A1E7E72}"/>
              </a:ext>
            </a:extLst>
          </p:cNvPr>
          <p:cNvGraphicFramePr>
            <a:graphicFrameLocks noChangeAspect="1"/>
          </p:cNvGraphicFramePr>
          <p:nvPr>
            <p:extLst>
              <p:ext uri="{D42A27DB-BD31-4B8C-83A1-F6EECF244321}">
                <p14:modId xmlns:p14="http://schemas.microsoft.com/office/powerpoint/2010/main" val="3342377823"/>
              </p:ext>
            </p:extLst>
          </p:nvPr>
        </p:nvGraphicFramePr>
        <p:xfrm>
          <a:off x="7366459" y="3874553"/>
          <a:ext cx="281642" cy="409661"/>
        </p:xfrm>
        <a:graphic>
          <a:graphicData uri="http://schemas.openxmlformats.org/presentationml/2006/ole">
            <mc:AlternateContent xmlns:mc="http://schemas.openxmlformats.org/markup-compatibility/2006">
              <mc:Choice xmlns:v="urn:schemas-microsoft-com:vml" Requires="v">
                <p:oleObj name="Equation" r:id="rId13" imgW="139680" imgH="203040" progId="Equation.DSMT4">
                  <p:embed/>
                </p:oleObj>
              </mc:Choice>
              <mc:Fallback>
                <p:oleObj name="Equation" r:id="rId13" imgW="139680" imgH="203040" progId="Equation.DSMT4">
                  <p:embed/>
                  <p:pic>
                    <p:nvPicPr>
                      <p:cNvPr id="12" name="对象 11">
                        <a:extLst>
                          <a:ext uri="{FF2B5EF4-FFF2-40B4-BE49-F238E27FC236}">
                            <a16:creationId xmlns:a16="http://schemas.microsoft.com/office/drawing/2014/main" id="{E4BEE8B7-CFD4-F41D-E281-DFEF7C1A9E71}"/>
                          </a:ext>
                        </a:extLst>
                      </p:cNvPr>
                      <p:cNvPicPr/>
                      <p:nvPr/>
                    </p:nvPicPr>
                    <p:blipFill>
                      <a:blip r:embed="rId14"/>
                      <a:stretch>
                        <a:fillRect/>
                      </a:stretch>
                    </p:blipFill>
                    <p:spPr>
                      <a:xfrm>
                        <a:off x="7366459" y="3874553"/>
                        <a:ext cx="281642" cy="409661"/>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C7E3B117-9034-9980-5C70-634A73BF11D9}"/>
              </a:ext>
            </a:extLst>
          </p:cNvPr>
          <p:cNvGraphicFramePr>
            <a:graphicFrameLocks noChangeAspect="1"/>
          </p:cNvGraphicFramePr>
          <p:nvPr>
            <p:extLst>
              <p:ext uri="{D42A27DB-BD31-4B8C-83A1-F6EECF244321}">
                <p14:modId xmlns:p14="http://schemas.microsoft.com/office/powerpoint/2010/main" val="2034718738"/>
              </p:ext>
            </p:extLst>
          </p:nvPr>
        </p:nvGraphicFramePr>
        <p:xfrm>
          <a:off x="2670991" y="4842352"/>
          <a:ext cx="2317871" cy="988742"/>
        </p:xfrm>
        <a:graphic>
          <a:graphicData uri="http://schemas.openxmlformats.org/presentationml/2006/ole">
            <mc:AlternateContent xmlns:mc="http://schemas.openxmlformats.org/markup-compatibility/2006">
              <mc:Choice xmlns:v="urn:schemas-microsoft-com:vml" Requires="v">
                <p:oleObj name="Equation" r:id="rId15" imgW="1815840" imgH="774360" progId="Equation.DSMT4">
                  <p:embed/>
                </p:oleObj>
              </mc:Choice>
              <mc:Fallback>
                <p:oleObj name="Equation" r:id="rId15" imgW="1815840" imgH="774360" progId="Equation.DSMT4">
                  <p:embed/>
                  <p:pic>
                    <p:nvPicPr>
                      <p:cNvPr id="0" name=""/>
                      <p:cNvPicPr/>
                      <p:nvPr/>
                    </p:nvPicPr>
                    <p:blipFill>
                      <a:blip r:embed="rId16"/>
                      <a:stretch>
                        <a:fillRect/>
                      </a:stretch>
                    </p:blipFill>
                    <p:spPr>
                      <a:xfrm>
                        <a:off x="2670991" y="4842352"/>
                        <a:ext cx="2317871" cy="988742"/>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9B45ACBD-87E2-35CF-9503-B97E2B027E2E}"/>
              </a:ext>
            </a:extLst>
          </p:cNvPr>
          <p:cNvSpPr txBox="1"/>
          <p:nvPr/>
        </p:nvSpPr>
        <p:spPr>
          <a:xfrm>
            <a:off x="5788779" y="5158963"/>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5" name="对象 14">
            <a:extLst>
              <a:ext uri="{FF2B5EF4-FFF2-40B4-BE49-F238E27FC236}">
                <a16:creationId xmlns:a16="http://schemas.microsoft.com/office/drawing/2014/main" id="{BABBB20C-E185-62F5-8BB0-D0327C0BAF85}"/>
              </a:ext>
            </a:extLst>
          </p:cNvPr>
          <p:cNvGraphicFramePr>
            <a:graphicFrameLocks noChangeAspect="1"/>
          </p:cNvGraphicFramePr>
          <p:nvPr>
            <p:extLst>
              <p:ext uri="{D42A27DB-BD31-4B8C-83A1-F6EECF244321}">
                <p14:modId xmlns:p14="http://schemas.microsoft.com/office/powerpoint/2010/main" val="609089315"/>
              </p:ext>
            </p:extLst>
          </p:nvPr>
        </p:nvGraphicFramePr>
        <p:xfrm>
          <a:off x="6149940" y="5118634"/>
          <a:ext cx="281642" cy="409661"/>
        </p:xfrm>
        <a:graphic>
          <a:graphicData uri="http://schemas.openxmlformats.org/presentationml/2006/ole">
            <mc:AlternateContent xmlns:mc="http://schemas.openxmlformats.org/markup-compatibility/2006">
              <mc:Choice xmlns:v="urn:schemas-microsoft-com:vml" Requires="v">
                <p:oleObj name="Equation" r:id="rId17" imgW="139680" imgH="203040" progId="Equation.DSMT4">
                  <p:embed/>
                </p:oleObj>
              </mc:Choice>
              <mc:Fallback>
                <p:oleObj name="Equation" r:id="rId17" imgW="139680" imgH="203040" progId="Equation.DSMT4">
                  <p:embed/>
                  <p:pic>
                    <p:nvPicPr>
                      <p:cNvPr id="5" name="对象 4">
                        <a:extLst>
                          <a:ext uri="{FF2B5EF4-FFF2-40B4-BE49-F238E27FC236}">
                            <a16:creationId xmlns:a16="http://schemas.microsoft.com/office/drawing/2014/main" id="{C58D63A0-3183-A133-9D79-19B1B8BE5B0C}"/>
                          </a:ext>
                        </a:extLst>
                      </p:cNvPr>
                      <p:cNvPicPr/>
                      <p:nvPr/>
                    </p:nvPicPr>
                    <p:blipFill>
                      <a:blip r:embed="rId14"/>
                      <a:stretch>
                        <a:fillRect/>
                      </a:stretch>
                    </p:blipFill>
                    <p:spPr>
                      <a:xfrm>
                        <a:off x="6149940" y="5118634"/>
                        <a:ext cx="281642" cy="409661"/>
                      </a:xfrm>
                      <a:prstGeom prst="rect">
                        <a:avLst/>
                      </a:prstGeom>
                    </p:spPr>
                  </p:pic>
                </p:oleObj>
              </mc:Fallback>
            </mc:AlternateContent>
          </a:graphicData>
        </a:graphic>
      </p:graphicFrame>
    </p:spTree>
    <p:extLst>
      <p:ext uri="{BB962C8B-B14F-4D97-AF65-F5344CB8AC3E}">
        <p14:creationId xmlns:p14="http://schemas.microsoft.com/office/powerpoint/2010/main" val="1718732195"/>
      </p:ext>
    </p:extLst>
  </p:cSld>
  <p:clrMapOvr>
    <a:masterClrMapping/>
  </p:clrMapOvr>
  <p:transition advTm="18857"/>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E3E47FC4-6117-AD2B-89C5-5A4A42F0C820}"/>
              </a:ext>
            </a:extLst>
          </p:cNvPr>
          <p:cNvGraphicFramePr>
            <a:graphicFrameLocks noChangeAspect="1"/>
          </p:cNvGraphicFramePr>
          <p:nvPr>
            <p:extLst>
              <p:ext uri="{D42A27DB-BD31-4B8C-83A1-F6EECF244321}">
                <p14:modId xmlns:p14="http://schemas.microsoft.com/office/powerpoint/2010/main" val="2682772571"/>
              </p:ext>
            </p:extLst>
          </p:nvPr>
        </p:nvGraphicFramePr>
        <p:xfrm>
          <a:off x="3428127" y="1251840"/>
          <a:ext cx="2299912" cy="605240"/>
        </p:xfrm>
        <a:graphic>
          <a:graphicData uri="http://schemas.openxmlformats.org/presentationml/2006/ole">
            <mc:AlternateContent xmlns:mc="http://schemas.openxmlformats.org/markup-compatibility/2006">
              <mc:Choice xmlns:v="urn:schemas-microsoft-com:vml" Requires="v">
                <p:oleObj name="Equation" r:id="rId3" imgW="1688760" imgH="444240" progId="Equation.DSMT4">
                  <p:embed/>
                </p:oleObj>
              </mc:Choice>
              <mc:Fallback>
                <p:oleObj name="Equation" r:id="rId3" imgW="1688760" imgH="444240" progId="Equation.DSMT4">
                  <p:embed/>
                  <p:pic>
                    <p:nvPicPr>
                      <p:cNvPr id="0" name=""/>
                      <p:cNvPicPr/>
                      <p:nvPr/>
                    </p:nvPicPr>
                    <p:blipFill>
                      <a:blip r:embed="rId4"/>
                      <a:stretch>
                        <a:fillRect/>
                      </a:stretch>
                    </p:blipFill>
                    <p:spPr>
                      <a:xfrm>
                        <a:off x="3428127" y="1251840"/>
                        <a:ext cx="2299912" cy="60524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1BBFB06B-29E3-F6F8-2699-FC8F017A9826}"/>
              </a:ext>
            </a:extLst>
          </p:cNvPr>
          <p:cNvGraphicFramePr>
            <a:graphicFrameLocks noChangeAspect="1"/>
          </p:cNvGraphicFramePr>
          <p:nvPr>
            <p:extLst>
              <p:ext uri="{D42A27DB-BD31-4B8C-83A1-F6EECF244321}">
                <p14:modId xmlns:p14="http://schemas.microsoft.com/office/powerpoint/2010/main" val="2575461406"/>
              </p:ext>
            </p:extLst>
          </p:nvPr>
        </p:nvGraphicFramePr>
        <p:xfrm>
          <a:off x="6648349" y="1251840"/>
          <a:ext cx="1252221" cy="605240"/>
        </p:xfrm>
        <a:graphic>
          <a:graphicData uri="http://schemas.openxmlformats.org/presentationml/2006/ole">
            <mc:AlternateContent xmlns:mc="http://schemas.openxmlformats.org/markup-compatibility/2006">
              <mc:Choice xmlns:v="urn:schemas-microsoft-com:vml" Requires="v">
                <p:oleObj name="Equation" r:id="rId5" imgW="761760" imgH="368280" progId="Equation.DSMT4">
                  <p:embed/>
                </p:oleObj>
              </mc:Choice>
              <mc:Fallback>
                <p:oleObj name="Equation" r:id="rId5" imgW="761760" imgH="368280" progId="Equation.DSMT4">
                  <p:embed/>
                  <p:pic>
                    <p:nvPicPr>
                      <p:cNvPr id="0" name=""/>
                      <p:cNvPicPr/>
                      <p:nvPr/>
                    </p:nvPicPr>
                    <p:blipFill>
                      <a:blip r:embed="rId6"/>
                      <a:stretch>
                        <a:fillRect/>
                      </a:stretch>
                    </p:blipFill>
                    <p:spPr>
                      <a:xfrm>
                        <a:off x="6648349" y="1251840"/>
                        <a:ext cx="1252221" cy="60524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81DD6A30-6630-F52A-02A4-0BCE8C4104E9}"/>
              </a:ext>
            </a:extLst>
          </p:cNvPr>
          <p:cNvGraphicFramePr>
            <a:graphicFrameLocks noChangeAspect="1"/>
          </p:cNvGraphicFramePr>
          <p:nvPr>
            <p:extLst>
              <p:ext uri="{D42A27DB-BD31-4B8C-83A1-F6EECF244321}">
                <p14:modId xmlns:p14="http://schemas.microsoft.com/office/powerpoint/2010/main" val="3614515270"/>
              </p:ext>
            </p:extLst>
          </p:nvPr>
        </p:nvGraphicFramePr>
        <p:xfrm>
          <a:off x="3722803" y="1985792"/>
          <a:ext cx="3156760" cy="405869"/>
        </p:xfrm>
        <a:graphic>
          <a:graphicData uri="http://schemas.openxmlformats.org/presentationml/2006/ole">
            <mc:AlternateContent xmlns:mc="http://schemas.openxmlformats.org/markup-compatibility/2006">
              <mc:Choice xmlns:v="urn:schemas-microsoft-com:vml" Requires="v">
                <p:oleObj name="Equation" r:id="rId7" imgW="1777680" imgH="228600" progId="Equation.DSMT4">
                  <p:embed/>
                </p:oleObj>
              </mc:Choice>
              <mc:Fallback>
                <p:oleObj name="Equation" r:id="rId7" imgW="1777680" imgH="228600" progId="Equation.DSMT4">
                  <p:embed/>
                  <p:pic>
                    <p:nvPicPr>
                      <p:cNvPr id="0" name=""/>
                      <p:cNvPicPr/>
                      <p:nvPr/>
                    </p:nvPicPr>
                    <p:blipFill>
                      <a:blip r:embed="rId8"/>
                      <a:stretch>
                        <a:fillRect/>
                      </a:stretch>
                    </p:blipFill>
                    <p:spPr>
                      <a:xfrm>
                        <a:off x="3722803" y="1985792"/>
                        <a:ext cx="3156760" cy="405869"/>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4041D6FB-306F-7FE8-63B5-D9A6E9CBBC1D}"/>
              </a:ext>
            </a:extLst>
          </p:cNvPr>
          <p:cNvGraphicFramePr>
            <a:graphicFrameLocks noChangeAspect="1"/>
          </p:cNvGraphicFramePr>
          <p:nvPr>
            <p:extLst>
              <p:ext uri="{D42A27DB-BD31-4B8C-83A1-F6EECF244321}">
                <p14:modId xmlns:p14="http://schemas.microsoft.com/office/powerpoint/2010/main" val="1399124162"/>
              </p:ext>
            </p:extLst>
          </p:nvPr>
        </p:nvGraphicFramePr>
        <p:xfrm>
          <a:off x="4810812" y="2520372"/>
          <a:ext cx="1217607" cy="405869"/>
        </p:xfrm>
        <a:graphic>
          <a:graphicData uri="http://schemas.openxmlformats.org/presentationml/2006/ole">
            <mc:AlternateContent xmlns:mc="http://schemas.openxmlformats.org/markup-compatibility/2006">
              <mc:Choice xmlns:v="urn:schemas-microsoft-com:vml" Requires="v">
                <p:oleObj name="Equation" r:id="rId9" imgW="609480" imgH="203040" progId="Equation.DSMT4">
                  <p:embed/>
                </p:oleObj>
              </mc:Choice>
              <mc:Fallback>
                <p:oleObj name="Equation" r:id="rId9" imgW="609480" imgH="203040" progId="Equation.DSMT4">
                  <p:embed/>
                  <p:pic>
                    <p:nvPicPr>
                      <p:cNvPr id="0" name=""/>
                      <p:cNvPicPr/>
                      <p:nvPr/>
                    </p:nvPicPr>
                    <p:blipFill>
                      <a:blip r:embed="rId10"/>
                      <a:stretch>
                        <a:fillRect/>
                      </a:stretch>
                    </p:blipFill>
                    <p:spPr>
                      <a:xfrm>
                        <a:off x="4810812" y="2520372"/>
                        <a:ext cx="1217607" cy="405869"/>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19DB30B6-478F-6850-897E-FAD251CF5750}"/>
              </a:ext>
            </a:extLst>
          </p:cNvPr>
          <p:cNvGraphicFramePr>
            <a:graphicFrameLocks noChangeAspect="1"/>
          </p:cNvGraphicFramePr>
          <p:nvPr>
            <p:extLst>
              <p:ext uri="{D42A27DB-BD31-4B8C-83A1-F6EECF244321}">
                <p14:modId xmlns:p14="http://schemas.microsoft.com/office/powerpoint/2010/main" val="4256215340"/>
              </p:ext>
            </p:extLst>
          </p:nvPr>
        </p:nvGraphicFramePr>
        <p:xfrm>
          <a:off x="4810812" y="3021543"/>
          <a:ext cx="1547376" cy="405869"/>
        </p:xfrm>
        <a:graphic>
          <a:graphicData uri="http://schemas.openxmlformats.org/presentationml/2006/ole">
            <mc:AlternateContent xmlns:mc="http://schemas.openxmlformats.org/markup-compatibility/2006">
              <mc:Choice xmlns:v="urn:schemas-microsoft-com:vml" Requires="v">
                <p:oleObj name="Equation" r:id="rId11" imgW="774360" imgH="203040" progId="Equation.DSMT4">
                  <p:embed/>
                </p:oleObj>
              </mc:Choice>
              <mc:Fallback>
                <p:oleObj name="Equation" r:id="rId11" imgW="774360" imgH="203040" progId="Equation.DSMT4">
                  <p:embed/>
                  <p:pic>
                    <p:nvPicPr>
                      <p:cNvPr id="0" name=""/>
                      <p:cNvPicPr/>
                      <p:nvPr/>
                    </p:nvPicPr>
                    <p:blipFill>
                      <a:blip r:embed="rId12"/>
                      <a:stretch>
                        <a:fillRect/>
                      </a:stretch>
                    </p:blipFill>
                    <p:spPr>
                      <a:xfrm>
                        <a:off x="4810812" y="3021543"/>
                        <a:ext cx="1547376" cy="405869"/>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A9E5F338-46AD-FC0D-C974-54ACAE9B364E}"/>
              </a:ext>
            </a:extLst>
          </p:cNvPr>
          <p:cNvSpPr txBox="1"/>
          <p:nvPr/>
        </p:nvSpPr>
        <p:spPr>
          <a:xfrm>
            <a:off x="756855" y="3371457"/>
            <a:ext cx="6122708" cy="458908"/>
          </a:xfrm>
          <a:prstGeom prst="rect">
            <a:avLst/>
          </a:prstGeom>
          <a:noFill/>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RH</a:t>
            </a:r>
            <a:r>
              <a:rPr lang="zh-CN" altLang="en-US" dirty="0">
                <a:latin typeface="微软雅黑" panose="020B0503020204020204" pitchFamily="34" charset="-122"/>
                <a:ea typeface="微软雅黑" panose="020B0503020204020204" pitchFamily="34" charset="-122"/>
              </a:rPr>
              <a:t>角度表示公式：</a:t>
            </a:r>
          </a:p>
        </p:txBody>
      </p:sp>
      <p:graphicFrame>
        <p:nvGraphicFramePr>
          <p:cNvPr id="10" name="对象 9">
            <a:extLst>
              <a:ext uri="{FF2B5EF4-FFF2-40B4-BE49-F238E27FC236}">
                <a16:creationId xmlns:a16="http://schemas.microsoft.com/office/drawing/2014/main" id="{31C9DB19-E6DD-CA95-C269-916422A2AB61}"/>
              </a:ext>
            </a:extLst>
          </p:cNvPr>
          <p:cNvGraphicFramePr>
            <a:graphicFrameLocks noChangeAspect="1"/>
          </p:cNvGraphicFramePr>
          <p:nvPr>
            <p:extLst>
              <p:ext uri="{D42A27DB-BD31-4B8C-83A1-F6EECF244321}">
                <p14:modId xmlns:p14="http://schemas.microsoft.com/office/powerpoint/2010/main" val="1426876671"/>
              </p:ext>
            </p:extLst>
          </p:nvPr>
        </p:nvGraphicFramePr>
        <p:xfrm>
          <a:off x="3176703" y="3843781"/>
          <a:ext cx="1698900" cy="671658"/>
        </p:xfrm>
        <a:graphic>
          <a:graphicData uri="http://schemas.openxmlformats.org/presentationml/2006/ole">
            <mc:AlternateContent xmlns:mc="http://schemas.openxmlformats.org/markup-compatibility/2006">
              <mc:Choice xmlns:v="urn:schemas-microsoft-com:vml" Requires="v">
                <p:oleObj name="Equation" r:id="rId13" imgW="1091880" imgH="431640" progId="Equation.DSMT4">
                  <p:embed/>
                </p:oleObj>
              </mc:Choice>
              <mc:Fallback>
                <p:oleObj name="Equation" r:id="rId13" imgW="1091880" imgH="431640" progId="Equation.DSMT4">
                  <p:embed/>
                  <p:pic>
                    <p:nvPicPr>
                      <p:cNvPr id="0" name=""/>
                      <p:cNvPicPr/>
                      <p:nvPr/>
                    </p:nvPicPr>
                    <p:blipFill>
                      <a:blip r:embed="rId14"/>
                      <a:stretch>
                        <a:fillRect/>
                      </a:stretch>
                    </p:blipFill>
                    <p:spPr>
                      <a:xfrm>
                        <a:off x="3176703" y="3843781"/>
                        <a:ext cx="1698900" cy="671658"/>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DF64E18-5550-9AAA-3DB5-7CE3DDD97B5B}"/>
              </a:ext>
            </a:extLst>
          </p:cNvPr>
          <p:cNvGraphicFramePr>
            <a:graphicFrameLocks noChangeAspect="1"/>
          </p:cNvGraphicFramePr>
          <p:nvPr>
            <p:extLst>
              <p:ext uri="{D42A27DB-BD31-4B8C-83A1-F6EECF244321}">
                <p14:modId xmlns:p14="http://schemas.microsoft.com/office/powerpoint/2010/main" val="1706129848"/>
              </p:ext>
            </p:extLst>
          </p:nvPr>
        </p:nvGraphicFramePr>
        <p:xfrm>
          <a:off x="5653768" y="3907424"/>
          <a:ext cx="1137105" cy="558916"/>
        </p:xfrm>
        <a:graphic>
          <a:graphicData uri="http://schemas.openxmlformats.org/presentationml/2006/ole">
            <mc:AlternateContent xmlns:mc="http://schemas.openxmlformats.org/markup-compatibility/2006">
              <mc:Choice xmlns:v="urn:schemas-microsoft-com:vml" Requires="v">
                <p:oleObj name="Equation" r:id="rId15" imgW="749160" imgH="368280" progId="Equation.DSMT4">
                  <p:embed/>
                </p:oleObj>
              </mc:Choice>
              <mc:Fallback>
                <p:oleObj name="Equation" r:id="rId15" imgW="749160" imgH="368280" progId="Equation.DSMT4">
                  <p:embed/>
                  <p:pic>
                    <p:nvPicPr>
                      <p:cNvPr id="0" name=""/>
                      <p:cNvPicPr/>
                      <p:nvPr/>
                    </p:nvPicPr>
                    <p:blipFill>
                      <a:blip r:embed="rId16"/>
                      <a:stretch>
                        <a:fillRect/>
                      </a:stretch>
                    </p:blipFill>
                    <p:spPr>
                      <a:xfrm>
                        <a:off x="5653768" y="3907424"/>
                        <a:ext cx="1137105" cy="558916"/>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82C7450D-C689-618D-19AC-A47EF5AF41A3}"/>
              </a:ext>
            </a:extLst>
          </p:cNvPr>
          <p:cNvGraphicFramePr>
            <a:graphicFrameLocks noChangeAspect="1"/>
          </p:cNvGraphicFramePr>
          <p:nvPr>
            <p:extLst>
              <p:ext uri="{D42A27DB-BD31-4B8C-83A1-F6EECF244321}">
                <p14:modId xmlns:p14="http://schemas.microsoft.com/office/powerpoint/2010/main" val="216007267"/>
              </p:ext>
            </p:extLst>
          </p:nvPr>
        </p:nvGraphicFramePr>
        <p:xfrm>
          <a:off x="2994711" y="4826493"/>
          <a:ext cx="2408851" cy="1027552"/>
        </p:xfrm>
        <a:graphic>
          <a:graphicData uri="http://schemas.openxmlformats.org/presentationml/2006/ole">
            <mc:AlternateContent xmlns:mc="http://schemas.openxmlformats.org/markup-compatibility/2006">
              <mc:Choice xmlns:v="urn:schemas-microsoft-com:vml" Requires="v">
                <p:oleObj name="Equation" r:id="rId17" imgW="1815840" imgH="774360" progId="Equation.DSMT4">
                  <p:embed/>
                </p:oleObj>
              </mc:Choice>
              <mc:Fallback>
                <p:oleObj name="Equation" r:id="rId17" imgW="1815840" imgH="774360" progId="Equation.DSMT4">
                  <p:embed/>
                  <p:pic>
                    <p:nvPicPr>
                      <p:cNvPr id="0" name=""/>
                      <p:cNvPicPr/>
                      <p:nvPr/>
                    </p:nvPicPr>
                    <p:blipFill>
                      <a:blip r:embed="rId18"/>
                      <a:stretch>
                        <a:fillRect/>
                      </a:stretch>
                    </p:blipFill>
                    <p:spPr>
                      <a:xfrm>
                        <a:off x="2994711" y="4826493"/>
                        <a:ext cx="2408851" cy="102755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94FC04C1-7AC5-D3C2-62F9-960D8B1B197F}"/>
              </a:ext>
            </a:extLst>
          </p:cNvPr>
          <p:cNvGraphicFramePr>
            <a:graphicFrameLocks noChangeAspect="1"/>
          </p:cNvGraphicFramePr>
          <p:nvPr>
            <p:extLst>
              <p:ext uri="{D42A27DB-BD31-4B8C-83A1-F6EECF244321}">
                <p14:modId xmlns:p14="http://schemas.microsoft.com/office/powerpoint/2010/main" val="3703742162"/>
              </p:ext>
            </p:extLst>
          </p:nvPr>
        </p:nvGraphicFramePr>
        <p:xfrm>
          <a:off x="6222320" y="5144195"/>
          <a:ext cx="1319074" cy="405869"/>
        </p:xfrm>
        <a:graphic>
          <a:graphicData uri="http://schemas.openxmlformats.org/presentationml/2006/ole">
            <mc:AlternateContent xmlns:mc="http://schemas.openxmlformats.org/markup-compatibility/2006">
              <mc:Choice xmlns:v="urn:schemas-microsoft-com:vml" Requires="v">
                <p:oleObj name="Equation" r:id="rId19" imgW="660240" imgH="203040" progId="Equation.DSMT4">
                  <p:embed/>
                </p:oleObj>
              </mc:Choice>
              <mc:Fallback>
                <p:oleObj name="Equation" r:id="rId19" imgW="660240" imgH="203040" progId="Equation.DSMT4">
                  <p:embed/>
                  <p:pic>
                    <p:nvPicPr>
                      <p:cNvPr id="0" name=""/>
                      <p:cNvPicPr/>
                      <p:nvPr/>
                    </p:nvPicPr>
                    <p:blipFill>
                      <a:blip r:embed="rId20"/>
                      <a:stretch>
                        <a:fillRect/>
                      </a:stretch>
                    </p:blipFill>
                    <p:spPr>
                      <a:xfrm>
                        <a:off x="6222320" y="5144195"/>
                        <a:ext cx="1319074" cy="405869"/>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B59CE642-E760-4577-3F6A-A059A3F45759}"/>
              </a:ext>
            </a:extLst>
          </p:cNvPr>
          <p:cNvSpPr txBox="1"/>
          <p:nvPr/>
        </p:nvSpPr>
        <p:spPr>
          <a:xfrm>
            <a:off x="8095956" y="5144195"/>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为正值时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5" name="对象 14">
            <a:extLst>
              <a:ext uri="{FF2B5EF4-FFF2-40B4-BE49-F238E27FC236}">
                <a16:creationId xmlns:a16="http://schemas.microsoft.com/office/drawing/2014/main" id="{D413C5F3-9628-E73A-54F4-0D1302705CFC}"/>
              </a:ext>
            </a:extLst>
          </p:cNvPr>
          <p:cNvGraphicFramePr>
            <a:graphicFrameLocks noChangeAspect="1"/>
          </p:cNvGraphicFramePr>
          <p:nvPr>
            <p:extLst>
              <p:ext uri="{D42A27DB-BD31-4B8C-83A1-F6EECF244321}">
                <p14:modId xmlns:p14="http://schemas.microsoft.com/office/powerpoint/2010/main" val="2012290263"/>
              </p:ext>
            </p:extLst>
          </p:nvPr>
        </p:nvGraphicFramePr>
        <p:xfrm>
          <a:off x="8457117" y="5103866"/>
          <a:ext cx="281642" cy="409661"/>
        </p:xfrm>
        <a:graphic>
          <a:graphicData uri="http://schemas.openxmlformats.org/presentationml/2006/ole">
            <mc:AlternateContent xmlns:mc="http://schemas.openxmlformats.org/markup-compatibility/2006">
              <mc:Choice xmlns:v="urn:schemas-microsoft-com:vml" Requires="v">
                <p:oleObj name="Equation" r:id="rId21" imgW="139680" imgH="203040" progId="Equation.DSMT4">
                  <p:embed/>
                </p:oleObj>
              </mc:Choice>
              <mc:Fallback>
                <p:oleObj name="Equation" r:id="rId21" imgW="139680" imgH="203040" progId="Equation.DSMT4">
                  <p:embed/>
                  <p:pic>
                    <p:nvPicPr>
                      <p:cNvPr id="12" name="对象 11">
                        <a:extLst>
                          <a:ext uri="{FF2B5EF4-FFF2-40B4-BE49-F238E27FC236}">
                            <a16:creationId xmlns:a16="http://schemas.microsoft.com/office/drawing/2014/main" id="{D1EC4A5B-2CAD-CF6A-36A4-42257A1E7E72}"/>
                          </a:ext>
                        </a:extLst>
                      </p:cNvPr>
                      <p:cNvPicPr/>
                      <p:nvPr/>
                    </p:nvPicPr>
                    <p:blipFill>
                      <a:blip r:embed="rId22"/>
                      <a:stretch>
                        <a:fillRect/>
                      </a:stretch>
                    </p:blipFill>
                    <p:spPr>
                      <a:xfrm>
                        <a:off x="8457117" y="5103866"/>
                        <a:ext cx="281642" cy="409661"/>
                      </a:xfrm>
                      <a:prstGeom prst="rect">
                        <a:avLst/>
                      </a:prstGeom>
                    </p:spPr>
                  </p:pic>
                </p:oleObj>
              </mc:Fallback>
            </mc:AlternateContent>
          </a:graphicData>
        </a:graphic>
      </p:graphicFrame>
      <p:sp>
        <p:nvSpPr>
          <p:cNvPr id="16" name="Rectangle 2">
            <a:extLst>
              <a:ext uri="{FF2B5EF4-FFF2-40B4-BE49-F238E27FC236}">
                <a16:creationId xmlns:a16="http://schemas.microsoft.com/office/drawing/2014/main" id="{DE2CB26C-9FC9-FEEE-F804-2635C1C6AA45}"/>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Tree>
    <p:extLst>
      <p:ext uri="{BB962C8B-B14F-4D97-AF65-F5344CB8AC3E}">
        <p14:creationId xmlns:p14="http://schemas.microsoft.com/office/powerpoint/2010/main" val="657179933"/>
      </p:ext>
    </p:extLst>
  </p:cSld>
  <p:clrMapOvr>
    <a:masterClrMapping/>
  </p:clrMapOvr>
  <p:transition advTm="18857"/>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6E15198-166E-0C2A-E098-164C6D0941BD}"/>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graphicFrame>
        <p:nvGraphicFramePr>
          <p:cNvPr id="3" name="对象 2">
            <a:extLst>
              <a:ext uri="{FF2B5EF4-FFF2-40B4-BE49-F238E27FC236}">
                <a16:creationId xmlns:a16="http://schemas.microsoft.com/office/drawing/2014/main" id="{09A22ECB-9050-864C-C6E9-A7EE3345150C}"/>
              </a:ext>
            </a:extLst>
          </p:cNvPr>
          <p:cNvGraphicFramePr>
            <a:graphicFrameLocks noChangeAspect="1"/>
          </p:cNvGraphicFramePr>
          <p:nvPr>
            <p:extLst>
              <p:ext uri="{D42A27DB-BD31-4B8C-83A1-F6EECF244321}">
                <p14:modId xmlns:p14="http://schemas.microsoft.com/office/powerpoint/2010/main" val="1966127096"/>
              </p:ext>
            </p:extLst>
          </p:nvPr>
        </p:nvGraphicFramePr>
        <p:xfrm>
          <a:off x="2388189" y="969904"/>
          <a:ext cx="2707306" cy="1154865"/>
        </p:xfrm>
        <a:graphic>
          <a:graphicData uri="http://schemas.openxmlformats.org/presentationml/2006/ole">
            <mc:AlternateContent xmlns:mc="http://schemas.openxmlformats.org/markup-compatibility/2006">
              <mc:Choice xmlns:v="urn:schemas-microsoft-com:vml" Requires="v">
                <p:oleObj name="Equation" r:id="rId3" imgW="1815840" imgH="774360" progId="Equation.DSMT4">
                  <p:embed/>
                </p:oleObj>
              </mc:Choice>
              <mc:Fallback>
                <p:oleObj name="Equation" r:id="rId3" imgW="1815840" imgH="774360" progId="Equation.DSMT4">
                  <p:embed/>
                  <p:pic>
                    <p:nvPicPr>
                      <p:cNvPr id="0" name=""/>
                      <p:cNvPicPr/>
                      <p:nvPr/>
                    </p:nvPicPr>
                    <p:blipFill>
                      <a:blip r:embed="rId4"/>
                      <a:stretch>
                        <a:fillRect/>
                      </a:stretch>
                    </p:blipFill>
                    <p:spPr>
                      <a:xfrm>
                        <a:off x="2388189" y="969904"/>
                        <a:ext cx="2707306" cy="1154865"/>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10732C9A-9CE7-2A11-0E44-9B271E404DD5}"/>
              </a:ext>
            </a:extLst>
          </p:cNvPr>
          <p:cNvSpPr txBox="1"/>
          <p:nvPr/>
        </p:nvSpPr>
        <p:spPr>
          <a:xfrm>
            <a:off x="6096000" y="1322254"/>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5" name="对象 4">
            <a:extLst>
              <a:ext uri="{FF2B5EF4-FFF2-40B4-BE49-F238E27FC236}">
                <a16:creationId xmlns:a16="http://schemas.microsoft.com/office/drawing/2014/main" id="{EADA5314-D820-DACD-F866-699E9FEF94A6}"/>
              </a:ext>
            </a:extLst>
          </p:cNvPr>
          <p:cNvGraphicFramePr>
            <a:graphicFrameLocks noChangeAspect="1"/>
          </p:cNvGraphicFramePr>
          <p:nvPr>
            <p:extLst>
              <p:ext uri="{D42A27DB-BD31-4B8C-83A1-F6EECF244321}">
                <p14:modId xmlns:p14="http://schemas.microsoft.com/office/powerpoint/2010/main" val="3907602138"/>
              </p:ext>
            </p:extLst>
          </p:nvPr>
        </p:nvGraphicFramePr>
        <p:xfrm>
          <a:off x="6457161" y="1281925"/>
          <a:ext cx="281642" cy="409661"/>
        </p:xfrm>
        <a:graphic>
          <a:graphicData uri="http://schemas.openxmlformats.org/presentationml/2006/ole">
            <mc:AlternateContent xmlns:mc="http://schemas.openxmlformats.org/markup-compatibility/2006">
              <mc:Choice xmlns:v="urn:schemas-microsoft-com:vml" Requires="v">
                <p:oleObj name="Equation" r:id="rId5" imgW="139680" imgH="203040" progId="Equation.DSMT4">
                  <p:embed/>
                </p:oleObj>
              </mc:Choice>
              <mc:Fallback>
                <p:oleObj name="Equation" r:id="rId5" imgW="139680" imgH="203040" progId="Equation.DSMT4">
                  <p:embed/>
                  <p:pic>
                    <p:nvPicPr>
                      <p:cNvPr id="15" name="对象 14">
                        <a:extLst>
                          <a:ext uri="{FF2B5EF4-FFF2-40B4-BE49-F238E27FC236}">
                            <a16:creationId xmlns:a16="http://schemas.microsoft.com/office/drawing/2014/main" id="{BABBB20C-E185-62F5-8BB0-D0327C0BAF85}"/>
                          </a:ext>
                        </a:extLst>
                      </p:cNvPr>
                      <p:cNvPicPr/>
                      <p:nvPr/>
                    </p:nvPicPr>
                    <p:blipFill>
                      <a:blip r:embed="rId6"/>
                      <a:stretch>
                        <a:fillRect/>
                      </a:stretch>
                    </p:blipFill>
                    <p:spPr>
                      <a:xfrm>
                        <a:off x="6457161" y="1281925"/>
                        <a:ext cx="281642" cy="40966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EA016681-CD5F-1889-6E25-60D36A0CB270}"/>
              </a:ext>
            </a:extLst>
          </p:cNvPr>
          <p:cNvGraphicFramePr>
            <a:graphicFrameLocks noChangeAspect="1"/>
          </p:cNvGraphicFramePr>
          <p:nvPr>
            <p:extLst>
              <p:ext uri="{D42A27DB-BD31-4B8C-83A1-F6EECF244321}">
                <p14:modId xmlns:p14="http://schemas.microsoft.com/office/powerpoint/2010/main" val="346658238"/>
              </p:ext>
            </p:extLst>
          </p:nvPr>
        </p:nvGraphicFramePr>
        <p:xfrm>
          <a:off x="2388189" y="2583131"/>
          <a:ext cx="2784963" cy="732885"/>
        </p:xfrm>
        <a:graphic>
          <a:graphicData uri="http://schemas.openxmlformats.org/presentationml/2006/ole">
            <mc:AlternateContent xmlns:mc="http://schemas.openxmlformats.org/markup-compatibility/2006">
              <mc:Choice xmlns:v="urn:schemas-microsoft-com:vml" Requires="v">
                <p:oleObj name="Equation" r:id="rId7" imgW="1688760" imgH="444240" progId="Equation.DSMT4">
                  <p:embed/>
                </p:oleObj>
              </mc:Choice>
              <mc:Fallback>
                <p:oleObj name="Equation" r:id="rId7" imgW="1688760" imgH="444240" progId="Equation.DSMT4">
                  <p:embed/>
                  <p:pic>
                    <p:nvPicPr>
                      <p:cNvPr id="0" name=""/>
                      <p:cNvPicPr/>
                      <p:nvPr/>
                    </p:nvPicPr>
                    <p:blipFill>
                      <a:blip r:embed="rId8"/>
                      <a:stretch>
                        <a:fillRect/>
                      </a:stretch>
                    </p:blipFill>
                    <p:spPr>
                      <a:xfrm>
                        <a:off x="2388189" y="2583131"/>
                        <a:ext cx="2784963" cy="73288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819450B1-52DB-FE14-F25C-6BC83D4D613B}"/>
              </a:ext>
            </a:extLst>
          </p:cNvPr>
          <p:cNvGraphicFramePr>
            <a:graphicFrameLocks noChangeAspect="1"/>
          </p:cNvGraphicFramePr>
          <p:nvPr>
            <p:extLst>
              <p:ext uri="{D42A27DB-BD31-4B8C-83A1-F6EECF244321}">
                <p14:modId xmlns:p14="http://schemas.microsoft.com/office/powerpoint/2010/main" val="3065857416"/>
              </p:ext>
            </p:extLst>
          </p:nvPr>
        </p:nvGraphicFramePr>
        <p:xfrm>
          <a:off x="6096000" y="2765422"/>
          <a:ext cx="1139158" cy="550593"/>
        </p:xfrm>
        <a:graphic>
          <a:graphicData uri="http://schemas.openxmlformats.org/presentationml/2006/ole">
            <mc:AlternateContent xmlns:mc="http://schemas.openxmlformats.org/markup-compatibility/2006">
              <mc:Choice xmlns:v="urn:schemas-microsoft-com:vml" Requires="v">
                <p:oleObj name="Equation" r:id="rId9" imgW="761760" imgH="368280" progId="Equation.DSMT4">
                  <p:embed/>
                </p:oleObj>
              </mc:Choice>
              <mc:Fallback>
                <p:oleObj name="Equation" r:id="rId9" imgW="761760" imgH="368280" progId="Equation.DSMT4">
                  <p:embed/>
                  <p:pic>
                    <p:nvPicPr>
                      <p:cNvPr id="0" name=""/>
                      <p:cNvPicPr/>
                      <p:nvPr/>
                    </p:nvPicPr>
                    <p:blipFill>
                      <a:blip r:embed="rId10"/>
                      <a:stretch>
                        <a:fillRect/>
                      </a:stretch>
                    </p:blipFill>
                    <p:spPr>
                      <a:xfrm>
                        <a:off x="6096000" y="2765422"/>
                        <a:ext cx="1139158" cy="550593"/>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BEBA523C-5B8D-06E7-8747-95CBC66877A3}"/>
              </a:ext>
            </a:extLst>
          </p:cNvPr>
          <p:cNvSpPr txBox="1"/>
          <p:nvPr/>
        </p:nvSpPr>
        <p:spPr>
          <a:xfrm>
            <a:off x="680488" y="3429000"/>
            <a:ext cx="6122708" cy="2120902"/>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其中</a:t>
            </a: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en-US" altLang="zh-CN" dirty="0">
                <a:latin typeface="微软雅黑" panose="020B0503020204020204" pitchFamily="34" charset="-122"/>
                <a:ea typeface="微软雅黑" panose="020B0503020204020204" pitchFamily="34" charset="-122"/>
              </a:rPr>
              <a:t>LF</a:t>
            </a:r>
            <a:r>
              <a:rPr lang="zh-CN" altLang="en-US" dirty="0">
                <a:latin typeface="微软雅黑" panose="020B0503020204020204" pitchFamily="34" charset="-122"/>
                <a:ea typeface="微软雅黑" panose="020B0503020204020204" pitchFamily="34" charset="-122"/>
              </a:rPr>
              <a:t>角度表示公式：</a:t>
            </a:r>
          </a:p>
        </p:txBody>
      </p:sp>
      <p:graphicFrame>
        <p:nvGraphicFramePr>
          <p:cNvPr id="11" name="对象 10">
            <a:extLst>
              <a:ext uri="{FF2B5EF4-FFF2-40B4-BE49-F238E27FC236}">
                <a16:creationId xmlns:a16="http://schemas.microsoft.com/office/drawing/2014/main" id="{FAEDAE47-C1B9-F3B9-711E-13DA05E2941E}"/>
              </a:ext>
            </a:extLst>
          </p:cNvPr>
          <p:cNvGraphicFramePr>
            <a:graphicFrameLocks noChangeAspect="1"/>
          </p:cNvGraphicFramePr>
          <p:nvPr>
            <p:extLst>
              <p:ext uri="{D42A27DB-BD31-4B8C-83A1-F6EECF244321}">
                <p14:modId xmlns:p14="http://schemas.microsoft.com/office/powerpoint/2010/main" val="1150547193"/>
              </p:ext>
            </p:extLst>
          </p:nvPr>
        </p:nvGraphicFramePr>
        <p:xfrm>
          <a:off x="2661763" y="3660078"/>
          <a:ext cx="3069734" cy="394680"/>
        </p:xfrm>
        <a:graphic>
          <a:graphicData uri="http://schemas.openxmlformats.org/presentationml/2006/ole">
            <mc:AlternateContent xmlns:mc="http://schemas.openxmlformats.org/markup-compatibility/2006">
              <mc:Choice xmlns:v="urn:schemas-microsoft-com:vml" Requires="v">
                <p:oleObj name="Equation" r:id="rId11" imgW="1777680" imgH="228600" progId="Equation.DSMT4">
                  <p:embed/>
                </p:oleObj>
              </mc:Choice>
              <mc:Fallback>
                <p:oleObj name="Equation" r:id="rId11" imgW="1777680" imgH="228600" progId="Equation.DSMT4">
                  <p:embed/>
                  <p:pic>
                    <p:nvPicPr>
                      <p:cNvPr id="0" name=""/>
                      <p:cNvPicPr/>
                      <p:nvPr/>
                    </p:nvPicPr>
                    <p:blipFill>
                      <a:blip r:embed="rId12"/>
                      <a:stretch>
                        <a:fillRect/>
                      </a:stretch>
                    </p:blipFill>
                    <p:spPr>
                      <a:xfrm>
                        <a:off x="2661763" y="3660078"/>
                        <a:ext cx="3069734" cy="39468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5F5F1450-4D2D-DABC-8391-7A909B892DC8}"/>
              </a:ext>
            </a:extLst>
          </p:cNvPr>
          <p:cNvGraphicFramePr>
            <a:graphicFrameLocks noChangeAspect="1"/>
          </p:cNvGraphicFramePr>
          <p:nvPr>
            <p:extLst>
              <p:ext uri="{D42A27DB-BD31-4B8C-83A1-F6EECF244321}">
                <p14:modId xmlns:p14="http://schemas.microsoft.com/office/powerpoint/2010/main" val="4217673131"/>
              </p:ext>
            </p:extLst>
          </p:nvPr>
        </p:nvGraphicFramePr>
        <p:xfrm>
          <a:off x="3700150" y="4158625"/>
          <a:ext cx="1003233" cy="334411"/>
        </p:xfrm>
        <a:graphic>
          <a:graphicData uri="http://schemas.openxmlformats.org/presentationml/2006/ole">
            <mc:AlternateContent xmlns:mc="http://schemas.openxmlformats.org/markup-compatibility/2006">
              <mc:Choice xmlns:v="urn:schemas-microsoft-com:vml" Requires="v">
                <p:oleObj name="Equation" r:id="rId13" imgW="609480" imgH="203040" progId="Equation.DSMT4">
                  <p:embed/>
                </p:oleObj>
              </mc:Choice>
              <mc:Fallback>
                <p:oleObj name="Equation" r:id="rId13" imgW="609480" imgH="203040" progId="Equation.DSMT4">
                  <p:embed/>
                  <p:pic>
                    <p:nvPicPr>
                      <p:cNvPr id="0" name=""/>
                      <p:cNvPicPr/>
                      <p:nvPr/>
                    </p:nvPicPr>
                    <p:blipFill>
                      <a:blip r:embed="rId14"/>
                      <a:stretch>
                        <a:fillRect/>
                      </a:stretch>
                    </p:blipFill>
                    <p:spPr>
                      <a:xfrm>
                        <a:off x="3700150" y="4158625"/>
                        <a:ext cx="1003233" cy="334411"/>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BC0F7DB2-0E0E-2A37-5DDA-47A32FF079A4}"/>
              </a:ext>
            </a:extLst>
          </p:cNvPr>
          <p:cNvGraphicFramePr>
            <a:graphicFrameLocks noChangeAspect="1"/>
          </p:cNvGraphicFramePr>
          <p:nvPr>
            <p:extLst>
              <p:ext uri="{D42A27DB-BD31-4B8C-83A1-F6EECF244321}">
                <p14:modId xmlns:p14="http://schemas.microsoft.com/office/powerpoint/2010/main" val="754588727"/>
              </p:ext>
            </p:extLst>
          </p:nvPr>
        </p:nvGraphicFramePr>
        <p:xfrm>
          <a:off x="3700150" y="4596903"/>
          <a:ext cx="1258296" cy="330045"/>
        </p:xfrm>
        <a:graphic>
          <a:graphicData uri="http://schemas.openxmlformats.org/presentationml/2006/ole">
            <mc:AlternateContent xmlns:mc="http://schemas.openxmlformats.org/markup-compatibility/2006">
              <mc:Choice xmlns:v="urn:schemas-microsoft-com:vml" Requires="v">
                <p:oleObj name="Equation" r:id="rId15" imgW="774360" imgH="203040" progId="Equation.DSMT4">
                  <p:embed/>
                </p:oleObj>
              </mc:Choice>
              <mc:Fallback>
                <p:oleObj name="Equation" r:id="rId15" imgW="774360" imgH="203040" progId="Equation.DSMT4">
                  <p:embed/>
                  <p:pic>
                    <p:nvPicPr>
                      <p:cNvPr id="0" name=""/>
                      <p:cNvPicPr/>
                      <p:nvPr/>
                    </p:nvPicPr>
                    <p:blipFill>
                      <a:blip r:embed="rId16"/>
                      <a:stretch>
                        <a:fillRect/>
                      </a:stretch>
                    </p:blipFill>
                    <p:spPr>
                      <a:xfrm>
                        <a:off x="3700150" y="4596903"/>
                        <a:ext cx="1258296" cy="33004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73C99B88-3EE7-2B87-62A6-0C507A211C98}"/>
              </a:ext>
            </a:extLst>
          </p:cNvPr>
          <p:cNvGraphicFramePr>
            <a:graphicFrameLocks noChangeAspect="1"/>
          </p:cNvGraphicFramePr>
          <p:nvPr>
            <p:extLst>
              <p:ext uri="{D42A27DB-BD31-4B8C-83A1-F6EECF244321}">
                <p14:modId xmlns:p14="http://schemas.microsoft.com/office/powerpoint/2010/main" val="1413438473"/>
              </p:ext>
            </p:extLst>
          </p:nvPr>
        </p:nvGraphicFramePr>
        <p:xfrm>
          <a:off x="2219160" y="5476523"/>
          <a:ext cx="1760575" cy="704230"/>
        </p:xfrm>
        <a:graphic>
          <a:graphicData uri="http://schemas.openxmlformats.org/presentationml/2006/ole">
            <mc:AlternateContent xmlns:mc="http://schemas.openxmlformats.org/markup-compatibility/2006">
              <mc:Choice xmlns:v="urn:schemas-microsoft-com:vml" Requires="v">
                <p:oleObj name="Equation" r:id="rId17" imgW="1079280" imgH="431640" progId="Equation.DSMT4">
                  <p:embed/>
                </p:oleObj>
              </mc:Choice>
              <mc:Fallback>
                <p:oleObj name="Equation" r:id="rId17" imgW="1079280" imgH="431640" progId="Equation.DSMT4">
                  <p:embed/>
                  <p:pic>
                    <p:nvPicPr>
                      <p:cNvPr id="0" name=""/>
                      <p:cNvPicPr/>
                      <p:nvPr/>
                    </p:nvPicPr>
                    <p:blipFill>
                      <a:blip r:embed="rId18"/>
                      <a:stretch>
                        <a:fillRect/>
                      </a:stretch>
                    </p:blipFill>
                    <p:spPr>
                      <a:xfrm>
                        <a:off x="2219160" y="5476523"/>
                        <a:ext cx="1760575" cy="70423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544B1436-5D46-78FB-81CB-5BD99AFB2572}"/>
              </a:ext>
            </a:extLst>
          </p:cNvPr>
          <p:cNvGraphicFramePr>
            <a:graphicFrameLocks noChangeAspect="1"/>
          </p:cNvGraphicFramePr>
          <p:nvPr>
            <p:extLst>
              <p:ext uri="{D42A27DB-BD31-4B8C-83A1-F6EECF244321}">
                <p14:modId xmlns:p14="http://schemas.microsoft.com/office/powerpoint/2010/main" val="209543803"/>
              </p:ext>
            </p:extLst>
          </p:nvPr>
        </p:nvGraphicFramePr>
        <p:xfrm>
          <a:off x="5163172" y="5615594"/>
          <a:ext cx="1136650" cy="558800"/>
        </p:xfrm>
        <a:graphic>
          <a:graphicData uri="http://schemas.openxmlformats.org/presentationml/2006/ole">
            <mc:AlternateContent xmlns:mc="http://schemas.openxmlformats.org/markup-compatibility/2006">
              <mc:Choice xmlns:v="urn:schemas-microsoft-com:vml" Requires="v">
                <p:oleObj name="Equation" r:id="rId19" imgW="1136965" imgH="559460" progId="Equation.DSMT4">
                  <p:embed/>
                </p:oleObj>
              </mc:Choice>
              <mc:Fallback>
                <p:oleObj name="Equation" r:id="rId19" imgW="1136965" imgH="559460" progId="Equation.DSMT4">
                  <p:embed/>
                  <p:pic>
                    <p:nvPicPr>
                      <p:cNvPr id="0" name=""/>
                      <p:cNvPicPr/>
                      <p:nvPr/>
                    </p:nvPicPr>
                    <p:blipFill>
                      <a:blip r:embed="rId20"/>
                      <a:stretch>
                        <a:fillRect/>
                      </a:stretch>
                    </p:blipFill>
                    <p:spPr>
                      <a:xfrm>
                        <a:off x="5163172" y="5615594"/>
                        <a:ext cx="1136650" cy="558800"/>
                      </a:xfrm>
                      <a:prstGeom prst="rect">
                        <a:avLst/>
                      </a:prstGeom>
                    </p:spPr>
                  </p:pic>
                </p:oleObj>
              </mc:Fallback>
            </mc:AlternateContent>
          </a:graphicData>
        </a:graphic>
      </p:graphicFrame>
    </p:spTree>
    <p:extLst>
      <p:ext uri="{BB962C8B-B14F-4D97-AF65-F5344CB8AC3E}">
        <p14:creationId xmlns:p14="http://schemas.microsoft.com/office/powerpoint/2010/main" val="1812258405"/>
      </p:ext>
    </p:extLst>
  </p:cSld>
  <p:clrMapOvr>
    <a:masterClrMapping/>
  </p:clrMapOvr>
  <p:transition advTm="18857"/>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6E15198-166E-0C2A-E098-164C6D0941BD}"/>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graphicFrame>
        <p:nvGraphicFramePr>
          <p:cNvPr id="3" name="对象 2">
            <a:extLst>
              <a:ext uri="{FF2B5EF4-FFF2-40B4-BE49-F238E27FC236}">
                <a16:creationId xmlns:a16="http://schemas.microsoft.com/office/drawing/2014/main" id="{2A09683B-F833-9F7F-C819-951E4873B0C9}"/>
              </a:ext>
            </a:extLst>
          </p:cNvPr>
          <p:cNvGraphicFramePr>
            <a:graphicFrameLocks noChangeAspect="1"/>
          </p:cNvGraphicFramePr>
          <p:nvPr>
            <p:extLst>
              <p:ext uri="{D42A27DB-BD31-4B8C-83A1-F6EECF244321}">
                <p14:modId xmlns:p14="http://schemas.microsoft.com/office/powerpoint/2010/main" val="448367836"/>
              </p:ext>
            </p:extLst>
          </p:nvPr>
        </p:nvGraphicFramePr>
        <p:xfrm>
          <a:off x="2275067" y="1007613"/>
          <a:ext cx="2663105" cy="1136010"/>
        </p:xfrm>
        <a:graphic>
          <a:graphicData uri="http://schemas.openxmlformats.org/presentationml/2006/ole">
            <mc:AlternateContent xmlns:mc="http://schemas.openxmlformats.org/markup-compatibility/2006">
              <mc:Choice xmlns:v="urn:schemas-microsoft-com:vml" Requires="v">
                <p:oleObj name="Equation" r:id="rId3" imgW="1815840" imgH="774360" progId="Equation.DSMT4">
                  <p:embed/>
                </p:oleObj>
              </mc:Choice>
              <mc:Fallback>
                <p:oleObj name="Equation" r:id="rId3" imgW="1815840" imgH="774360" progId="Equation.DSMT4">
                  <p:embed/>
                  <p:pic>
                    <p:nvPicPr>
                      <p:cNvPr id="0" name=""/>
                      <p:cNvPicPr/>
                      <p:nvPr/>
                    </p:nvPicPr>
                    <p:blipFill>
                      <a:blip r:embed="rId4"/>
                      <a:stretch>
                        <a:fillRect/>
                      </a:stretch>
                    </p:blipFill>
                    <p:spPr>
                      <a:xfrm>
                        <a:off x="2275067" y="1007613"/>
                        <a:ext cx="2663105" cy="113601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35FB935F-402A-A34F-6378-16034356BEBC}"/>
              </a:ext>
            </a:extLst>
          </p:cNvPr>
          <p:cNvGraphicFramePr>
            <a:graphicFrameLocks noChangeAspect="1"/>
          </p:cNvGraphicFramePr>
          <p:nvPr>
            <p:extLst>
              <p:ext uri="{D42A27DB-BD31-4B8C-83A1-F6EECF244321}">
                <p14:modId xmlns:p14="http://schemas.microsoft.com/office/powerpoint/2010/main" val="2395218938"/>
              </p:ext>
            </p:extLst>
          </p:nvPr>
        </p:nvGraphicFramePr>
        <p:xfrm>
          <a:off x="6096000" y="1330521"/>
          <a:ext cx="1276943" cy="389576"/>
        </p:xfrm>
        <a:graphic>
          <a:graphicData uri="http://schemas.openxmlformats.org/presentationml/2006/ole">
            <mc:AlternateContent xmlns:mc="http://schemas.openxmlformats.org/markup-compatibility/2006">
              <mc:Choice xmlns:v="urn:schemas-microsoft-com:vml" Requires="v">
                <p:oleObj name="Equation" r:id="rId5" imgW="655755" imgH="200479" progId="Equation.DSMT4">
                  <p:embed/>
                </p:oleObj>
              </mc:Choice>
              <mc:Fallback>
                <p:oleObj name="Equation" r:id="rId5" imgW="655755" imgH="200479" progId="Equation.DSMT4">
                  <p:embed/>
                  <p:pic>
                    <p:nvPicPr>
                      <p:cNvPr id="0" name=""/>
                      <p:cNvPicPr/>
                      <p:nvPr/>
                    </p:nvPicPr>
                    <p:blipFill>
                      <a:blip r:embed="rId6"/>
                      <a:stretch>
                        <a:fillRect/>
                      </a:stretch>
                    </p:blipFill>
                    <p:spPr>
                      <a:xfrm>
                        <a:off x="6096000" y="1330521"/>
                        <a:ext cx="1276943" cy="389576"/>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A9E0AA69-E580-E189-BF11-32C26402046A}"/>
              </a:ext>
            </a:extLst>
          </p:cNvPr>
          <p:cNvSpPr txBox="1"/>
          <p:nvPr/>
        </p:nvSpPr>
        <p:spPr>
          <a:xfrm>
            <a:off x="7714268" y="1330521"/>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为正值时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6" name="对象 5">
            <a:extLst>
              <a:ext uri="{FF2B5EF4-FFF2-40B4-BE49-F238E27FC236}">
                <a16:creationId xmlns:a16="http://schemas.microsoft.com/office/drawing/2014/main" id="{EA24FECA-B25C-7D74-CED0-3333273B0CC9}"/>
              </a:ext>
            </a:extLst>
          </p:cNvPr>
          <p:cNvGraphicFramePr>
            <a:graphicFrameLocks noChangeAspect="1"/>
          </p:cNvGraphicFramePr>
          <p:nvPr>
            <p:extLst>
              <p:ext uri="{D42A27DB-BD31-4B8C-83A1-F6EECF244321}">
                <p14:modId xmlns:p14="http://schemas.microsoft.com/office/powerpoint/2010/main" val="333125699"/>
              </p:ext>
            </p:extLst>
          </p:nvPr>
        </p:nvGraphicFramePr>
        <p:xfrm>
          <a:off x="8075429" y="1290192"/>
          <a:ext cx="281642" cy="409661"/>
        </p:xfrm>
        <a:graphic>
          <a:graphicData uri="http://schemas.openxmlformats.org/presentationml/2006/ole">
            <mc:AlternateContent xmlns:mc="http://schemas.openxmlformats.org/markup-compatibility/2006">
              <mc:Choice xmlns:v="urn:schemas-microsoft-com:vml" Requires="v">
                <p:oleObj name="Equation" r:id="rId7" imgW="139680" imgH="203040" progId="Equation.DSMT4">
                  <p:embed/>
                </p:oleObj>
              </mc:Choice>
              <mc:Fallback>
                <p:oleObj name="Equation" r:id="rId7" imgW="139680" imgH="203040" progId="Equation.DSMT4">
                  <p:embed/>
                  <p:pic>
                    <p:nvPicPr>
                      <p:cNvPr id="12" name="对象 11">
                        <a:extLst>
                          <a:ext uri="{FF2B5EF4-FFF2-40B4-BE49-F238E27FC236}">
                            <a16:creationId xmlns:a16="http://schemas.microsoft.com/office/drawing/2014/main" id="{D1EC4A5B-2CAD-CF6A-36A4-42257A1E7E72}"/>
                          </a:ext>
                        </a:extLst>
                      </p:cNvPr>
                      <p:cNvPicPr/>
                      <p:nvPr/>
                    </p:nvPicPr>
                    <p:blipFill>
                      <a:blip r:embed="rId8"/>
                      <a:stretch>
                        <a:fillRect/>
                      </a:stretch>
                    </p:blipFill>
                    <p:spPr>
                      <a:xfrm>
                        <a:off x="8075429" y="1290192"/>
                        <a:ext cx="281642" cy="409661"/>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E3A5FC6-E740-8163-67C9-9B0E117126C6}"/>
              </a:ext>
            </a:extLst>
          </p:cNvPr>
          <p:cNvGraphicFramePr>
            <a:graphicFrameLocks noChangeAspect="1"/>
          </p:cNvGraphicFramePr>
          <p:nvPr>
            <p:extLst>
              <p:ext uri="{D42A27DB-BD31-4B8C-83A1-F6EECF244321}">
                <p14:modId xmlns:p14="http://schemas.microsoft.com/office/powerpoint/2010/main" val="2453220998"/>
              </p:ext>
            </p:extLst>
          </p:nvPr>
        </p:nvGraphicFramePr>
        <p:xfrm>
          <a:off x="2275067" y="2370760"/>
          <a:ext cx="2480792" cy="1058240"/>
        </p:xfrm>
        <a:graphic>
          <a:graphicData uri="http://schemas.openxmlformats.org/presentationml/2006/ole">
            <mc:AlternateContent xmlns:mc="http://schemas.openxmlformats.org/markup-compatibility/2006">
              <mc:Choice xmlns:v="urn:schemas-microsoft-com:vml" Requires="v">
                <p:oleObj name="Equation" r:id="rId9" imgW="1815840" imgH="774360" progId="Equation.DSMT4">
                  <p:embed/>
                </p:oleObj>
              </mc:Choice>
              <mc:Fallback>
                <p:oleObj name="Equation" r:id="rId9" imgW="1815840" imgH="774360" progId="Equation.DSMT4">
                  <p:embed/>
                  <p:pic>
                    <p:nvPicPr>
                      <p:cNvPr id="0" name=""/>
                      <p:cNvPicPr/>
                      <p:nvPr/>
                    </p:nvPicPr>
                    <p:blipFill>
                      <a:blip r:embed="rId10"/>
                      <a:stretch>
                        <a:fillRect/>
                      </a:stretch>
                    </p:blipFill>
                    <p:spPr>
                      <a:xfrm>
                        <a:off x="2275067" y="2370760"/>
                        <a:ext cx="2480792" cy="1058240"/>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8BACDB43-8ADC-4EC2-7DF6-29CFBEAE3645}"/>
              </a:ext>
            </a:extLst>
          </p:cNvPr>
          <p:cNvSpPr txBox="1"/>
          <p:nvPr/>
        </p:nvSpPr>
        <p:spPr>
          <a:xfrm>
            <a:off x="5945171" y="2689141"/>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9" name="对象 8">
            <a:extLst>
              <a:ext uri="{FF2B5EF4-FFF2-40B4-BE49-F238E27FC236}">
                <a16:creationId xmlns:a16="http://schemas.microsoft.com/office/drawing/2014/main" id="{C6A58B3F-1F2C-3F52-D9D3-7066BB70A0DD}"/>
              </a:ext>
            </a:extLst>
          </p:cNvPr>
          <p:cNvGraphicFramePr>
            <a:graphicFrameLocks noChangeAspect="1"/>
          </p:cNvGraphicFramePr>
          <p:nvPr>
            <p:extLst>
              <p:ext uri="{D42A27DB-BD31-4B8C-83A1-F6EECF244321}">
                <p14:modId xmlns:p14="http://schemas.microsoft.com/office/powerpoint/2010/main" val="1285159955"/>
              </p:ext>
            </p:extLst>
          </p:nvPr>
        </p:nvGraphicFramePr>
        <p:xfrm>
          <a:off x="6306332" y="2648812"/>
          <a:ext cx="281642" cy="409661"/>
        </p:xfrm>
        <a:graphic>
          <a:graphicData uri="http://schemas.openxmlformats.org/presentationml/2006/ole">
            <mc:AlternateContent xmlns:mc="http://schemas.openxmlformats.org/markup-compatibility/2006">
              <mc:Choice xmlns:v="urn:schemas-microsoft-com:vml" Requires="v">
                <p:oleObj name="Equation" r:id="rId11" imgW="139680" imgH="203040" progId="Equation.DSMT4">
                  <p:embed/>
                </p:oleObj>
              </mc:Choice>
              <mc:Fallback>
                <p:oleObj name="Equation" r:id="rId11" imgW="139680" imgH="203040" progId="Equation.DSMT4">
                  <p:embed/>
                  <p:pic>
                    <p:nvPicPr>
                      <p:cNvPr id="5" name="对象 4">
                        <a:extLst>
                          <a:ext uri="{FF2B5EF4-FFF2-40B4-BE49-F238E27FC236}">
                            <a16:creationId xmlns:a16="http://schemas.microsoft.com/office/drawing/2014/main" id="{EADA5314-D820-DACD-F866-699E9FEF94A6}"/>
                          </a:ext>
                        </a:extLst>
                      </p:cNvPr>
                      <p:cNvPicPr/>
                      <p:nvPr/>
                    </p:nvPicPr>
                    <p:blipFill>
                      <a:blip r:embed="rId8"/>
                      <a:stretch>
                        <a:fillRect/>
                      </a:stretch>
                    </p:blipFill>
                    <p:spPr>
                      <a:xfrm>
                        <a:off x="6306332" y="2648812"/>
                        <a:ext cx="281642" cy="40966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F6612C6-4546-193A-D448-42E1619ABB31}"/>
              </a:ext>
            </a:extLst>
          </p:cNvPr>
          <p:cNvGraphicFramePr>
            <a:graphicFrameLocks noChangeAspect="1"/>
          </p:cNvGraphicFramePr>
          <p:nvPr>
            <p:extLst>
              <p:ext uri="{D42A27DB-BD31-4B8C-83A1-F6EECF244321}">
                <p14:modId xmlns:p14="http://schemas.microsoft.com/office/powerpoint/2010/main" val="472019323"/>
              </p:ext>
            </p:extLst>
          </p:nvPr>
        </p:nvGraphicFramePr>
        <p:xfrm>
          <a:off x="2275066" y="3656136"/>
          <a:ext cx="2333979" cy="614205"/>
        </p:xfrm>
        <a:graphic>
          <a:graphicData uri="http://schemas.openxmlformats.org/presentationml/2006/ole">
            <mc:AlternateContent xmlns:mc="http://schemas.openxmlformats.org/markup-compatibility/2006">
              <mc:Choice xmlns:v="urn:schemas-microsoft-com:vml" Requires="v">
                <p:oleObj name="Equation" r:id="rId12" imgW="1688760" imgH="444240" progId="Equation.DSMT4">
                  <p:embed/>
                </p:oleObj>
              </mc:Choice>
              <mc:Fallback>
                <p:oleObj name="Equation" r:id="rId12" imgW="1688760" imgH="444240" progId="Equation.DSMT4">
                  <p:embed/>
                  <p:pic>
                    <p:nvPicPr>
                      <p:cNvPr id="0" name=""/>
                      <p:cNvPicPr/>
                      <p:nvPr/>
                    </p:nvPicPr>
                    <p:blipFill>
                      <a:blip r:embed="rId13"/>
                      <a:stretch>
                        <a:fillRect/>
                      </a:stretch>
                    </p:blipFill>
                    <p:spPr>
                      <a:xfrm>
                        <a:off x="2275066" y="3656136"/>
                        <a:ext cx="2333979" cy="61420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DFB59D8-2A1D-B4FC-7DBD-B233AF909C98}"/>
              </a:ext>
            </a:extLst>
          </p:cNvPr>
          <p:cNvGraphicFramePr>
            <a:graphicFrameLocks noChangeAspect="1"/>
          </p:cNvGraphicFramePr>
          <p:nvPr>
            <p:extLst>
              <p:ext uri="{D42A27DB-BD31-4B8C-83A1-F6EECF244321}">
                <p14:modId xmlns:p14="http://schemas.microsoft.com/office/powerpoint/2010/main" val="2571170837"/>
              </p:ext>
            </p:extLst>
          </p:nvPr>
        </p:nvGraphicFramePr>
        <p:xfrm>
          <a:off x="5715792" y="3676285"/>
          <a:ext cx="1216037" cy="594055"/>
        </p:xfrm>
        <a:graphic>
          <a:graphicData uri="http://schemas.openxmlformats.org/presentationml/2006/ole">
            <mc:AlternateContent xmlns:mc="http://schemas.openxmlformats.org/markup-compatibility/2006">
              <mc:Choice xmlns:v="urn:schemas-microsoft-com:vml" Requires="v">
                <p:oleObj name="Equation" r:id="rId14" imgW="760259" imgH="372113" progId="Equation.DSMT4">
                  <p:embed/>
                </p:oleObj>
              </mc:Choice>
              <mc:Fallback>
                <p:oleObj name="Equation" r:id="rId14" imgW="760259" imgH="372113" progId="Equation.DSMT4">
                  <p:embed/>
                  <p:pic>
                    <p:nvPicPr>
                      <p:cNvPr id="0" name=""/>
                      <p:cNvPicPr/>
                      <p:nvPr/>
                    </p:nvPicPr>
                    <p:blipFill>
                      <a:blip r:embed="rId15"/>
                      <a:stretch>
                        <a:fillRect/>
                      </a:stretch>
                    </p:blipFill>
                    <p:spPr>
                      <a:xfrm>
                        <a:off x="5715792" y="3676285"/>
                        <a:ext cx="1216037" cy="59405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CA60BE0-EF68-E59A-D627-2E2383C5F992}"/>
              </a:ext>
            </a:extLst>
          </p:cNvPr>
          <p:cNvGraphicFramePr>
            <a:graphicFrameLocks noChangeAspect="1"/>
          </p:cNvGraphicFramePr>
          <p:nvPr>
            <p:extLst>
              <p:ext uri="{D42A27DB-BD31-4B8C-83A1-F6EECF244321}">
                <p14:modId xmlns:p14="http://schemas.microsoft.com/office/powerpoint/2010/main" val="1992369410"/>
              </p:ext>
            </p:extLst>
          </p:nvPr>
        </p:nvGraphicFramePr>
        <p:xfrm>
          <a:off x="3662458" y="4450318"/>
          <a:ext cx="2653490" cy="356772"/>
        </p:xfrm>
        <a:graphic>
          <a:graphicData uri="http://schemas.openxmlformats.org/presentationml/2006/ole">
            <mc:AlternateContent xmlns:mc="http://schemas.openxmlformats.org/markup-compatibility/2006">
              <mc:Choice xmlns:v="urn:schemas-microsoft-com:vml" Requires="v">
                <p:oleObj name="Equation" r:id="rId16" imgW="1700796" imgH="228965" progId="Equation.DSMT4">
                  <p:embed/>
                </p:oleObj>
              </mc:Choice>
              <mc:Fallback>
                <p:oleObj name="Equation" r:id="rId16" imgW="1700796" imgH="228965" progId="Equation.DSMT4">
                  <p:embed/>
                  <p:pic>
                    <p:nvPicPr>
                      <p:cNvPr id="0" name=""/>
                      <p:cNvPicPr/>
                      <p:nvPr/>
                    </p:nvPicPr>
                    <p:blipFill>
                      <a:blip r:embed="rId17"/>
                      <a:stretch>
                        <a:fillRect/>
                      </a:stretch>
                    </p:blipFill>
                    <p:spPr>
                      <a:xfrm>
                        <a:off x="3662458" y="4450318"/>
                        <a:ext cx="2653490" cy="35677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6A884CF2-1319-C9A2-AE2D-ADEAC4EA3679}"/>
              </a:ext>
            </a:extLst>
          </p:cNvPr>
          <p:cNvGraphicFramePr>
            <a:graphicFrameLocks noChangeAspect="1"/>
          </p:cNvGraphicFramePr>
          <p:nvPr>
            <p:extLst>
              <p:ext uri="{D42A27DB-BD31-4B8C-83A1-F6EECF244321}">
                <p14:modId xmlns:p14="http://schemas.microsoft.com/office/powerpoint/2010/main" val="3439340243"/>
              </p:ext>
            </p:extLst>
          </p:nvPr>
        </p:nvGraphicFramePr>
        <p:xfrm>
          <a:off x="4395934" y="4837439"/>
          <a:ext cx="1084475" cy="356772"/>
        </p:xfrm>
        <a:graphic>
          <a:graphicData uri="http://schemas.openxmlformats.org/presentationml/2006/ole">
            <mc:AlternateContent xmlns:mc="http://schemas.openxmlformats.org/markup-compatibility/2006">
              <mc:Choice xmlns:v="urn:schemas-microsoft-com:vml" Requires="v">
                <p:oleObj name="Equation" r:id="rId18" imgW="607992" imgH="200479" progId="Equation.DSMT4">
                  <p:embed/>
                </p:oleObj>
              </mc:Choice>
              <mc:Fallback>
                <p:oleObj name="Equation" r:id="rId18" imgW="607992" imgH="200479" progId="Equation.DSMT4">
                  <p:embed/>
                  <p:pic>
                    <p:nvPicPr>
                      <p:cNvPr id="0" name=""/>
                      <p:cNvPicPr/>
                      <p:nvPr/>
                    </p:nvPicPr>
                    <p:blipFill>
                      <a:blip r:embed="rId19"/>
                      <a:stretch>
                        <a:fillRect/>
                      </a:stretch>
                    </p:blipFill>
                    <p:spPr>
                      <a:xfrm>
                        <a:off x="4395934" y="4837439"/>
                        <a:ext cx="1084475" cy="35677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3137AFA9-3ACB-7E3E-0ACA-89E0D17260C0}"/>
              </a:ext>
            </a:extLst>
          </p:cNvPr>
          <p:cNvGraphicFramePr>
            <a:graphicFrameLocks noChangeAspect="1"/>
          </p:cNvGraphicFramePr>
          <p:nvPr>
            <p:extLst>
              <p:ext uri="{D42A27DB-BD31-4B8C-83A1-F6EECF244321}">
                <p14:modId xmlns:p14="http://schemas.microsoft.com/office/powerpoint/2010/main" val="1974633575"/>
              </p:ext>
            </p:extLst>
          </p:nvPr>
        </p:nvGraphicFramePr>
        <p:xfrm>
          <a:off x="4342504" y="5270633"/>
          <a:ext cx="1373288" cy="356772"/>
        </p:xfrm>
        <a:graphic>
          <a:graphicData uri="http://schemas.openxmlformats.org/presentationml/2006/ole">
            <mc:AlternateContent xmlns:mc="http://schemas.openxmlformats.org/markup-compatibility/2006">
              <mc:Choice xmlns:v="urn:schemas-microsoft-com:vml" Requires="v">
                <p:oleObj name="Equation" r:id="rId20" imgW="769596" imgH="200479" progId="Equation.DSMT4">
                  <p:embed/>
                </p:oleObj>
              </mc:Choice>
              <mc:Fallback>
                <p:oleObj name="Equation" r:id="rId20" imgW="769596" imgH="200479" progId="Equation.DSMT4">
                  <p:embed/>
                  <p:pic>
                    <p:nvPicPr>
                      <p:cNvPr id="0" name=""/>
                      <p:cNvPicPr/>
                      <p:nvPr/>
                    </p:nvPicPr>
                    <p:blipFill>
                      <a:blip r:embed="rId21"/>
                      <a:stretch>
                        <a:fillRect/>
                      </a:stretch>
                    </p:blipFill>
                    <p:spPr>
                      <a:xfrm>
                        <a:off x="4342504" y="5270633"/>
                        <a:ext cx="1373288" cy="356772"/>
                      </a:xfrm>
                      <a:prstGeom prst="rect">
                        <a:avLst/>
                      </a:prstGeom>
                    </p:spPr>
                  </p:pic>
                </p:oleObj>
              </mc:Fallback>
            </mc:AlternateContent>
          </a:graphicData>
        </a:graphic>
      </p:graphicFrame>
    </p:spTree>
    <p:extLst>
      <p:ext uri="{BB962C8B-B14F-4D97-AF65-F5344CB8AC3E}">
        <p14:creationId xmlns:p14="http://schemas.microsoft.com/office/powerpoint/2010/main" val="3719662504"/>
      </p:ext>
    </p:extLst>
  </p:cSld>
  <p:clrMapOvr>
    <a:masterClrMapping/>
  </p:clrMapOvr>
  <p:transition advTm="18857"/>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6E15198-166E-0C2A-E098-164C6D0941BD}"/>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2.4.3  </a:t>
            </a:r>
            <a:r>
              <a:rPr lang="zh-CN" altLang="en-US" sz="2800" b="1" dirty="0">
                <a:latin typeface="Times New Roman" pitchFamily="18" charset="0"/>
                <a:ea typeface="华文中宋" pitchFamily="2" charset="-122"/>
              </a:rPr>
              <a:t>右后腿的运动学分析</a:t>
            </a:r>
          </a:p>
        </p:txBody>
      </p:sp>
      <p:sp>
        <p:nvSpPr>
          <p:cNvPr id="4" name="文本框 3">
            <a:extLst>
              <a:ext uri="{FF2B5EF4-FFF2-40B4-BE49-F238E27FC236}">
                <a16:creationId xmlns:a16="http://schemas.microsoft.com/office/drawing/2014/main" id="{7C5469C7-A061-C606-49D5-E99542B16BF9}"/>
              </a:ext>
            </a:extLst>
          </p:cNvPr>
          <p:cNvSpPr txBox="1"/>
          <p:nvPr/>
        </p:nvSpPr>
        <p:spPr>
          <a:xfrm>
            <a:off x="563252" y="852281"/>
            <a:ext cx="6122708" cy="458908"/>
          </a:xfrm>
          <a:prstGeom prst="rect">
            <a:avLst/>
          </a:prstGeom>
          <a:noFill/>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LH</a:t>
            </a:r>
            <a:r>
              <a:rPr lang="zh-CN" altLang="en-US" dirty="0">
                <a:latin typeface="微软雅黑" panose="020B0503020204020204" pitchFamily="34" charset="-122"/>
                <a:ea typeface="微软雅黑" panose="020B0503020204020204" pitchFamily="34" charset="-122"/>
              </a:rPr>
              <a:t>角度表示公式：</a:t>
            </a:r>
          </a:p>
        </p:txBody>
      </p:sp>
      <p:graphicFrame>
        <p:nvGraphicFramePr>
          <p:cNvPr id="5" name="对象 4">
            <a:extLst>
              <a:ext uri="{FF2B5EF4-FFF2-40B4-BE49-F238E27FC236}">
                <a16:creationId xmlns:a16="http://schemas.microsoft.com/office/drawing/2014/main" id="{4148A629-1ED7-9CE5-886E-B08F785F9CCA}"/>
              </a:ext>
            </a:extLst>
          </p:cNvPr>
          <p:cNvGraphicFramePr>
            <a:graphicFrameLocks noChangeAspect="1"/>
          </p:cNvGraphicFramePr>
          <p:nvPr>
            <p:extLst>
              <p:ext uri="{D42A27DB-BD31-4B8C-83A1-F6EECF244321}">
                <p14:modId xmlns:p14="http://schemas.microsoft.com/office/powerpoint/2010/main" val="72597884"/>
              </p:ext>
            </p:extLst>
          </p:nvPr>
        </p:nvGraphicFramePr>
        <p:xfrm>
          <a:off x="3061321" y="1380731"/>
          <a:ext cx="1627590" cy="652481"/>
        </p:xfrm>
        <a:graphic>
          <a:graphicData uri="http://schemas.openxmlformats.org/presentationml/2006/ole">
            <mc:AlternateContent xmlns:mc="http://schemas.openxmlformats.org/markup-compatibility/2006">
              <mc:Choice xmlns:v="urn:schemas-microsoft-com:vml" Requires="v">
                <p:oleObj name="Equation" r:id="rId3" imgW="1073771" imgH="429444" progId="Equation.DSMT4">
                  <p:embed/>
                </p:oleObj>
              </mc:Choice>
              <mc:Fallback>
                <p:oleObj name="Equation" r:id="rId3" imgW="1073771" imgH="429444" progId="Equation.DSMT4">
                  <p:embed/>
                  <p:pic>
                    <p:nvPicPr>
                      <p:cNvPr id="0" name=""/>
                      <p:cNvPicPr/>
                      <p:nvPr/>
                    </p:nvPicPr>
                    <p:blipFill>
                      <a:blip r:embed="rId4"/>
                      <a:stretch>
                        <a:fillRect/>
                      </a:stretch>
                    </p:blipFill>
                    <p:spPr>
                      <a:xfrm>
                        <a:off x="3061321" y="1380731"/>
                        <a:ext cx="1627590" cy="652481"/>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CF713F76-18C7-EE7C-C303-3B5B09C5EB96}"/>
              </a:ext>
            </a:extLst>
          </p:cNvPr>
          <p:cNvGraphicFramePr>
            <a:graphicFrameLocks noChangeAspect="1"/>
          </p:cNvGraphicFramePr>
          <p:nvPr>
            <p:extLst>
              <p:ext uri="{D42A27DB-BD31-4B8C-83A1-F6EECF244321}">
                <p14:modId xmlns:p14="http://schemas.microsoft.com/office/powerpoint/2010/main" val="2460042664"/>
              </p:ext>
            </p:extLst>
          </p:nvPr>
        </p:nvGraphicFramePr>
        <p:xfrm>
          <a:off x="5616860" y="1439649"/>
          <a:ext cx="1138831" cy="563397"/>
        </p:xfrm>
        <a:graphic>
          <a:graphicData uri="http://schemas.openxmlformats.org/presentationml/2006/ole">
            <mc:AlternateContent xmlns:mc="http://schemas.openxmlformats.org/markup-compatibility/2006">
              <mc:Choice xmlns:v="urn:schemas-microsoft-com:vml" Requires="v">
                <p:oleObj name="Equation" r:id="rId5" imgW="750562" imgH="372113" progId="Equation.DSMT4">
                  <p:embed/>
                </p:oleObj>
              </mc:Choice>
              <mc:Fallback>
                <p:oleObj name="Equation" r:id="rId5" imgW="750562" imgH="372113" progId="Equation.DSMT4">
                  <p:embed/>
                  <p:pic>
                    <p:nvPicPr>
                      <p:cNvPr id="0" name=""/>
                      <p:cNvPicPr/>
                      <p:nvPr/>
                    </p:nvPicPr>
                    <p:blipFill>
                      <a:blip r:embed="rId6"/>
                      <a:stretch>
                        <a:fillRect/>
                      </a:stretch>
                    </p:blipFill>
                    <p:spPr>
                      <a:xfrm>
                        <a:off x="5616860" y="1439649"/>
                        <a:ext cx="1138831" cy="56339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235A93D6-F3ED-49BB-204B-2DF7241EB141}"/>
              </a:ext>
            </a:extLst>
          </p:cNvPr>
          <p:cNvGraphicFramePr>
            <a:graphicFrameLocks noChangeAspect="1"/>
          </p:cNvGraphicFramePr>
          <p:nvPr>
            <p:extLst>
              <p:ext uri="{D42A27DB-BD31-4B8C-83A1-F6EECF244321}">
                <p14:modId xmlns:p14="http://schemas.microsoft.com/office/powerpoint/2010/main" val="2752196918"/>
              </p:ext>
            </p:extLst>
          </p:nvPr>
        </p:nvGraphicFramePr>
        <p:xfrm>
          <a:off x="2690812" y="2201563"/>
          <a:ext cx="2368607" cy="1010385"/>
        </p:xfrm>
        <a:graphic>
          <a:graphicData uri="http://schemas.openxmlformats.org/presentationml/2006/ole">
            <mc:AlternateContent xmlns:mc="http://schemas.openxmlformats.org/markup-compatibility/2006">
              <mc:Choice xmlns:v="urn:schemas-microsoft-com:vml" Requires="v">
                <p:oleObj name="Equation" r:id="rId7" imgW="1815840" imgH="774360" progId="Equation.DSMT4">
                  <p:embed/>
                </p:oleObj>
              </mc:Choice>
              <mc:Fallback>
                <p:oleObj name="Equation" r:id="rId7" imgW="1815840" imgH="774360" progId="Equation.DSMT4">
                  <p:embed/>
                  <p:pic>
                    <p:nvPicPr>
                      <p:cNvPr id="0" name=""/>
                      <p:cNvPicPr/>
                      <p:nvPr/>
                    </p:nvPicPr>
                    <p:blipFill>
                      <a:blip r:embed="rId8"/>
                      <a:stretch>
                        <a:fillRect/>
                      </a:stretch>
                    </p:blipFill>
                    <p:spPr>
                      <a:xfrm>
                        <a:off x="2690812" y="2201563"/>
                        <a:ext cx="2368607" cy="101038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23568EB5-832D-804D-0029-7874000EA280}"/>
              </a:ext>
            </a:extLst>
          </p:cNvPr>
          <p:cNvGraphicFramePr>
            <a:graphicFrameLocks noChangeAspect="1"/>
          </p:cNvGraphicFramePr>
          <p:nvPr>
            <p:extLst>
              <p:ext uri="{D42A27DB-BD31-4B8C-83A1-F6EECF244321}">
                <p14:modId xmlns:p14="http://schemas.microsoft.com/office/powerpoint/2010/main" val="1909627579"/>
              </p:ext>
            </p:extLst>
          </p:nvPr>
        </p:nvGraphicFramePr>
        <p:xfrm>
          <a:off x="5314107" y="2628735"/>
          <a:ext cx="1011280" cy="308526"/>
        </p:xfrm>
        <a:graphic>
          <a:graphicData uri="http://schemas.openxmlformats.org/presentationml/2006/ole">
            <mc:AlternateContent xmlns:mc="http://schemas.openxmlformats.org/markup-compatibility/2006">
              <mc:Choice xmlns:v="urn:schemas-microsoft-com:vml" Requires="v">
                <p:oleObj name="Equation" r:id="rId9" imgW="655755" imgH="200479" progId="Equation.DSMT4">
                  <p:embed/>
                </p:oleObj>
              </mc:Choice>
              <mc:Fallback>
                <p:oleObj name="Equation" r:id="rId9" imgW="655755" imgH="200479" progId="Equation.DSMT4">
                  <p:embed/>
                  <p:pic>
                    <p:nvPicPr>
                      <p:cNvPr id="0" name=""/>
                      <p:cNvPicPr/>
                      <p:nvPr/>
                    </p:nvPicPr>
                    <p:blipFill>
                      <a:blip r:embed="rId10"/>
                      <a:stretch>
                        <a:fillRect/>
                      </a:stretch>
                    </p:blipFill>
                    <p:spPr>
                      <a:xfrm>
                        <a:off x="5314107" y="2628735"/>
                        <a:ext cx="1011280" cy="308526"/>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0762F22E-029A-406A-3400-2EECE702B814}"/>
              </a:ext>
            </a:extLst>
          </p:cNvPr>
          <p:cNvSpPr txBox="1"/>
          <p:nvPr/>
        </p:nvSpPr>
        <p:spPr>
          <a:xfrm>
            <a:off x="7054391" y="2567929"/>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为正值时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0" name="对象 9">
            <a:extLst>
              <a:ext uri="{FF2B5EF4-FFF2-40B4-BE49-F238E27FC236}">
                <a16:creationId xmlns:a16="http://schemas.microsoft.com/office/drawing/2014/main" id="{AEA431F0-BFE0-E7B1-4BC6-62109F20720D}"/>
              </a:ext>
            </a:extLst>
          </p:cNvPr>
          <p:cNvGraphicFramePr>
            <a:graphicFrameLocks noChangeAspect="1"/>
          </p:cNvGraphicFramePr>
          <p:nvPr>
            <p:extLst>
              <p:ext uri="{D42A27DB-BD31-4B8C-83A1-F6EECF244321}">
                <p14:modId xmlns:p14="http://schemas.microsoft.com/office/powerpoint/2010/main" val="1537304272"/>
              </p:ext>
            </p:extLst>
          </p:nvPr>
        </p:nvGraphicFramePr>
        <p:xfrm>
          <a:off x="7415552" y="2527600"/>
          <a:ext cx="281642" cy="409661"/>
        </p:xfrm>
        <a:graphic>
          <a:graphicData uri="http://schemas.openxmlformats.org/presentationml/2006/ole">
            <mc:AlternateContent xmlns:mc="http://schemas.openxmlformats.org/markup-compatibility/2006">
              <mc:Choice xmlns:v="urn:schemas-microsoft-com:vml" Requires="v">
                <p:oleObj name="Equation" r:id="rId11" imgW="139680" imgH="203040" progId="Equation.DSMT4">
                  <p:embed/>
                </p:oleObj>
              </mc:Choice>
              <mc:Fallback>
                <p:oleObj name="Equation" r:id="rId11" imgW="139680" imgH="203040" progId="Equation.DSMT4">
                  <p:embed/>
                  <p:pic>
                    <p:nvPicPr>
                      <p:cNvPr id="6" name="对象 5">
                        <a:extLst>
                          <a:ext uri="{FF2B5EF4-FFF2-40B4-BE49-F238E27FC236}">
                            <a16:creationId xmlns:a16="http://schemas.microsoft.com/office/drawing/2014/main" id="{EA24FECA-B25C-7D74-CED0-3333273B0CC9}"/>
                          </a:ext>
                        </a:extLst>
                      </p:cNvPr>
                      <p:cNvPicPr/>
                      <p:nvPr/>
                    </p:nvPicPr>
                    <p:blipFill>
                      <a:blip r:embed="rId12"/>
                      <a:stretch>
                        <a:fillRect/>
                      </a:stretch>
                    </p:blipFill>
                    <p:spPr>
                      <a:xfrm>
                        <a:off x="7415552" y="2527600"/>
                        <a:ext cx="281642" cy="409661"/>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C22EFE8-DCAC-BFF2-D5A0-31FA2175C460}"/>
              </a:ext>
            </a:extLst>
          </p:cNvPr>
          <p:cNvGraphicFramePr>
            <a:graphicFrameLocks noChangeAspect="1"/>
          </p:cNvGraphicFramePr>
          <p:nvPr>
            <p:extLst>
              <p:ext uri="{D42A27DB-BD31-4B8C-83A1-F6EECF244321}">
                <p14:modId xmlns:p14="http://schemas.microsoft.com/office/powerpoint/2010/main" val="3519423872"/>
              </p:ext>
            </p:extLst>
          </p:nvPr>
        </p:nvGraphicFramePr>
        <p:xfrm>
          <a:off x="2690812" y="3364560"/>
          <a:ext cx="2371396" cy="1010385"/>
        </p:xfrm>
        <a:graphic>
          <a:graphicData uri="http://schemas.openxmlformats.org/presentationml/2006/ole">
            <mc:AlternateContent xmlns:mc="http://schemas.openxmlformats.org/markup-compatibility/2006">
              <mc:Choice xmlns:v="urn:schemas-microsoft-com:vml" Requires="v">
                <p:oleObj name="Equation" r:id="rId13" imgW="1814996" imgH="772710" progId="Equation.DSMT4">
                  <p:embed/>
                </p:oleObj>
              </mc:Choice>
              <mc:Fallback>
                <p:oleObj name="Equation" r:id="rId13" imgW="1814996" imgH="772710" progId="Equation.DSMT4">
                  <p:embed/>
                  <p:pic>
                    <p:nvPicPr>
                      <p:cNvPr id="0" name=""/>
                      <p:cNvPicPr/>
                      <p:nvPr/>
                    </p:nvPicPr>
                    <p:blipFill>
                      <a:blip r:embed="rId14"/>
                      <a:stretch>
                        <a:fillRect/>
                      </a:stretch>
                    </p:blipFill>
                    <p:spPr>
                      <a:xfrm>
                        <a:off x="2690812" y="3364560"/>
                        <a:ext cx="2371396" cy="1010385"/>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6795AE54-F192-C35A-41F8-33CBF3362BED}"/>
              </a:ext>
            </a:extLst>
          </p:cNvPr>
          <p:cNvSpPr txBox="1"/>
          <p:nvPr/>
        </p:nvSpPr>
        <p:spPr>
          <a:xfrm>
            <a:off x="5726783" y="3612039"/>
            <a:ext cx="2202665" cy="369332"/>
          </a:xfrm>
          <a:prstGeom prst="rect">
            <a:avLst/>
          </a:prstGeom>
          <a:noFill/>
        </p:spPr>
        <p:txBody>
          <a:bodyPr wrap="square">
            <a:spAutoFit/>
          </a:bodyPr>
          <a:lstStyle/>
          <a:p>
            <a:r>
              <a:rPr lang="en-US"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为</a:t>
            </a:r>
            <a:r>
              <a:rPr lang="zh-CN" altLang="en-US" sz="1800" kern="1000" dirty="0">
                <a:effectLst/>
                <a:latin typeface="Times New Roman" panose="02020603050405020304" pitchFamily="18" charset="0"/>
                <a:ea typeface="宋体" panose="02010600030101010101" pitchFamily="2" charset="-122"/>
                <a:cs typeface="Times New Roman" panose="02020603050405020304" pitchFamily="18" charset="0"/>
              </a:rPr>
              <a:t>负</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值时</a:t>
            </a:r>
            <a:r>
              <a:rPr lang="en-US" altLang="zh-CN" sz="1800" kern="1000" dirty="0">
                <a:effectLst/>
                <a:latin typeface="宋体" panose="02010600030101010101" pitchFamily="2" charset="-122"/>
                <a:cs typeface="Times New Roman" panose="02020603050405020304" pitchFamily="18" charset="0"/>
              </a:rPr>
              <a:t>)</a:t>
            </a:r>
            <a:endParaRPr lang="zh-CN" altLang="en-US" dirty="0"/>
          </a:p>
        </p:txBody>
      </p:sp>
      <p:graphicFrame>
        <p:nvGraphicFramePr>
          <p:cNvPr id="13" name="对象 12">
            <a:extLst>
              <a:ext uri="{FF2B5EF4-FFF2-40B4-BE49-F238E27FC236}">
                <a16:creationId xmlns:a16="http://schemas.microsoft.com/office/drawing/2014/main" id="{CF36FB08-303D-4C04-E4EA-E8F60939BD3E}"/>
              </a:ext>
            </a:extLst>
          </p:cNvPr>
          <p:cNvGraphicFramePr>
            <a:graphicFrameLocks noChangeAspect="1"/>
          </p:cNvGraphicFramePr>
          <p:nvPr>
            <p:extLst>
              <p:ext uri="{D42A27DB-BD31-4B8C-83A1-F6EECF244321}">
                <p14:modId xmlns:p14="http://schemas.microsoft.com/office/powerpoint/2010/main" val="1201676872"/>
              </p:ext>
            </p:extLst>
          </p:nvPr>
        </p:nvGraphicFramePr>
        <p:xfrm>
          <a:off x="6087944" y="3571710"/>
          <a:ext cx="281642" cy="409661"/>
        </p:xfrm>
        <a:graphic>
          <a:graphicData uri="http://schemas.openxmlformats.org/presentationml/2006/ole">
            <mc:AlternateContent xmlns:mc="http://schemas.openxmlformats.org/markup-compatibility/2006">
              <mc:Choice xmlns:v="urn:schemas-microsoft-com:vml" Requires="v">
                <p:oleObj name="Equation" r:id="rId15" imgW="139680" imgH="203040" progId="Equation.DSMT4">
                  <p:embed/>
                </p:oleObj>
              </mc:Choice>
              <mc:Fallback>
                <p:oleObj name="Equation" r:id="rId15" imgW="139680" imgH="203040" progId="Equation.DSMT4">
                  <p:embed/>
                  <p:pic>
                    <p:nvPicPr>
                      <p:cNvPr id="10" name="对象 9">
                        <a:extLst>
                          <a:ext uri="{FF2B5EF4-FFF2-40B4-BE49-F238E27FC236}">
                            <a16:creationId xmlns:a16="http://schemas.microsoft.com/office/drawing/2014/main" id="{AEA431F0-BFE0-E7B1-4BC6-62109F20720D}"/>
                          </a:ext>
                        </a:extLst>
                      </p:cNvPr>
                      <p:cNvPicPr/>
                      <p:nvPr/>
                    </p:nvPicPr>
                    <p:blipFill>
                      <a:blip r:embed="rId12"/>
                      <a:stretch>
                        <a:fillRect/>
                      </a:stretch>
                    </p:blipFill>
                    <p:spPr>
                      <a:xfrm>
                        <a:off x="6087944" y="3571710"/>
                        <a:ext cx="281642" cy="409661"/>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C50DE61A-7213-9E58-1CE7-C53184DE01FE}"/>
              </a:ext>
            </a:extLst>
          </p:cNvPr>
          <p:cNvGraphicFramePr>
            <a:graphicFrameLocks noChangeAspect="1"/>
          </p:cNvGraphicFramePr>
          <p:nvPr>
            <p:extLst>
              <p:ext uri="{D42A27DB-BD31-4B8C-83A1-F6EECF244321}">
                <p14:modId xmlns:p14="http://schemas.microsoft.com/office/powerpoint/2010/main" val="3181991830"/>
              </p:ext>
            </p:extLst>
          </p:nvPr>
        </p:nvGraphicFramePr>
        <p:xfrm>
          <a:off x="2784024" y="4527557"/>
          <a:ext cx="2247563" cy="600624"/>
        </p:xfrm>
        <a:graphic>
          <a:graphicData uri="http://schemas.openxmlformats.org/presentationml/2006/ole">
            <mc:AlternateContent xmlns:mc="http://schemas.openxmlformats.org/markup-compatibility/2006">
              <mc:Choice xmlns:v="urn:schemas-microsoft-com:vml" Requires="v">
                <p:oleObj name="Equation" r:id="rId16" imgW="1681763" imgH="448554" progId="Equation.DSMT4">
                  <p:embed/>
                </p:oleObj>
              </mc:Choice>
              <mc:Fallback>
                <p:oleObj name="Equation" r:id="rId16" imgW="1681763" imgH="448554" progId="Equation.DSMT4">
                  <p:embed/>
                  <p:pic>
                    <p:nvPicPr>
                      <p:cNvPr id="0" name=""/>
                      <p:cNvPicPr/>
                      <p:nvPr/>
                    </p:nvPicPr>
                    <p:blipFill>
                      <a:blip r:embed="rId17"/>
                      <a:stretch>
                        <a:fillRect/>
                      </a:stretch>
                    </p:blipFill>
                    <p:spPr>
                      <a:xfrm>
                        <a:off x="2784024" y="4527557"/>
                        <a:ext cx="2247563" cy="600624"/>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B704E696-14B1-1D16-6FF6-5963720D584A}"/>
              </a:ext>
            </a:extLst>
          </p:cNvPr>
          <p:cNvGraphicFramePr>
            <a:graphicFrameLocks noChangeAspect="1"/>
          </p:cNvGraphicFramePr>
          <p:nvPr>
            <p:extLst>
              <p:ext uri="{D42A27DB-BD31-4B8C-83A1-F6EECF244321}">
                <p14:modId xmlns:p14="http://schemas.microsoft.com/office/powerpoint/2010/main" val="298337329"/>
              </p:ext>
            </p:extLst>
          </p:nvPr>
        </p:nvGraphicFramePr>
        <p:xfrm>
          <a:off x="5945180" y="4608750"/>
          <a:ext cx="1063280" cy="519431"/>
        </p:xfrm>
        <a:graphic>
          <a:graphicData uri="http://schemas.openxmlformats.org/presentationml/2006/ole">
            <mc:AlternateContent xmlns:mc="http://schemas.openxmlformats.org/markup-compatibility/2006">
              <mc:Choice xmlns:v="urn:schemas-microsoft-com:vml" Requires="v">
                <p:oleObj name="Equation" r:id="rId18" imgW="760259" imgH="372113" progId="Equation.DSMT4">
                  <p:embed/>
                </p:oleObj>
              </mc:Choice>
              <mc:Fallback>
                <p:oleObj name="Equation" r:id="rId18" imgW="760259" imgH="372113" progId="Equation.DSMT4">
                  <p:embed/>
                  <p:pic>
                    <p:nvPicPr>
                      <p:cNvPr id="0" name=""/>
                      <p:cNvPicPr/>
                      <p:nvPr/>
                    </p:nvPicPr>
                    <p:blipFill>
                      <a:blip r:embed="rId19"/>
                      <a:stretch>
                        <a:fillRect/>
                      </a:stretch>
                    </p:blipFill>
                    <p:spPr>
                      <a:xfrm>
                        <a:off x="5945180" y="4608750"/>
                        <a:ext cx="1063280" cy="519431"/>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271DE1CB-6A4B-15C7-F6FB-093B4921FE4E}"/>
              </a:ext>
            </a:extLst>
          </p:cNvPr>
          <p:cNvGraphicFramePr>
            <a:graphicFrameLocks noChangeAspect="1"/>
          </p:cNvGraphicFramePr>
          <p:nvPr>
            <p:extLst>
              <p:ext uri="{D42A27DB-BD31-4B8C-83A1-F6EECF244321}">
                <p14:modId xmlns:p14="http://schemas.microsoft.com/office/powerpoint/2010/main" val="2227738963"/>
              </p:ext>
            </p:extLst>
          </p:nvPr>
        </p:nvGraphicFramePr>
        <p:xfrm>
          <a:off x="3851644" y="5227457"/>
          <a:ext cx="2746900" cy="369331"/>
        </p:xfrm>
        <a:graphic>
          <a:graphicData uri="http://schemas.openxmlformats.org/presentationml/2006/ole">
            <mc:AlternateContent xmlns:mc="http://schemas.openxmlformats.org/markup-compatibility/2006">
              <mc:Choice xmlns:v="urn:schemas-microsoft-com:vml" Requires="v">
                <p:oleObj name="Equation" r:id="rId20" imgW="1700796" imgH="228965" progId="Equation.DSMT4">
                  <p:embed/>
                </p:oleObj>
              </mc:Choice>
              <mc:Fallback>
                <p:oleObj name="Equation" r:id="rId20" imgW="1700796" imgH="228965" progId="Equation.DSMT4">
                  <p:embed/>
                  <p:pic>
                    <p:nvPicPr>
                      <p:cNvPr id="0" name=""/>
                      <p:cNvPicPr/>
                      <p:nvPr/>
                    </p:nvPicPr>
                    <p:blipFill>
                      <a:blip r:embed="rId21"/>
                      <a:stretch>
                        <a:fillRect/>
                      </a:stretch>
                    </p:blipFill>
                    <p:spPr>
                      <a:xfrm>
                        <a:off x="3851644" y="5227457"/>
                        <a:ext cx="2746900" cy="369331"/>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6F37C420-B1FA-B076-E6DC-E60AAA7B9155}"/>
              </a:ext>
            </a:extLst>
          </p:cNvPr>
          <p:cNvGraphicFramePr>
            <a:graphicFrameLocks noChangeAspect="1"/>
          </p:cNvGraphicFramePr>
          <p:nvPr>
            <p:extLst>
              <p:ext uri="{D42A27DB-BD31-4B8C-83A1-F6EECF244321}">
                <p14:modId xmlns:p14="http://schemas.microsoft.com/office/powerpoint/2010/main" val="1181741281"/>
              </p:ext>
            </p:extLst>
          </p:nvPr>
        </p:nvGraphicFramePr>
        <p:xfrm>
          <a:off x="4617081" y="5596051"/>
          <a:ext cx="1074313" cy="353429"/>
        </p:xfrm>
        <a:graphic>
          <a:graphicData uri="http://schemas.openxmlformats.org/presentationml/2006/ole">
            <mc:AlternateContent xmlns:mc="http://schemas.openxmlformats.org/markup-compatibility/2006">
              <mc:Choice xmlns:v="urn:schemas-microsoft-com:vml" Requires="v">
                <p:oleObj name="Equation" r:id="rId22" imgW="607992" imgH="200479" progId="Equation.DSMT4">
                  <p:embed/>
                </p:oleObj>
              </mc:Choice>
              <mc:Fallback>
                <p:oleObj name="Equation" r:id="rId22" imgW="607992" imgH="200479" progId="Equation.DSMT4">
                  <p:embed/>
                  <p:pic>
                    <p:nvPicPr>
                      <p:cNvPr id="0" name=""/>
                      <p:cNvPicPr/>
                      <p:nvPr/>
                    </p:nvPicPr>
                    <p:blipFill>
                      <a:blip r:embed="rId23"/>
                      <a:stretch>
                        <a:fillRect/>
                      </a:stretch>
                    </p:blipFill>
                    <p:spPr>
                      <a:xfrm>
                        <a:off x="4617081" y="5596051"/>
                        <a:ext cx="1074313" cy="353429"/>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B8EE39BC-8326-71BD-2450-8394D982C5DF}"/>
              </a:ext>
            </a:extLst>
          </p:cNvPr>
          <p:cNvGraphicFramePr>
            <a:graphicFrameLocks noChangeAspect="1"/>
          </p:cNvGraphicFramePr>
          <p:nvPr>
            <p:extLst>
              <p:ext uri="{D42A27DB-BD31-4B8C-83A1-F6EECF244321}">
                <p14:modId xmlns:p14="http://schemas.microsoft.com/office/powerpoint/2010/main" val="2124885671"/>
              </p:ext>
            </p:extLst>
          </p:nvPr>
        </p:nvGraphicFramePr>
        <p:xfrm>
          <a:off x="4492732" y="5980693"/>
          <a:ext cx="1298648" cy="337381"/>
        </p:xfrm>
        <a:graphic>
          <a:graphicData uri="http://schemas.openxmlformats.org/presentationml/2006/ole">
            <mc:AlternateContent xmlns:mc="http://schemas.openxmlformats.org/markup-compatibility/2006">
              <mc:Choice xmlns:v="urn:schemas-microsoft-com:vml" Requires="v">
                <p:oleObj name="Equation" r:id="rId24" imgW="769596" imgH="200479" progId="Equation.DSMT4">
                  <p:embed/>
                </p:oleObj>
              </mc:Choice>
              <mc:Fallback>
                <p:oleObj name="Equation" r:id="rId24" imgW="769596" imgH="200479" progId="Equation.DSMT4">
                  <p:embed/>
                  <p:pic>
                    <p:nvPicPr>
                      <p:cNvPr id="0" name=""/>
                      <p:cNvPicPr/>
                      <p:nvPr/>
                    </p:nvPicPr>
                    <p:blipFill>
                      <a:blip r:embed="rId25"/>
                      <a:stretch>
                        <a:fillRect/>
                      </a:stretch>
                    </p:blipFill>
                    <p:spPr>
                      <a:xfrm>
                        <a:off x="4492732" y="5980693"/>
                        <a:ext cx="1298648" cy="337381"/>
                      </a:xfrm>
                      <a:prstGeom prst="rect">
                        <a:avLst/>
                      </a:prstGeom>
                    </p:spPr>
                  </p:pic>
                </p:oleObj>
              </mc:Fallback>
            </mc:AlternateContent>
          </a:graphicData>
        </a:graphic>
      </p:graphicFrame>
    </p:spTree>
    <p:extLst>
      <p:ext uri="{BB962C8B-B14F-4D97-AF65-F5344CB8AC3E}">
        <p14:creationId xmlns:p14="http://schemas.microsoft.com/office/powerpoint/2010/main" val="2060528972"/>
      </p:ext>
    </p:extLst>
  </p:cSld>
  <p:clrMapOvr>
    <a:masterClrMapping/>
  </p:clrMapOvr>
  <p:transition advTm="18857"/>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F23E0DE-653B-30FC-E284-EC2B2844BF1D}"/>
              </a:ext>
            </a:extLst>
          </p:cNvPr>
          <p:cNvSpPr txBox="1"/>
          <p:nvPr/>
        </p:nvSpPr>
        <p:spPr>
          <a:xfrm>
            <a:off x="787418" y="1517716"/>
            <a:ext cx="10067827" cy="2674899"/>
          </a:xfrm>
          <a:prstGeom prst="rect">
            <a:avLst/>
          </a:prstGeom>
          <a:noFill/>
        </p:spPr>
        <p:txBody>
          <a:bodyPr wrap="square">
            <a:spAutoFit/>
          </a:bodyPr>
          <a:lstStyle/>
          <a:p>
            <a:pPr algn="ctr">
              <a:lnSpc>
                <a:spcPct val="150000"/>
              </a:lnSpc>
            </a:pPr>
            <a:r>
              <a:rPr lang="zh-CN" altLang="en-US" sz="2400" dirty="0">
                <a:latin typeface="微软雅黑" panose="020B0503020204020204" pitchFamily="34" charset="-122"/>
                <a:ea typeface="微软雅黑" panose="020B0503020204020204" pitchFamily="34" charset="-122"/>
              </a:rPr>
              <a:t>习    题</a:t>
            </a:r>
            <a:endParaRPr lang="en-US" altLang="zh-CN" sz="2400" dirty="0">
              <a:latin typeface="微软雅黑" panose="020B0503020204020204" pitchFamily="34" charset="-122"/>
              <a:ea typeface="微软雅黑" panose="020B0503020204020204" pitchFamily="34" charset="-122"/>
            </a:endParaRPr>
          </a:p>
          <a:p>
            <a:pPr algn="ctr">
              <a:lnSpc>
                <a:spcPct val="150000"/>
              </a:lnSpc>
            </a:pPr>
            <a:endParaRPr lang="en-US" altLang="zh-CN" dirty="0">
              <a:latin typeface="微软雅黑" panose="020B0503020204020204" pitchFamily="34" charset="-122"/>
              <a:ea typeface="微软雅黑" panose="020B0503020204020204" pitchFamily="34" charset="-122"/>
            </a:endParaRPr>
          </a:p>
          <a:p>
            <a:pPr algn="ctr">
              <a:lnSpc>
                <a:spcPct val="150000"/>
              </a:lnSpc>
            </a:pPr>
            <a:endParaRPr lang="zh-CN" altLang="en-US" dirty="0">
              <a:latin typeface="微软雅黑" panose="020B0503020204020204" pitchFamily="34" charset="-122"/>
              <a:ea typeface="微软雅黑" panose="020B0503020204020204" pitchFamily="34" charset="-122"/>
            </a:endParaRPr>
          </a:p>
          <a:p>
            <a:pPr algn="just">
              <a:lnSpc>
                <a:spcPct val="150000"/>
              </a:lnSpc>
            </a:pPr>
            <a:r>
              <a:rPr lang="en-US" altLang="zh-CN" dirty="0">
                <a:latin typeface="微软雅黑" panose="020B0503020204020204" pitchFamily="34" charset="-122"/>
                <a:ea typeface="微软雅黑" panose="020B0503020204020204" pitchFamily="34" charset="-122"/>
              </a:rPr>
              <a:t>2.1</a:t>
            </a:r>
            <a:r>
              <a:rPr lang="zh-CN" altLang="en-US" dirty="0">
                <a:latin typeface="微软雅黑" panose="020B0503020204020204" pitchFamily="34" charset="-122"/>
                <a:ea typeface="微软雅黑" panose="020B0503020204020204" pitchFamily="34" charset="-122"/>
              </a:rPr>
              <a:t>简要叙述机器人运动学的定义。</a:t>
            </a:r>
          </a:p>
          <a:p>
            <a:pPr algn="just">
              <a:lnSpc>
                <a:spcPct val="150000"/>
              </a:lnSpc>
            </a:pPr>
            <a:r>
              <a:rPr lang="en-US" altLang="zh-CN" dirty="0">
                <a:latin typeface="微软雅黑" panose="020B0503020204020204" pitchFamily="34" charset="-122"/>
                <a:ea typeface="微软雅黑" panose="020B0503020204020204" pitchFamily="34" charset="-122"/>
              </a:rPr>
              <a:t>2.2</a:t>
            </a:r>
            <a:r>
              <a:rPr lang="zh-CN" altLang="en-US" dirty="0">
                <a:latin typeface="微软雅黑" panose="020B0503020204020204" pitchFamily="34" charset="-122"/>
                <a:ea typeface="微软雅黑" panose="020B0503020204020204" pitchFamily="34" charset="-122"/>
              </a:rPr>
              <a:t>机器人运动学的标准</a:t>
            </a:r>
            <a:r>
              <a:rPr lang="en-US" altLang="zh-CN" dirty="0">
                <a:latin typeface="微软雅黑" panose="020B0503020204020204" pitchFamily="34" charset="-122"/>
                <a:ea typeface="微软雅黑" panose="020B0503020204020204" pitchFamily="34" charset="-122"/>
              </a:rPr>
              <a:t>D-H</a:t>
            </a:r>
            <a:r>
              <a:rPr lang="zh-CN" altLang="en-US" dirty="0">
                <a:latin typeface="微软雅黑" panose="020B0503020204020204" pitchFamily="34" charset="-122"/>
                <a:ea typeface="微软雅黑" panose="020B0503020204020204" pitchFamily="34" charset="-122"/>
              </a:rPr>
              <a:t>方法和</a:t>
            </a:r>
            <a:r>
              <a:rPr lang="en-US" altLang="zh-CN" dirty="0">
                <a:latin typeface="微软雅黑" panose="020B0503020204020204" pitchFamily="34" charset="-122"/>
                <a:ea typeface="微软雅黑" panose="020B0503020204020204" pitchFamily="34" charset="-122"/>
              </a:rPr>
              <a:t>MD-H</a:t>
            </a:r>
            <a:r>
              <a:rPr lang="zh-CN" altLang="en-US" dirty="0">
                <a:latin typeface="微软雅黑" panose="020B0503020204020204" pitchFamily="34" charset="-122"/>
                <a:ea typeface="微软雅黑" panose="020B0503020204020204" pitchFamily="34" charset="-122"/>
              </a:rPr>
              <a:t>方法的区别和联系是什么？</a:t>
            </a:r>
          </a:p>
          <a:p>
            <a:pPr algn="just">
              <a:lnSpc>
                <a:spcPct val="150000"/>
              </a:lnSpc>
            </a:pPr>
            <a:r>
              <a:rPr lang="en-US" altLang="zh-CN" dirty="0">
                <a:latin typeface="微软雅黑" panose="020B0503020204020204" pitchFamily="34" charset="-122"/>
                <a:ea typeface="微软雅黑" panose="020B0503020204020204" pitchFamily="34" charset="-122"/>
              </a:rPr>
              <a:t>2.3</a:t>
            </a:r>
            <a:r>
              <a:rPr lang="zh-CN" altLang="en-US" dirty="0">
                <a:latin typeface="微软雅黑" panose="020B0503020204020204" pitchFamily="34" charset="-122"/>
                <a:ea typeface="微软雅黑" panose="020B0503020204020204" pitchFamily="34" charset="-122"/>
              </a:rPr>
              <a:t>详细推导四足机器人左后腿（</a:t>
            </a:r>
            <a:r>
              <a:rPr lang="en-US" altLang="zh-CN" dirty="0">
                <a:latin typeface="微软雅黑" panose="020B0503020204020204" pitchFamily="34" charset="-122"/>
                <a:ea typeface="微软雅黑" panose="020B0503020204020204" pitchFamily="34" charset="-122"/>
              </a:rPr>
              <a:t>LH</a:t>
            </a:r>
            <a:r>
              <a:rPr lang="zh-CN" altLang="en-US" dirty="0">
                <a:latin typeface="微软雅黑" panose="020B0503020204020204" pitchFamily="34" charset="-122"/>
                <a:ea typeface="微软雅黑" panose="020B0503020204020204" pitchFamily="34" charset="-122"/>
              </a:rPr>
              <a:t>）的正运动学和逆运动学公式，并与本章的结果进行比较。</a:t>
            </a:r>
          </a:p>
        </p:txBody>
      </p:sp>
    </p:spTree>
    <p:extLst>
      <p:ext uri="{BB962C8B-B14F-4D97-AF65-F5344CB8AC3E}">
        <p14:creationId xmlns:p14="http://schemas.microsoft.com/office/powerpoint/2010/main" val="3929293498"/>
      </p:ext>
    </p:extLst>
  </p:cSld>
  <p:clrMapOvr>
    <a:masterClrMapping/>
  </p:clrMapOvr>
  <p:transition advTm="18857"/>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A3YTM3NGM4NjQ1MjY4MmM1MzFiMWQ3MWE3NTU2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3697</TotalTime>
  <Words>6611</Words>
  <Application>Microsoft Office PowerPoint</Application>
  <PresentationFormat>宽屏</PresentationFormat>
  <Paragraphs>584</Paragraphs>
  <Slides>73</Slides>
  <Notes>70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73</vt:i4>
      </vt:variant>
    </vt:vector>
  </HeadingPairs>
  <TitlesOfParts>
    <vt:vector size="83" baseType="lpstr">
      <vt:lpstr>等线</vt:lpstr>
      <vt:lpstr>等线 Light</vt:lpstr>
      <vt:lpstr>宋体</vt:lpstr>
      <vt:lpstr>微软雅黑</vt:lpstr>
      <vt:lpstr>Arial</vt:lpstr>
      <vt:lpstr>Calibri</vt:lpstr>
      <vt:lpstr>Times New Roman</vt:lpstr>
      <vt:lpstr>Office 主题​​</vt:lpstr>
      <vt:lpstr>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libin ribben</dc:creator>
  <cp:lastModifiedBy>高 梦奇</cp:lastModifiedBy>
  <cp:revision>430</cp:revision>
  <dcterms:created xsi:type="dcterms:W3CDTF">2019-06-19T02:08:00Z</dcterms:created>
  <dcterms:modified xsi:type="dcterms:W3CDTF">2023-06-07T13:46:31Z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ICV">
    <vt:lpwstr>82CFBE4CAFC14D248354FA9E7AB4A679</vt:lpwstr>
  </property>
</Properties>
</file>