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39"/>
  </p:notesMasterIdLst>
  <p:sldIdLst>
    <p:sldId id="410" r:id="rId2"/>
    <p:sldId id="598" r:id="rId3"/>
    <p:sldId id="596" r:id="rId4"/>
    <p:sldId id="597" r:id="rId5"/>
    <p:sldId id="599" r:id="rId6"/>
    <p:sldId id="601" r:id="rId7"/>
    <p:sldId id="600" r:id="rId8"/>
    <p:sldId id="602" r:id="rId9"/>
    <p:sldId id="603" r:id="rId10"/>
    <p:sldId id="614" r:id="rId11"/>
    <p:sldId id="615" r:id="rId12"/>
    <p:sldId id="604" r:id="rId13"/>
    <p:sldId id="605" r:id="rId14"/>
    <p:sldId id="616" r:id="rId15"/>
    <p:sldId id="617" r:id="rId16"/>
    <p:sldId id="618" r:id="rId17"/>
    <p:sldId id="619" r:id="rId18"/>
    <p:sldId id="620" r:id="rId19"/>
    <p:sldId id="621" r:id="rId20"/>
    <p:sldId id="622" r:id="rId21"/>
    <p:sldId id="623" r:id="rId22"/>
    <p:sldId id="624" r:id="rId23"/>
    <p:sldId id="625" r:id="rId24"/>
    <p:sldId id="626" r:id="rId25"/>
    <p:sldId id="627" r:id="rId26"/>
    <p:sldId id="628" r:id="rId27"/>
    <p:sldId id="629" r:id="rId28"/>
    <p:sldId id="630" r:id="rId29"/>
    <p:sldId id="631" r:id="rId30"/>
    <p:sldId id="632" r:id="rId31"/>
    <p:sldId id="633" r:id="rId32"/>
    <p:sldId id="634" r:id="rId33"/>
    <p:sldId id="635" r:id="rId34"/>
    <p:sldId id="641" r:id="rId35"/>
    <p:sldId id="636" r:id="rId36"/>
    <p:sldId id="637" r:id="rId37"/>
    <p:sldId id="638" r:id="rId38"/>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0">
          <p15:clr>
            <a:srgbClr val="A4A3A4"/>
          </p15:clr>
        </p15:guide>
        <p15:guide id="2" pos="36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CC99"/>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8" autoAdjust="0"/>
    <p:restoredTop sz="94607" autoAdjust="0"/>
  </p:normalViewPr>
  <p:slideViewPr>
    <p:cSldViewPr snapToGrid="0" showGuides="1">
      <p:cViewPr varScale="1">
        <p:scale>
          <a:sx n="104" d="100"/>
          <a:sy n="104" d="100"/>
        </p:scale>
        <p:origin x="870" y="114"/>
      </p:cViewPr>
      <p:guideLst>
        <p:guide orient="horz" pos="2120"/>
        <p:guide pos="3667"/>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a:latin typeface="+mn-lt"/>
                <a:ea typeface="+mn-ea"/>
              </a:defRPr>
            </a:lvl1pPr>
          </a:lstStyle>
          <a:p>
            <a:pPr marL="0" marR="0" lvl="0" indent="0" algn="r" defTabSz="914400" rtl="0" eaLnBrk="1" fontAlgn="auto" latinLnBrk="0" hangingPunct="1">
              <a:lnSpc>
                <a:spcPct val="100000"/>
              </a:lnSpc>
              <a:spcBef>
                <a:spcPct val="0"/>
              </a:spcBef>
              <a:spcAft>
                <a:spcPct val="0"/>
              </a:spcAft>
              <a:buClrTx/>
              <a:buSzTx/>
              <a:buFontTx/>
              <a:buNone/>
              <a:defRPr/>
            </a:pPr>
            <a:fld id="{DD6CFA72-79F1-4675-A2F1-112645FE0012}" type="datetimeFigureOut">
              <a:rPr kumimoji="0" lang="zh-CN" altLang="en-US" sz="1200" b="0" i="0" u="none" strike="noStrike" kern="1200" cap="none" spc="0" normalizeH="0" baseline="0" noProof="1">
                <a:ln>
                  <a:noFill/>
                </a:ln>
                <a:solidFill>
                  <a:schemeClr val="tx1"/>
                </a:solidFill>
                <a:effectLst/>
                <a:uLnTx/>
                <a:uFillTx/>
                <a:latin typeface="+mn-lt"/>
                <a:ea typeface="+mn-ea"/>
                <a:cs typeface="+mn-cs"/>
              </a:rPr>
              <a:t>2023/6/6</a:t>
            </a:fld>
            <a:endParaRPr kumimoji="0" lang="zh-CN" altLang="en-US" sz="1200" b="0" i="0" u="none" strike="noStrike" kern="1200" cap="none" spc="0" normalizeH="0" baseline="0" noProof="1">
              <a:ln>
                <a:noFill/>
              </a:ln>
              <a:solidFill>
                <a:schemeClr val="tx1"/>
              </a:solidFill>
              <a:effectLst/>
              <a:uLnTx/>
              <a:uFillTx/>
              <a:latin typeface="+mn-lt"/>
              <a:ea typeface="+mn-ea"/>
              <a:cs typeface="+mn-cs"/>
            </a:endParaRPr>
          </a:p>
        </p:txBody>
      </p:sp>
      <p:sp>
        <p:nvSpPr>
          <p:cNvPr id="1229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85554108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159929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Rot="1" noChangeAspect="1" noChangeArrowheads="1" noTextEdit="1"/>
          </p:cNvSpPr>
          <p:nvPr>
            <p:ph type="sldImg" idx="4294967295"/>
          </p:nvPr>
        </p:nvSpPr>
        <p:spPr>
          <a:xfrm>
            <a:off x="141288" y="768350"/>
            <a:ext cx="6818312" cy="3836988"/>
          </a:xfrm>
          <a:ln>
            <a:miter lim="800000"/>
          </a:ln>
        </p:spPr>
      </p:sp>
      <p:sp>
        <p:nvSpPr>
          <p:cNvPr id="11266" name="Rectangle 3"/>
          <p:cNvSpPr>
            <a:spLocks noGrp="1" noChangeArrowheads="1"/>
          </p:cNvSpPr>
          <p:nvPr>
            <p:ph type="body" idx="4294967295"/>
          </p:nvPr>
        </p:nvSpPr>
        <p:spPr/>
        <p:txBody>
          <a:bodyPr lIns="99048" tIns="49524" rIns="99048" bIns="49524"/>
          <a:lstStyle/>
          <a:p>
            <a:endParaRPr lang="zh-CN" altLang="zh-CN"/>
          </a:p>
        </p:txBody>
      </p:sp>
      <p:sp>
        <p:nvSpPr>
          <p:cNvPr id="11267"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19096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818315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631858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281713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424173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216632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52851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237124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351379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1269153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319725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487937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599406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581348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88022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372312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839377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8824232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792376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8346048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7618009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2557292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4487098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4574611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5553115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2973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70394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8216038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3903810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6591427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8468268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8733742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488262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CAA1B-04BB-01A4-5132-0BDD854CDD5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232CBA4-C165-2021-606B-42BFF3F85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DE23921-7945-56A7-ABBE-EDFBFCE704A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8FBBD9E2-622C-8680-00B1-0B80B5876951}"/>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7F1DF61E-5B6A-7E5B-8267-3121D6221A94}"/>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1286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12466-3429-36FD-035E-5868865DC2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A633A1-6A05-E72F-6846-47522666070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84CC20-962E-B35E-8F5D-13B9EDDBEC9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D45EBF56-CB95-E782-9B54-5680489C383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EC612C2F-0CAE-E833-CD0E-676D32D65DC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29828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4251FF-DAD4-41BF-6A09-B0C695C35A6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84F99BA-32F6-0D77-B827-A85089EEF6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9A6275-6689-5FD7-9689-EF4D433F3CB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7DE7BE2-BCB4-38C7-AB69-9632A05DC14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FD1198C0-207F-6F39-0343-0114189224F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3358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4A4765-C019-5415-5DFB-336F7FC5198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FDA83E5-2317-5C83-38B2-702DB0CAFB4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3C922D5-E5AC-451B-4FE3-DB286C6FA8D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12A17DA-98CC-624E-7C9D-733D33878CC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466B618C-79A1-6725-6D60-467C56888D3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9BBCAD81-D104-F005-B124-9AA20F94945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59779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538E9-A940-4696-6527-D2231124C61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BCE477-2934-8288-4AAA-AFB0A8D637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769962B-4026-7570-B1D1-0053E303C9E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6F0F388-4D5E-08F8-391E-182E79C96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49C8B37-014A-B5DD-F532-55B0F37AE42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7B07723-3B3E-B5AC-AF38-C742468531B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a:extLst>
              <a:ext uri="{FF2B5EF4-FFF2-40B4-BE49-F238E27FC236}">
                <a16:creationId xmlns:a16="http://schemas.microsoft.com/office/drawing/2014/main" id="{8F6AF78B-4B58-E232-9485-F655E57884C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a:extLst>
              <a:ext uri="{FF2B5EF4-FFF2-40B4-BE49-F238E27FC236}">
                <a16:creationId xmlns:a16="http://schemas.microsoft.com/office/drawing/2014/main" id="{A662AC73-D351-DCFD-1043-08908AFD375B}"/>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1366859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12AF-316A-1F50-596A-60C8C64502A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9818D3A-2047-9163-58B1-3DC76874090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a:extLst>
              <a:ext uri="{FF2B5EF4-FFF2-40B4-BE49-F238E27FC236}">
                <a16:creationId xmlns:a16="http://schemas.microsoft.com/office/drawing/2014/main" id="{05E2B006-C25A-5D69-086E-78E96B3A74B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a:extLst>
              <a:ext uri="{FF2B5EF4-FFF2-40B4-BE49-F238E27FC236}">
                <a16:creationId xmlns:a16="http://schemas.microsoft.com/office/drawing/2014/main" id="{19A3FE94-AA1B-BE7D-F9C7-E91351A2100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85231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460921-086E-9288-4F1C-703814A6EB0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a:extLst>
              <a:ext uri="{FF2B5EF4-FFF2-40B4-BE49-F238E27FC236}">
                <a16:creationId xmlns:a16="http://schemas.microsoft.com/office/drawing/2014/main" id="{00529960-D4BF-F692-7404-A3CAFA7FB75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a:extLst>
              <a:ext uri="{FF2B5EF4-FFF2-40B4-BE49-F238E27FC236}">
                <a16:creationId xmlns:a16="http://schemas.microsoft.com/office/drawing/2014/main" id="{84F6CEBC-7F84-B714-25EC-AB103B14FDD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74544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D0635F-1176-C574-1B07-9F5F29EDBDE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8B056A-BED1-F50D-E457-C54CB2C47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7374783-07B6-8C2B-398E-044D32257F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E11642-BE16-C5AD-3477-7E8BF580C04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F44DAE12-A553-241F-F442-04B65065FD3B}"/>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81BA4377-2B5F-EFD6-AA1E-A823D272BF80}"/>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21735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6EA45-52AA-54CA-A544-B080E49577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065BB-16C0-3BA9-1590-B22230E16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2DA224-07E4-DA5B-1CF6-1F82CB034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927686D-D4CE-482F-A5D0-FA7E9B27F1D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39100DF8-CF53-773E-903E-DC08354C3DE8}"/>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590B1A73-88D8-B80C-696E-B624BDCFEA78}"/>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54305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F43F6-B85F-6154-1E0E-27502E522B8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13F8D2-367B-2F0A-8D6D-13C46FDC0EB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374CBF0-B308-05AD-45B8-3741417A3D6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296ECFC3-2B05-114E-ADD0-247C29ECDE40}"/>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6BAE2C9D-C5A6-28E5-33E5-39FF66A19A1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1074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29718A9-6281-7DD8-AC66-C7F8B5177F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804B563-4C5A-39BF-DFFE-02223063866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08A6C0-EA30-1DEE-FEF7-36F932378B4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B1351F0-E29C-A38E-016D-A97A9546F474}"/>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BBB3CF6C-FD0E-E93B-0F38-C97EA1DFFBD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24431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15473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604A20-DF1C-0DD6-04E1-E22B4B98D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22DEFA4-D0DD-1B9B-6811-7DD45CED8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C525CB-11D0-480D-3910-29A92D097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14532C6E-6C86-8AD6-375C-C792A73BA6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DE4CC257-19C4-DFE6-D55D-2D817E7AA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B0B46A-9FEC-4C73-8E69-8E9BDA52C5B1}" type="slidenum">
              <a:rPr lang="zh-CN" altLang="en-US" smtClean="0"/>
              <a:t>‹#›</a:t>
            </a:fld>
            <a:endParaRPr lang="zh-CN" altLang="en-US"/>
          </a:p>
        </p:txBody>
      </p:sp>
      <p:sp>
        <p:nvSpPr>
          <p:cNvPr id="7" name="Line 7">
            <a:extLst>
              <a:ext uri="{FF2B5EF4-FFF2-40B4-BE49-F238E27FC236}">
                <a16:creationId xmlns:a16="http://schemas.microsoft.com/office/drawing/2014/main" id="{20B3D03A-6F5A-FB74-9EED-10031464D27A}"/>
              </a:ext>
            </a:extLst>
          </p:cNvPr>
          <p:cNvSpPr/>
          <p:nvPr userDrawn="1"/>
        </p:nvSpPr>
        <p:spPr>
          <a:xfrm>
            <a:off x="0" y="684213"/>
            <a:ext cx="12192000" cy="0"/>
          </a:xfrm>
          <a:prstGeom prst="line">
            <a:avLst/>
          </a:prstGeom>
          <a:ln w="114300" cap="flat" cmpd="thickThin">
            <a:solidFill>
              <a:srgbClr val="660033"/>
            </a:solidFill>
            <a:prstDash val="solid"/>
            <a:headEnd type="none" w="med" len="med"/>
            <a:tailEnd type="none" w="med" len="med"/>
          </a:ln>
        </p:spPr>
      </p:sp>
    </p:spTree>
    <p:extLst>
      <p:ext uri="{BB962C8B-B14F-4D97-AF65-F5344CB8AC3E}">
        <p14:creationId xmlns:p14="http://schemas.microsoft.com/office/powerpoint/2010/main" val="279907681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oleObject" Target="../embeddings/oleObject9.bin"/><Relationship Id="rId18" Type="http://schemas.openxmlformats.org/officeDocument/2006/relationships/image" Target="../media/image11.e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8.emf"/><Relationship Id="rId17" Type="http://schemas.openxmlformats.org/officeDocument/2006/relationships/oleObject" Target="../embeddings/oleObject11.bin"/><Relationship Id="rId2" Type="http://schemas.openxmlformats.org/officeDocument/2006/relationships/notesSlide" Target="../notesSlides/notesSlide4.xml"/><Relationship Id="rId16" Type="http://schemas.openxmlformats.org/officeDocument/2006/relationships/image" Target="../media/image10.emf"/><Relationship Id="rId20" Type="http://schemas.openxmlformats.org/officeDocument/2006/relationships/image" Target="../media/image12.emf"/><Relationship Id="rId1" Type="http://schemas.openxmlformats.org/officeDocument/2006/relationships/slideLayout" Target="../slideLayouts/slideLayout12.xml"/><Relationship Id="rId6" Type="http://schemas.openxmlformats.org/officeDocument/2006/relationships/image" Target="../media/image5.e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7.emf"/><Relationship Id="rId19" Type="http://schemas.openxmlformats.org/officeDocument/2006/relationships/oleObject" Target="../embeddings/oleObject12.bin"/><Relationship Id="rId4" Type="http://schemas.openxmlformats.org/officeDocument/2006/relationships/image" Target="../media/image4.wmf"/><Relationship Id="rId9" Type="http://schemas.openxmlformats.org/officeDocument/2006/relationships/oleObject" Target="../embeddings/oleObject7.bin"/><Relationship Id="rId14" Type="http://schemas.openxmlformats.org/officeDocument/2006/relationships/image" Target="../media/image9.emf"/></Relationships>
</file>

<file path=ppt/slides/_rels/slide6.xml.rels><?xml version="1.0" encoding="UTF-8" standalone="yes"?>
<Relationships xmlns="http://schemas.openxmlformats.org/package/2006/relationships"><Relationship Id="rId8" Type="http://schemas.openxmlformats.org/officeDocument/2006/relationships/image" Target="../media/image15.emf"/><Relationship Id="rId13" Type="http://schemas.openxmlformats.org/officeDocument/2006/relationships/oleObject" Target="../embeddings/oleObject18.bin"/><Relationship Id="rId18" Type="http://schemas.openxmlformats.org/officeDocument/2006/relationships/image" Target="../media/image20.emf"/><Relationship Id="rId26" Type="http://schemas.openxmlformats.org/officeDocument/2006/relationships/image" Target="../media/image24.emf"/><Relationship Id="rId3" Type="http://schemas.openxmlformats.org/officeDocument/2006/relationships/oleObject" Target="../embeddings/oleObject13.bin"/><Relationship Id="rId21" Type="http://schemas.openxmlformats.org/officeDocument/2006/relationships/oleObject" Target="../embeddings/oleObject22.bin"/><Relationship Id="rId7" Type="http://schemas.openxmlformats.org/officeDocument/2006/relationships/oleObject" Target="../embeddings/oleObject15.bin"/><Relationship Id="rId12" Type="http://schemas.openxmlformats.org/officeDocument/2006/relationships/image" Target="../media/image17.emf"/><Relationship Id="rId17" Type="http://schemas.openxmlformats.org/officeDocument/2006/relationships/oleObject" Target="../embeddings/oleObject20.bin"/><Relationship Id="rId25" Type="http://schemas.openxmlformats.org/officeDocument/2006/relationships/oleObject" Target="../embeddings/oleObject24.bin"/><Relationship Id="rId2" Type="http://schemas.openxmlformats.org/officeDocument/2006/relationships/notesSlide" Target="../notesSlides/notesSlide5.xml"/><Relationship Id="rId16" Type="http://schemas.openxmlformats.org/officeDocument/2006/relationships/image" Target="../media/image19.emf"/><Relationship Id="rId20" Type="http://schemas.openxmlformats.org/officeDocument/2006/relationships/image" Target="../media/image21.emf"/><Relationship Id="rId1" Type="http://schemas.openxmlformats.org/officeDocument/2006/relationships/slideLayout" Target="../slideLayouts/slideLayout12.xml"/><Relationship Id="rId6" Type="http://schemas.openxmlformats.org/officeDocument/2006/relationships/image" Target="../media/image14.wmf"/><Relationship Id="rId11" Type="http://schemas.openxmlformats.org/officeDocument/2006/relationships/oleObject" Target="../embeddings/oleObject17.bin"/><Relationship Id="rId24" Type="http://schemas.openxmlformats.org/officeDocument/2006/relationships/image" Target="../media/image23.emf"/><Relationship Id="rId5" Type="http://schemas.openxmlformats.org/officeDocument/2006/relationships/oleObject" Target="../embeddings/oleObject14.bin"/><Relationship Id="rId15" Type="http://schemas.openxmlformats.org/officeDocument/2006/relationships/oleObject" Target="../embeddings/oleObject19.bin"/><Relationship Id="rId23" Type="http://schemas.openxmlformats.org/officeDocument/2006/relationships/oleObject" Target="../embeddings/oleObject23.bin"/><Relationship Id="rId28" Type="http://schemas.openxmlformats.org/officeDocument/2006/relationships/image" Target="../media/image25.wmf"/><Relationship Id="rId10" Type="http://schemas.openxmlformats.org/officeDocument/2006/relationships/image" Target="../media/image16.emf"/><Relationship Id="rId19" Type="http://schemas.openxmlformats.org/officeDocument/2006/relationships/oleObject" Target="../embeddings/oleObject21.bin"/><Relationship Id="rId4" Type="http://schemas.openxmlformats.org/officeDocument/2006/relationships/image" Target="../media/image13.wmf"/><Relationship Id="rId9" Type="http://schemas.openxmlformats.org/officeDocument/2006/relationships/oleObject" Target="../embeddings/oleObject16.bin"/><Relationship Id="rId14" Type="http://schemas.openxmlformats.org/officeDocument/2006/relationships/image" Target="../media/image18.emf"/><Relationship Id="rId22" Type="http://schemas.openxmlformats.org/officeDocument/2006/relationships/image" Target="../media/image22.emf"/><Relationship Id="rId27" Type="http://schemas.openxmlformats.org/officeDocument/2006/relationships/oleObject" Target="../embeddings/oleObject25.bin"/></Relationships>
</file>

<file path=ppt/slides/_rels/slide7.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7.emf"/><Relationship Id="rId5" Type="http://schemas.openxmlformats.org/officeDocument/2006/relationships/oleObject" Target="../embeddings/oleObject27.bin"/><Relationship Id="rId10" Type="http://schemas.openxmlformats.org/officeDocument/2006/relationships/image" Target="../media/image29.wmf"/><Relationship Id="rId4" Type="http://schemas.openxmlformats.org/officeDocument/2006/relationships/image" Target="../media/image26.emf"/><Relationship Id="rId9" Type="http://schemas.openxmlformats.org/officeDocument/2006/relationships/oleObject" Target="../embeddings/oleObject29.bin"/></Relationships>
</file>

<file path=ppt/slides/_rels/slide8.xml.rels><?xml version="1.0" encoding="UTF-8" standalone="yes"?>
<Relationships xmlns="http://schemas.openxmlformats.org/package/2006/relationships"><Relationship Id="rId8" Type="http://schemas.openxmlformats.org/officeDocument/2006/relationships/image" Target="../media/image32.emf"/><Relationship Id="rId13" Type="http://schemas.openxmlformats.org/officeDocument/2006/relationships/oleObject" Target="../embeddings/oleObject35.bin"/><Relationship Id="rId3" Type="http://schemas.openxmlformats.org/officeDocument/2006/relationships/oleObject" Target="../embeddings/oleObject30.bin"/><Relationship Id="rId7" Type="http://schemas.openxmlformats.org/officeDocument/2006/relationships/oleObject" Target="../embeddings/oleObject32.bin"/><Relationship Id="rId12" Type="http://schemas.openxmlformats.org/officeDocument/2006/relationships/image" Target="../media/image34.wmf"/><Relationship Id="rId2" Type="http://schemas.openxmlformats.org/officeDocument/2006/relationships/notesSlide" Target="../notesSlides/notesSlide7.xml"/><Relationship Id="rId16" Type="http://schemas.openxmlformats.org/officeDocument/2006/relationships/image" Target="../media/image36.emf"/><Relationship Id="rId1" Type="http://schemas.openxmlformats.org/officeDocument/2006/relationships/slideLayout" Target="../slideLayouts/slideLayout12.xml"/><Relationship Id="rId6" Type="http://schemas.openxmlformats.org/officeDocument/2006/relationships/image" Target="../media/image31.emf"/><Relationship Id="rId11" Type="http://schemas.openxmlformats.org/officeDocument/2006/relationships/oleObject" Target="../embeddings/oleObject34.bin"/><Relationship Id="rId5" Type="http://schemas.openxmlformats.org/officeDocument/2006/relationships/oleObject" Target="../embeddings/oleObject31.bin"/><Relationship Id="rId15" Type="http://schemas.openxmlformats.org/officeDocument/2006/relationships/oleObject" Target="../embeddings/oleObject36.bin"/><Relationship Id="rId10" Type="http://schemas.openxmlformats.org/officeDocument/2006/relationships/image" Target="../media/image33.emf"/><Relationship Id="rId4" Type="http://schemas.openxmlformats.org/officeDocument/2006/relationships/image" Target="../media/image30.emf"/><Relationship Id="rId9" Type="http://schemas.openxmlformats.org/officeDocument/2006/relationships/oleObject" Target="../embeddings/oleObject33.bin"/><Relationship Id="rId14" Type="http://schemas.openxmlformats.org/officeDocument/2006/relationships/image" Target="../media/image35.emf"/></Relationships>
</file>

<file path=ppt/slides/_rels/slide9.x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8.emf"/><Relationship Id="rId5" Type="http://schemas.openxmlformats.org/officeDocument/2006/relationships/oleObject" Target="../embeddings/oleObject38.bin"/><Relationship Id="rId10" Type="http://schemas.openxmlformats.org/officeDocument/2006/relationships/image" Target="../media/image40.emf"/><Relationship Id="rId4" Type="http://schemas.openxmlformats.org/officeDocument/2006/relationships/image" Target="../media/image37.emf"/><Relationship Id="rId9" Type="http://schemas.openxmlformats.org/officeDocument/2006/relationships/oleObject" Target="../embeddings/oleObject40.bin"/></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oleObject" Target="../embeddings/oleObject46.bin"/><Relationship Id="rId18" Type="http://schemas.openxmlformats.org/officeDocument/2006/relationships/image" Target="../media/image49.emf"/><Relationship Id="rId3" Type="http://schemas.openxmlformats.org/officeDocument/2006/relationships/oleObject" Target="../embeddings/oleObject41.bin"/><Relationship Id="rId7" Type="http://schemas.openxmlformats.org/officeDocument/2006/relationships/oleObject" Target="../embeddings/oleObject43.bin"/><Relationship Id="rId12" Type="http://schemas.openxmlformats.org/officeDocument/2006/relationships/image" Target="../media/image46.emf"/><Relationship Id="rId17" Type="http://schemas.openxmlformats.org/officeDocument/2006/relationships/oleObject" Target="../embeddings/oleObject48.bin"/><Relationship Id="rId2" Type="http://schemas.openxmlformats.org/officeDocument/2006/relationships/notesSlide" Target="../notesSlides/notesSlide10.xml"/><Relationship Id="rId16" Type="http://schemas.openxmlformats.org/officeDocument/2006/relationships/image" Target="../media/image48.emf"/><Relationship Id="rId20" Type="http://schemas.openxmlformats.org/officeDocument/2006/relationships/image" Target="../media/image50.emf"/><Relationship Id="rId1" Type="http://schemas.openxmlformats.org/officeDocument/2006/relationships/slideLayout" Target="../slideLayouts/slideLayout12.xml"/><Relationship Id="rId6" Type="http://schemas.openxmlformats.org/officeDocument/2006/relationships/image" Target="../media/image43.wmf"/><Relationship Id="rId11" Type="http://schemas.openxmlformats.org/officeDocument/2006/relationships/oleObject" Target="../embeddings/oleObject45.bin"/><Relationship Id="rId5" Type="http://schemas.openxmlformats.org/officeDocument/2006/relationships/oleObject" Target="../embeddings/oleObject42.bin"/><Relationship Id="rId15" Type="http://schemas.openxmlformats.org/officeDocument/2006/relationships/oleObject" Target="../embeddings/oleObject47.bin"/><Relationship Id="rId10" Type="http://schemas.openxmlformats.org/officeDocument/2006/relationships/image" Target="../media/image45.wmf"/><Relationship Id="rId19" Type="http://schemas.openxmlformats.org/officeDocument/2006/relationships/oleObject" Target="../embeddings/oleObject49.bin"/><Relationship Id="rId4" Type="http://schemas.openxmlformats.org/officeDocument/2006/relationships/image" Target="../media/image42.wmf"/><Relationship Id="rId9" Type="http://schemas.openxmlformats.org/officeDocument/2006/relationships/oleObject" Target="../embeddings/oleObject44.bin"/><Relationship Id="rId14" Type="http://schemas.openxmlformats.org/officeDocument/2006/relationships/image" Target="../media/image47.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51.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52.emf"/></Relationships>
</file>

<file path=ppt/slides/_rels/slide16.xml.rels><?xml version="1.0" encoding="UTF-8" standalone="yes"?>
<Relationships xmlns="http://schemas.openxmlformats.org/package/2006/relationships"><Relationship Id="rId8" Type="http://schemas.openxmlformats.org/officeDocument/2006/relationships/image" Target="../media/image55.emf"/><Relationship Id="rId13" Type="http://schemas.openxmlformats.org/officeDocument/2006/relationships/oleObject" Target="../embeddings/oleObject57.bin"/><Relationship Id="rId18" Type="http://schemas.openxmlformats.org/officeDocument/2006/relationships/image" Target="../media/image60.emf"/><Relationship Id="rId3" Type="http://schemas.openxmlformats.org/officeDocument/2006/relationships/oleObject" Target="../embeddings/oleObject52.bin"/><Relationship Id="rId21" Type="http://schemas.openxmlformats.org/officeDocument/2006/relationships/oleObject" Target="../embeddings/oleObject61.bin"/><Relationship Id="rId7" Type="http://schemas.openxmlformats.org/officeDocument/2006/relationships/oleObject" Target="../embeddings/oleObject54.bin"/><Relationship Id="rId12" Type="http://schemas.openxmlformats.org/officeDocument/2006/relationships/image" Target="../media/image57.emf"/><Relationship Id="rId17" Type="http://schemas.openxmlformats.org/officeDocument/2006/relationships/oleObject" Target="../embeddings/oleObject59.bin"/><Relationship Id="rId2" Type="http://schemas.openxmlformats.org/officeDocument/2006/relationships/notesSlide" Target="../notesSlides/notesSlide15.xml"/><Relationship Id="rId16" Type="http://schemas.openxmlformats.org/officeDocument/2006/relationships/image" Target="../media/image59.emf"/><Relationship Id="rId20" Type="http://schemas.openxmlformats.org/officeDocument/2006/relationships/image" Target="../media/image61.emf"/><Relationship Id="rId1" Type="http://schemas.openxmlformats.org/officeDocument/2006/relationships/slideLayout" Target="../slideLayouts/slideLayout12.xml"/><Relationship Id="rId6" Type="http://schemas.openxmlformats.org/officeDocument/2006/relationships/image" Target="../media/image54.wmf"/><Relationship Id="rId11" Type="http://schemas.openxmlformats.org/officeDocument/2006/relationships/oleObject" Target="../embeddings/oleObject56.bin"/><Relationship Id="rId5" Type="http://schemas.openxmlformats.org/officeDocument/2006/relationships/oleObject" Target="../embeddings/oleObject53.bin"/><Relationship Id="rId15" Type="http://schemas.openxmlformats.org/officeDocument/2006/relationships/oleObject" Target="../embeddings/oleObject58.bin"/><Relationship Id="rId10" Type="http://schemas.openxmlformats.org/officeDocument/2006/relationships/image" Target="../media/image56.emf"/><Relationship Id="rId19" Type="http://schemas.openxmlformats.org/officeDocument/2006/relationships/oleObject" Target="../embeddings/oleObject60.bin"/><Relationship Id="rId4" Type="http://schemas.openxmlformats.org/officeDocument/2006/relationships/image" Target="../media/image53.wmf"/><Relationship Id="rId9" Type="http://schemas.openxmlformats.org/officeDocument/2006/relationships/oleObject" Target="../embeddings/oleObject55.bin"/><Relationship Id="rId14" Type="http://schemas.openxmlformats.org/officeDocument/2006/relationships/image" Target="../media/image58.emf"/><Relationship Id="rId22" Type="http://schemas.openxmlformats.org/officeDocument/2006/relationships/image" Target="../media/image62.emf"/></Relationships>
</file>

<file path=ppt/slides/_rels/slide17.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64.emf"/><Relationship Id="rId5" Type="http://schemas.openxmlformats.org/officeDocument/2006/relationships/oleObject" Target="../embeddings/oleObject63.bin"/><Relationship Id="rId10" Type="http://schemas.openxmlformats.org/officeDocument/2006/relationships/image" Target="../media/image66.emf"/><Relationship Id="rId4" Type="http://schemas.openxmlformats.org/officeDocument/2006/relationships/image" Target="../media/image63.emf"/><Relationship Id="rId9" Type="http://schemas.openxmlformats.org/officeDocument/2006/relationships/oleObject" Target="../embeddings/oleObject65.bin"/></Relationships>
</file>

<file path=ppt/slides/_rels/slide18.xml.rels><?xml version="1.0" encoding="UTF-8" standalone="yes"?>
<Relationships xmlns="http://schemas.openxmlformats.org/package/2006/relationships"><Relationship Id="rId8" Type="http://schemas.openxmlformats.org/officeDocument/2006/relationships/image" Target="../media/image69.emf"/><Relationship Id="rId13" Type="http://schemas.openxmlformats.org/officeDocument/2006/relationships/oleObject" Target="../embeddings/oleObject71.bin"/><Relationship Id="rId18" Type="http://schemas.openxmlformats.org/officeDocument/2006/relationships/image" Target="../media/image74.emf"/><Relationship Id="rId26" Type="http://schemas.openxmlformats.org/officeDocument/2006/relationships/image" Target="../media/image78.emf"/><Relationship Id="rId3" Type="http://schemas.openxmlformats.org/officeDocument/2006/relationships/oleObject" Target="../embeddings/oleObject66.bin"/><Relationship Id="rId21" Type="http://schemas.openxmlformats.org/officeDocument/2006/relationships/oleObject" Target="../embeddings/oleObject75.bin"/><Relationship Id="rId7" Type="http://schemas.openxmlformats.org/officeDocument/2006/relationships/oleObject" Target="../embeddings/oleObject68.bin"/><Relationship Id="rId12" Type="http://schemas.openxmlformats.org/officeDocument/2006/relationships/image" Target="../media/image71.emf"/><Relationship Id="rId17" Type="http://schemas.openxmlformats.org/officeDocument/2006/relationships/oleObject" Target="../embeddings/oleObject73.bin"/><Relationship Id="rId25" Type="http://schemas.openxmlformats.org/officeDocument/2006/relationships/oleObject" Target="../embeddings/oleObject77.bin"/><Relationship Id="rId2" Type="http://schemas.openxmlformats.org/officeDocument/2006/relationships/notesSlide" Target="../notesSlides/notesSlide17.xml"/><Relationship Id="rId16" Type="http://schemas.openxmlformats.org/officeDocument/2006/relationships/image" Target="../media/image73.emf"/><Relationship Id="rId20" Type="http://schemas.openxmlformats.org/officeDocument/2006/relationships/image" Target="../media/image75.emf"/><Relationship Id="rId1" Type="http://schemas.openxmlformats.org/officeDocument/2006/relationships/slideLayout" Target="../slideLayouts/slideLayout12.xml"/><Relationship Id="rId6" Type="http://schemas.openxmlformats.org/officeDocument/2006/relationships/image" Target="../media/image68.emf"/><Relationship Id="rId11" Type="http://schemas.openxmlformats.org/officeDocument/2006/relationships/oleObject" Target="../embeddings/oleObject70.bin"/><Relationship Id="rId24" Type="http://schemas.openxmlformats.org/officeDocument/2006/relationships/image" Target="../media/image77.emf"/><Relationship Id="rId5" Type="http://schemas.openxmlformats.org/officeDocument/2006/relationships/oleObject" Target="../embeddings/oleObject67.bin"/><Relationship Id="rId15" Type="http://schemas.openxmlformats.org/officeDocument/2006/relationships/oleObject" Target="../embeddings/oleObject72.bin"/><Relationship Id="rId23" Type="http://schemas.openxmlformats.org/officeDocument/2006/relationships/oleObject" Target="../embeddings/oleObject76.bin"/><Relationship Id="rId10" Type="http://schemas.openxmlformats.org/officeDocument/2006/relationships/image" Target="../media/image70.emf"/><Relationship Id="rId19" Type="http://schemas.openxmlformats.org/officeDocument/2006/relationships/oleObject" Target="../embeddings/oleObject74.bin"/><Relationship Id="rId4" Type="http://schemas.openxmlformats.org/officeDocument/2006/relationships/image" Target="../media/image67.emf"/><Relationship Id="rId9" Type="http://schemas.openxmlformats.org/officeDocument/2006/relationships/oleObject" Target="../embeddings/oleObject69.bin"/><Relationship Id="rId14" Type="http://schemas.openxmlformats.org/officeDocument/2006/relationships/image" Target="../media/image72.emf"/><Relationship Id="rId22" Type="http://schemas.openxmlformats.org/officeDocument/2006/relationships/image" Target="../media/image76.emf"/></Relationships>
</file>

<file path=ppt/slides/_rels/slide19.xml.rels><?xml version="1.0" encoding="UTF-8" standalone="yes"?>
<Relationships xmlns="http://schemas.openxmlformats.org/package/2006/relationships"><Relationship Id="rId8" Type="http://schemas.openxmlformats.org/officeDocument/2006/relationships/image" Target="../media/image81.emf"/><Relationship Id="rId13" Type="http://schemas.openxmlformats.org/officeDocument/2006/relationships/oleObject" Target="../embeddings/oleObject83.bin"/><Relationship Id="rId18" Type="http://schemas.openxmlformats.org/officeDocument/2006/relationships/image" Target="../media/image86.emf"/><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83.emf"/><Relationship Id="rId17" Type="http://schemas.openxmlformats.org/officeDocument/2006/relationships/oleObject" Target="../embeddings/oleObject85.bin"/><Relationship Id="rId2" Type="http://schemas.openxmlformats.org/officeDocument/2006/relationships/notesSlide" Target="../notesSlides/notesSlide18.xml"/><Relationship Id="rId16" Type="http://schemas.openxmlformats.org/officeDocument/2006/relationships/image" Target="../media/image85.emf"/><Relationship Id="rId1" Type="http://schemas.openxmlformats.org/officeDocument/2006/relationships/slideLayout" Target="../slideLayouts/slideLayout12.xml"/><Relationship Id="rId6" Type="http://schemas.openxmlformats.org/officeDocument/2006/relationships/image" Target="../media/image80.emf"/><Relationship Id="rId11" Type="http://schemas.openxmlformats.org/officeDocument/2006/relationships/oleObject" Target="../embeddings/oleObject82.bin"/><Relationship Id="rId5" Type="http://schemas.openxmlformats.org/officeDocument/2006/relationships/oleObject" Target="../embeddings/oleObject79.bin"/><Relationship Id="rId15" Type="http://schemas.openxmlformats.org/officeDocument/2006/relationships/oleObject" Target="../embeddings/oleObject84.bin"/><Relationship Id="rId10" Type="http://schemas.openxmlformats.org/officeDocument/2006/relationships/image" Target="../media/image82.emf"/><Relationship Id="rId4" Type="http://schemas.openxmlformats.org/officeDocument/2006/relationships/image" Target="../media/image79.emf"/><Relationship Id="rId9" Type="http://schemas.openxmlformats.org/officeDocument/2006/relationships/oleObject" Target="../embeddings/oleObject81.bin"/><Relationship Id="rId14" Type="http://schemas.openxmlformats.org/officeDocument/2006/relationships/image" Target="../media/image84.emf"/></Relationships>
</file>

<file path=ppt/slides/_rels/slide20.xml.rels><?xml version="1.0" encoding="UTF-8" standalone="yes"?>
<Relationships xmlns="http://schemas.openxmlformats.org/package/2006/relationships"><Relationship Id="rId8" Type="http://schemas.openxmlformats.org/officeDocument/2006/relationships/image" Target="../media/image89.emf"/><Relationship Id="rId13" Type="http://schemas.openxmlformats.org/officeDocument/2006/relationships/oleObject" Target="../embeddings/oleObject91.bin"/><Relationship Id="rId3" Type="http://schemas.openxmlformats.org/officeDocument/2006/relationships/oleObject" Target="../embeddings/oleObject86.bin"/><Relationship Id="rId7" Type="http://schemas.openxmlformats.org/officeDocument/2006/relationships/oleObject" Target="../embeddings/oleObject88.bin"/><Relationship Id="rId12" Type="http://schemas.openxmlformats.org/officeDocument/2006/relationships/image" Target="../media/image91.emf"/><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88.emf"/><Relationship Id="rId11" Type="http://schemas.openxmlformats.org/officeDocument/2006/relationships/oleObject" Target="../embeddings/oleObject90.bin"/><Relationship Id="rId5" Type="http://schemas.openxmlformats.org/officeDocument/2006/relationships/oleObject" Target="../embeddings/oleObject87.bin"/><Relationship Id="rId10" Type="http://schemas.openxmlformats.org/officeDocument/2006/relationships/image" Target="../media/image90.emf"/><Relationship Id="rId4" Type="http://schemas.openxmlformats.org/officeDocument/2006/relationships/image" Target="../media/image87.emf"/><Relationship Id="rId9" Type="http://schemas.openxmlformats.org/officeDocument/2006/relationships/oleObject" Target="../embeddings/oleObject89.bin"/><Relationship Id="rId14" Type="http://schemas.openxmlformats.org/officeDocument/2006/relationships/image" Target="../media/image92.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image" Target="../media/image96.emf"/><Relationship Id="rId3" Type="http://schemas.openxmlformats.org/officeDocument/2006/relationships/oleObject" Target="../embeddings/oleObject92.bin"/><Relationship Id="rId7" Type="http://schemas.openxmlformats.org/officeDocument/2006/relationships/oleObject" Target="../embeddings/oleObject94.bin"/><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95.emf"/><Relationship Id="rId5" Type="http://schemas.openxmlformats.org/officeDocument/2006/relationships/oleObject" Target="../embeddings/oleObject93.bin"/><Relationship Id="rId10" Type="http://schemas.openxmlformats.org/officeDocument/2006/relationships/image" Target="../media/image97.emf"/><Relationship Id="rId4" Type="http://schemas.openxmlformats.org/officeDocument/2006/relationships/image" Target="../media/image94.emf"/><Relationship Id="rId9" Type="http://schemas.openxmlformats.org/officeDocument/2006/relationships/oleObject" Target="../embeddings/oleObject95.bin"/></Relationships>
</file>

<file path=ppt/slides/_rels/slide24.xml.rels><?xml version="1.0" encoding="UTF-8" standalone="yes"?>
<Relationships xmlns="http://schemas.openxmlformats.org/package/2006/relationships"><Relationship Id="rId8" Type="http://schemas.openxmlformats.org/officeDocument/2006/relationships/image" Target="../media/image100.emf"/><Relationship Id="rId13" Type="http://schemas.openxmlformats.org/officeDocument/2006/relationships/oleObject" Target="../embeddings/oleObject101.bin"/><Relationship Id="rId3" Type="http://schemas.openxmlformats.org/officeDocument/2006/relationships/oleObject" Target="../embeddings/oleObject96.bin"/><Relationship Id="rId7" Type="http://schemas.openxmlformats.org/officeDocument/2006/relationships/oleObject" Target="../embeddings/oleObject98.bin"/><Relationship Id="rId12" Type="http://schemas.openxmlformats.org/officeDocument/2006/relationships/image" Target="../media/image102.emf"/><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99.emf"/><Relationship Id="rId11" Type="http://schemas.openxmlformats.org/officeDocument/2006/relationships/oleObject" Target="../embeddings/oleObject100.bin"/><Relationship Id="rId5" Type="http://schemas.openxmlformats.org/officeDocument/2006/relationships/oleObject" Target="../embeddings/oleObject97.bin"/><Relationship Id="rId10" Type="http://schemas.openxmlformats.org/officeDocument/2006/relationships/image" Target="../media/image101.emf"/><Relationship Id="rId4" Type="http://schemas.openxmlformats.org/officeDocument/2006/relationships/image" Target="../media/image98.emf"/><Relationship Id="rId9" Type="http://schemas.openxmlformats.org/officeDocument/2006/relationships/oleObject" Target="../embeddings/oleObject99.bin"/><Relationship Id="rId14" Type="http://schemas.openxmlformats.org/officeDocument/2006/relationships/image" Target="../media/image103.emf"/></Relationships>
</file>

<file path=ppt/slides/_rels/slide25.xml.rels><?xml version="1.0" encoding="UTF-8" standalone="yes"?>
<Relationships xmlns="http://schemas.openxmlformats.org/package/2006/relationships"><Relationship Id="rId8" Type="http://schemas.openxmlformats.org/officeDocument/2006/relationships/image" Target="../media/image106.emf"/><Relationship Id="rId3" Type="http://schemas.openxmlformats.org/officeDocument/2006/relationships/oleObject" Target="../embeddings/oleObject102.bin"/><Relationship Id="rId7" Type="http://schemas.openxmlformats.org/officeDocument/2006/relationships/oleObject" Target="../embeddings/oleObject104.bin"/><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105.emf"/><Relationship Id="rId5" Type="http://schemas.openxmlformats.org/officeDocument/2006/relationships/oleObject" Target="../embeddings/oleObject103.bin"/><Relationship Id="rId4" Type="http://schemas.openxmlformats.org/officeDocument/2006/relationships/image" Target="../media/image104.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07.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109.emf"/><Relationship Id="rId5" Type="http://schemas.openxmlformats.org/officeDocument/2006/relationships/oleObject" Target="../embeddings/oleObject107.bin"/><Relationship Id="rId4" Type="http://schemas.openxmlformats.org/officeDocument/2006/relationships/image" Target="../media/image108.emf"/></Relationships>
</file>

<file path=ppt/slides/_rels/slide28.xml.rels><?xml version="1.0" encoding="UTF-8" standalone="yes"?>
<Relationships xmlns="http://schemas.openxmlformats.org/package/2006/relationships"><Relationship Id="rId8" Type="http://schemas.openxmlformats.org/officeDocument/2006/relationships/image" Target="../media/image112.emf"/><Relationship Id="rId3" Type="http://schemas.openxmlformats.org/officeDocument/2006/relationships/oleObject" Target="../embeddings/oleObject108.bin"/><Relationship Id="rId7" Type="http://schemas.openxmlformats.org/officeDocument/2006/relationships/oleObject" Target="../embeddings/oleObject110.bin"/><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111.emf"/><Relationship Id="rId5" Type="http://schemas.openxmlformats.org/officeDocument/2006/relationships/oleObject" Target="../embeddings/oleObject109.bin"/><Relationship Id="rId4" Type="http://schemas.openxmlformats.org/officeDocument/2006/relationships/image" Target="../media/image110.emf"/></Relationships>
</file>

<file path=ppt/slides/_rels/slide29.xml.rels><?xml version="1.0" encoding="UTF-8" standalone="yes"?>
<Relationships xmlns="http://schemas.openxmlformats.org/package/2006/relationships"><Relationship Id="rId8" Type="http://schemas.openxmlformats.org/officeDocument/2006/relationships/image" Target="../media/image115.emf"/><Relationship Id="rId3" Type="http://schemas.openxmlformats.org/officeDocument/2006/relationships/oleObject" Target="../embeddings/oleObject111.bin"/><Relationship Id="rId7" Type="http://schemas.openxmlformats.org/officeDocument/2006/relationships/oleObject" Target="../embeddings/oleObject113.bin"/><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114.emf"/><Relationship Id="rId5" Type="http://schemas.openxmlformats.org/officeDocument/2006/relationships/oleObject" Target="../embeddings/oleObject112.bin"/><Relationship Id="rId4" Type="http://schemas.openxmlformats.org/officeDocument/2006/relationships/image" Target="../media/image113.emf"/></Relationships>
</file>

<file path=ppt/slides/_rels/slide30.xml.rels><?xml version="1.0" encoding="UTF-8" standalone="yes"?>
<Relationships xmlns="http://schemas.openxmlformats.org/package/2006/relationships"><Relationship Id="rId8" Type="http://schemas.openxmlformats.org/officeDocument/2006/relationships/image" Target="../media/image118.emf"/><Relationship Id="rId3" Type="http://schemas.openxmlformats.org/officeDocument/2006/relationships/oleObject" Target="../embeddings/oleObject114.bin"/><Relationship Id="rId7" Type="http://schemas.openxmlformats.org/officeDocument/2006/relationships/oleObject" Target="../embeddings/oleObject116.bin"/><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117.emf"/><Relationship Id="rId5" Type="http://schemas.openxmlformats.org/officeDocument/2006/relationships/oleObject" Target="../embeddings/oleObject115.bin"/><Relationship Id="rId4" Type="http://schemas.openxmlformats.org/officeDocument/2006/relationships/image" Target="../media/image116.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8" Type="http://schemas.openxmlformats.org/officeDocument/2006/relationships/image" Target="../media/image121.emf"/><Relationship Id="rId3" Type="http://schemas.openxmlformats.org/officeDocument/2006/relationships/oleObject" Target="../embeddings/oleObject117.bin"/><Relationship Id="rId7" Type="http://schemas.openxmlformats.org/officeDocument/2006/relationships/oleObject" Target="../embeddings/oleObject119.bin"/><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120.emf"/><Relationship Id="rId5" Type="http://schemas.openxmlformats.org/officeDocument/2006/relationships/oleObject" Target="../embeddings/oleObject118.bin"/><Relationship Id="rId10" Type="http://schemas.openxmlformats.org/officeDocument/2006/relationships/image" Target="../media/image122.emf"/><Relationship Id="rId4" Type="http://schemas.openxmlformats.org/officeDocument/2006/relationships/image" Target="../media/image119.emf"/><Relationship Id="rId9" Type="http://schemas.openxmlformats.org/officeDocument/2006/relationships/oleObject" Target="../embeddings/oleObject120.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21.bin"/><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124.emf"/><Relationship Id="rId5" Type="http://schemas.openxmlformats.org/officeDocument/2006/relationships/oleObject" Target="../embeddings/oleObject122.bin"/><Relationship Id="rId4" Type="http://schemas.openxmlformats.org/officeDocument/2006/relationships/image" Target="../media/image123.emf"/></Relationships>
</file>

<file path=ppt/slides/_rels/slide35.xml.rels><?xml version="1.0" encoding="UTF-8" standalone="yes"?>
<Relationships xmlns="http://schemas.openxmlformats.org/package/2006/relationships"><Relationship Id="rId8" Type="http://schemas.openxmlformats.org/officeDocument/2006/relationships/image" Target="../media/image127.emf"/><Relationship Id="rId13" Type="http://schemas.openxmlformats.org/officeDocument/2006/relationships/oleObject" Target="../embeddings/oleObject128.bin"/><Relationship Id="rId3" Type="http://schemas.openxmlformats.org/officeDocument/2006/relationships/oleObject" Target="../embeddings/oleObject123.bin"/><Relationship Id="rId7" Type="http://schemas.openxmlformats.org/officeDocument/2006/relationships/oleObject" Target="../embeddings/oleObject125.bin"/><Relationship Id="rId12" Type="http://schemas.openxmlformats.org/officeDocument/2006/relationships/image" Target="../media/image129.emf"/><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126.emf"/><Relationship Id="rId11" Type="http://schemas.openxmlformats.org/officeDocument/2006/relationships/oleObject" Target="../embeddings/oleObject127.bin"/><Relationship Id="rId5" Type="http://schemas.openxmlformats.org/officeDocument/2006/relationships/oleObject" Target="../embeddings/oleObject124.bin"/><Relationship Id="rId10" Type="http://schemas.openxmlformats.org/officeDocument/2006/relationships/image" Target="../media/image128.emf"/><Relationship Id="rId4" Type="http://schemas.openxmlformats.org/officeDocument/2006/relationships/image" Target="../media/image125.emf"/><Relationship Id="rId9" Type="http://schemas.openxmlformats.org/officeDocument/2006/relationships/oleObject" Target="../embeddings/oleObject126.bin"/><Relationship Id="rId14" Type="http://schemas.openxmlformats.org/officeDocument/2006/relationships/image" Target="../media/image130.emf"/></Relationships>
</file>

<file path=ppt/slides/_rels/slide36.xml.rels><?xml version="1.0" encoding="UTF-8" standalone="yes"?>
<Relationships xmlns="http://schemas.openxmlformats.org/package/2006/relationships"><Relationship Id="rId8" Type="http://schemas.openxmlformats.org/officeDocument/2006/relationships/image" Target="../media/image133.emf"/><Relationship Id="rId3" Type="http://schemas.openxmlformats.org/officeDocument/2006/relationships/oleObject" Target="../embeddings/oleObject129.bin"/><Relationship Id="rId7" Type="http://schemas.openxmlformats.org/officeDocument/2006/relationships/oleObject" Target="../embeddings/oleObject131.bin"/><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2.emf"/><Relationship Id="rId5" Type="http://schemas.openxmlformats.org/officeDocument/2006/relationships/oleObject" Target="../embeddings/oleObject130.bin"/><Relationship Id="rId4" Type="http://schemas.openxmlformats.org/officeDocument/2006/relationships/image" Target="../media/image131.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35.bin"/><Relationship Id="rId3" Type="http://schemas.openxmlformats.org/officeDocument/2006/relationships/oleObject" Target="../embeddings/oleObject132.bin"/><Relationship Id="rId7" Type="http://schemas.openxmlformats.org/officeDocument/2006/relationships/oleObject" Target="../embeddings/oleObject134.bin"/><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135.emf"/><Relationship Id="rId5" Type="http://schemas.openxmlformats.org/officeDocument/2006/relationships/oleObject" Target="../embeddings/oleObject133.bin"/><Relationship Id="rId10" Type="http://schemas.openxmlformats.org/officeDocument/2006/relationships/image" Target="../media/image136.emf"/><Relationship Id="rId4" Type="http://schemas.openxmlformats.org/officeDocument/2006/relationships/image" Target="../media/image134.emf"/><Relationship Id="rId9" Type="http://schemas.openxmlformats.org/officeDocument/2006/relationships/oleObject" Target="../embeddings/oleObject13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副标题 5"/>
          <p:cNvSpPr/>
          <p:nvPr/>
        </p:nvSpPr>
        <p:spPr>
          <a:xfrm>
            <a:off x="1524000" y="1812925"/>
            <a:ext cx="9498330" cy="1844040"/>
          </a:xfrm>
          <a:prstGeom prst="rect">
            <a:avLst/>
          </a:prstGeom>
          <a:noFill/>
          <a:ln w="9525">
            <a:noFill/>
          </a:ln>
        </p:spPr>
        <p:txBody>
          <a:bodyPr/>
          <a:lstStyle/>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第</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三</a:t>
            </a:r>
            <a:r>
              <a:rPr sz="3600" b="1" dirty="0">
                <a:latin typeface="微软雅黑" panose="020B0503020204020204" pitchFamily="34" charset="-122"/>
                <a:ea typeface="微软雅黑" panose="020B0503020204020204" pitchFamily="34" charset="-122"/>
                <a:cs typeface="微软雅黑" panose="020B0503020204020204" pitchFamily="34" charset="-122"/>
              </a:rPr>
              <a:t>章</a:t>
            </a:r>
            <a:r>
              <a:rPr lang="en-US" sz="36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四足机器人雅可比矩阵与静力学</a:t>
            </a:r>
            <a:endParaRPr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51" name="Rectangle 30"/>
          <p:cNvSpPr/>
          <p:nvPr/>
        </p:nvSpPr>
        <p:spPr>
          <a:xfrm>
            <a:off x="3790950" y="3287713"/>
            <a:ext cx="4816475" cy="2609850"/>
          </a:xfrm>
          <a:prstGeom prst="rect">
            <a:avLst/>
          </a:prstGeom>
          <a:noFill/>
          <a:ln w="9525">
            <a:noFill/>
          </a:ln>
        </p:spPr>
        <p:txBody>
          <a:bodyPr/>
          <a:lstStyle/>
          <a:p>
            <a:pPr algn="ctr">
              <a:lnSpc>
                <a:spcPct val="200000"/>
              </a:lnSpc>
            </a:pPr>
            <a:r>
              <a:rPr lang="zh-CN" altLang="en-US" sz="2400" b="1" dirty="0">
                <a:latin typeface="Times New Roman" panose="02020603050405020304" pitchFamily="18" charset="0"/>
                <a:ea typeface="微软雅黑" panose="020B0503020204020204" pitchFamily="34" charset="-122"/>
              </a:rPr>
              <a:t>李彬</a:t>
            </a:r>
          </a:p>
          <a:p>
            <a:pPr algn="ctr">
              <a:lnSpc>
                <a:spcPct val="200000"/>
              </a:lnSpc>
            </a:pPr>
            <a:r>
              <a:rPr lang="zh-CN" altLang="en-US" sz="2400" b="1" dirty="0">
                <a:latin typeface="Times New Roman" panose="02020603050405020304" pitchFamily="18" charset="0"/>
                <a:ea typeface="微软雅黑" panose="020B0503020204020204" pitchFamily="34" charset="-122"/>
              </a:rPr>
              <a:t>智能人机交互创新团队</a:t>
            </a:r>
            <a:endParaRPr lang="en-US" altLang="zh-CN" sz="2400" b="1" dirty="0">
              <a:latin typeface="Times New Roman" panose="02020603050405020304" pitchFamily="18" charset="0"/>
              <a:ea typeface="微软雅黑" panose="020B0503020204020204" pitchFamily="34" charset="-122"/>
            </a:endParaRP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698500" y="95250"/>
            <a:ext cx="139541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前言</a:t>
            </a:r>
          </a:p>
        </p:txBody>
      </p:sp>
      <p:sp>
        <p:nvSpPr>
          <p:cNvPr id="12290" name="内容占位符 2"/>
          <p:cNvSpPr>
            <a:spLocks noChangeArrowheads="1"/>
          </p:cNvSpPr>
          <p:nvPr/>
        </p:nvSpPr>
        <p:spPr bwMode="auto">
          <a:xfrm>
            <a:off x="698500" y="2019300"/>
            <a:ext cx="1079500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在前面讲述的机器人运动学中，描述的是关节位置与末端执行器的位姿之间的关系。在本章中，将推导两者之间的速度关系，利用</a:t>
            </a:r>
            <a:r>
              <a:rPr lang="zh-CN" altLang="en-US" sz="2400" b="1" dirty="0">
                <a:solidFill>
                  <a:srgbClr val="0033CC"/>
                </a:solidFill>
                <a:latin typeface="Times New Roman" pitchFamily="18" charset="0"/>
                <a:ea typeface="微软雅黑" pitchFamily="34" charset="-122"/>
              </a:rPr>
              <a:t>雅可比矩阵</a:t>
            </a:r>
            <a:r>
              <a:rPr lang="zh-CN" altLang="en-US" sz="2400" b="1" dirty="0">
                <a:latin typeface="Times New Roman" pitchFamily="18" charset="0"/>
                <a:ea typeface="微软雅黑" pitchFamily="34" charset="-122"/>
              </a:rPr>
              <a:t>将</a:t>
            </a:r>
            <a:r>
              <a:rPr lang="zh-CN" altLang="en-US" sz="2400" b="1" dirty="0">
                <a:solidFill>
                  <a:srgbClr val="0033CC"/>
                </a:solidFill>
                <a:latin typeface="Times New Roman" pitchFamily="18" charset="0"/>
                <a:ea typeface="微软雅黑" pitchFamily="34" charset="-122"/>
              </a:rPr>
              <a:t>关节的速度</a:t>
            </a:r>
            <a:r>
              <a:rPr lang="zh-CN" altLang="en-US" sz="2400" b="1" dirty="0">
                <a:latin typeface="Times New Roman" pitchFamily="18" charset="0"/>
                <a:ea typeface="微软雅黑" pitchFamily="34" charset="-122"/>
              </a:rPr>
              <a:t>和</a:t>
            </a:r>
            <a:r>
              <a:rPr lang="zh-CN" altLang="en-US" sz="2400" b="1" dirty="0">
                <a:solidFill>
                  <a:srgbClr val="0033CC"/>
                </a:solidFill>
                <a:latin typeface="Times New Roman" pitchFamily="18" charset="0"/>
                <a:ea typeface="微软雅黑" pitchFamily="34" charset="-122"/>
              </a:rPr>
              <a:t>末端执行器</a:t>
            </a:r>
            <a:r>
              <a:rPr lang="zh-CN" altLang="en-US" sz="2400" b="1" dirty="0">
                <a:latin typeface="Times New Roman" pitchFamily="18" charset="0"/>
                <a:ea typeface="微软雅黑" pitchFamily="34" charset="-122"/>
              </a:rPr>
              <a:t>的</a:t>
            </a:r>
            <a:r>
              <a:rPr lang="zh-CN" altLang="en-US" sz="2400" b="1" dirty="0">
                <a:solidFill>
                  <a:srgbClr val="0033CC"/>
                </a:solidFill>
                <a:latin typeface="Times New Roman" pitchFamily="18" charset="0"/>
                <a:ea typeface="微软雅黑" pitchFamily="34" charset="-122"/>
              </a:rPr>
              <a:t>线速度</a:t>
            </a:r>
            <a:r>
              <a:rPr lang="zh-CN" altLang="en-US" sz="2400" b="1" dirty="0">
                <a:latin typeface="Times New Roman" pitchFamily="18" charset="0"/>
                <a:ea typeface="微软雅黑" pitchFamily="34" charset="-122"/>
              </a:rPr>
              <a:t>和</a:t>
            </a:r>
            <a:r>
              <a:rPr lang="zh-CN" altLang="en-US" sz="2400" b="1" dirty="0">
                <a:solidFill>
                  <a:srgbClr val="0033CC"/>
                </a:solidFill>
                <a:latin typeface="Times New Roman" pitchFamily="18" charset="0"/>
                <a:ea typeface="微软雅黑" pitchFamily="34" charset="-122"/>
              </a:rPr>
              <a:t>角速度</a:t>
            </a:r>
            <a:r>
              <a:rPr lang="zh-CN" altLang="en-US" sz="2400" b="1" dirty="0">
                <a:latin typeface="Times New Roman" pitchFamily="18" charset="0"/>
                <a:ea typeface="微软雅黑" pitchFamily="34" charset="-122"/>
              </a:rPr>
              <a:t>联系起来。</a:t>
            </a: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机器人静力学研究机器人</a:t>
            </a:r>
            <a:r>
              <a:rPr lang="zh-CN" altLang="en-US" sz="2400" b="1" dirty="0">
                <a:solidFill>
                  <a:srgbClr val="0033CC"/>
                </a:solidFill>
                <a:latin typeface="Times New Roman" pitchFamily="18" charset="0"/>
                <a:ea typeface="微软雅黑" pitchFamily="34" charset="-122"/>
              </a:rPr>
              <a:t>静止或缓慢运动</a:t>
            </a:r>
            <a:r>
              <a:rPr lang="zh-CN" altLang="en-US" sz="2400" b="1" dirty="0">
                <a:latin typeface="Times New Roman" pitchFamily="18" charset="0"/>
                <a:ea typeface="微软雅黑" pitchFamily="34" charset="-122"/>
              </a:rPr>
              <a:t>时作用在机器人上的</a:t>
            </a:r>
            <a:r>
              <a:rPr lang="zh-CN" altLang="en-US" sz="2400" b="1" dirty="0">
                <a:solidFill>
                  <a:srgbClr val="0033CC"/>
                </a:solidFill>
                <a:latin typeface="Times New Roman" pitchFamily="18" charset="0"/>
                <a:ea typeface="微软雅黑" pitchFamily="34" charset="-122"/>
              </a:rPr>
              <a:t>力和力矩</a:t>
            </a:r>
            <a:r>
              <a:rPr lang="zh-CN" altLang="en-US" sz="2400" b="1" dirty="0">
                <a:latin typeface="Times New Roman" pitchFamily="18" charset="0"/>
                <a:ea typeface="微软雅黑" pitchFamily="34" charset="-122"/>
              </a:rPr>
              <a:t>问题，特别是当机械手与环境接触时，各个关节力</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矩</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与接触力的关系。</a:t>
            </a:r>
          </a:p>
        </p:txBody>
      </p:sp>
    </p:spTree>
    <p:extLst>
      <p:ext uri="{BB962C8B-B14F-4D97-AF65-F5344CB8AC3E}">
        <p14:creationId xmlns:p14="http://schemas.microsoft.com/office/powerpoint/2010/main" val="4246376655"/>
      </p:ext>
    </p:extLst>
  </p:cSld>
  <p:clrMapOvr>
    <a:masterClrMapping/>
  </p:clrMapOvr>
  <p:transition advTm="18857"/>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a:latin typeface="Times New Roman" pitchFamily="18" charset="0"/>
                <a:ea typeface="华文中宋" pitchFamily="2" charset="-122"/>
              </a:rPr>
              <a:t> </a:t>
            </a:r>
            <a:r>
              <a:rPr lang="zh-CN" altLang="en-US" sz="2800" b="1">
                <a:latin typeface="Times New Roman" pitchFamily="18" charset="0"/>
                <a:ea typeface="华文中宋" pitchFamily="2" charset="-122"/>
              </a:rPr>
              <a:t>本章提纲</a:t>
            </a:r>
          </a:p>
        </p:txBody>
      </p:sp>
      <p:sp>
        <p:nvSpPr>
          <p:cNvPr id="10243" name="内容占位符 52"/>
          <p:cNvSpPr>
            <a:spLocks noChangeArrowheads="1"/>
          </p:cNvSpPr>
          <p:nvPr/>
        </p:nvSpPr>
        <p:spPr bwMode="auto">
          <a:xfrm>
            <a:off x="2566194" y="1936017"/>
            <a:ext cx="7042150" cy="2728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marL="342900" indent="-342900">
              <a:lnSpc>
                <a:spcPct val="160000"/>
              </a:lnSpc>
              <a:spcBef>
                <a:spcPct val="20000"/>
              </a:spcBef>
            </a:pPr>
            <a:r>
              <a:rPr lang="en-US" altLang="zh-CN" sz="2800" b="1" dirty="0">
                <a:latin typeface="Times New Roman" pitchFamily="18" charset="0"/>
                <a:ea typeface="微软雅黑" pitchFamily="34" charset="-122"/>
              </a:rPr>
              <a:t>3.1 </a:t>
            </a:r>
            <a:r>
              <a:rPr lang="zh-CN" altLang="en-US" sz="2800" b="1" dirty="0">
                <a:latin typeface="Times New Roman" pitchFamily="18" charset="0"/>
                <a:ea typeface="微软雅黑" pitchFamily="34" charset="-122"/>
              </a:rPr>
              <a:t>微分运动与广义速度</a:t>
            </a:r>
          </a:p>
          <a:p>
            <a:pPr marL="342900" indent="-342900">
              <a:lnSpc>
                <a:spcPct val="160000"/>
              </a:lnSpc>
              <a:spcBef>
                <a:spcPct val="20000"/>
              </a:spcBef>
            </a:pPr>
            <a:r>
              <a:rPr lang="en-US" altLang="zh-CN" sz="2800" b="1" dirty="0">
                <a:latin typeface="Times New Roman" pitchFamily="18" charset="0"/>
                <a:ea typeface="微软雅黑" pitchFamily="34" charset="-122"/>
              </a:rPr>
              <a:t>3.2</a:t>
            </a:r>
            <a:r>
              <a:rPr lang="zh-CN" altLang="en-US" sz="2800" b="1" dirty="0">
                <a:latin typeface="Times New Roman" pitchFamily="18" charset="0"/>
                <a:ea typeface="微软雅黑" pitchFamily="34" charset="-122"/>
              </a:rPr>
              <a:t> 雅可比矩阵</a:t>
            </a:r>
            <a:endParaRPr lang="en-US" altLang="zh-CN" sz="2800" b="1" dirty="0">
              <a:latin typeface="Times New Roman" pitchFamily="18" charset="0"/>
              <a:ea typeface="微软雅黑" pitchFamily="34" charset="-122"/>
            </a:endParaRPr>
          </a:p>
          <a:p>
            <a:pPr marL="342900" indent="-342900">
              <a:lnSpc>
                <a:spcPct val="160000"/>
              </a:lnSpc>
              <a:spcBef>
                <a:spcPct val="20000"/>
              </a:spcBef>
            </a:pPr>
            <a:r>
              <a:rPr lang="en-US" altLang="zh-CN" sz="2800" b="1" dirty="0">
                <a:latin typeface="Times New Roman" pitchFamily="18" charset="0"/>
                <a:ea typeface="微软雅黑" pitchFamily="34" charset="-122"/>
              </a:rPr>
              <a:t>3.3 </a:t>
            </a:r>
            <a:r>
              <a:rPr lang="zh-CN" altLang="en-US" sz="2800" b="1" dirty="0">
                <a:latin typeface="Times New Roman" pitchFamily="18" charset="0"/>
                <a:ea typeface="微软雅黑" pitchFamily="34" charset="-122"/>
              </a:rPr>
              <a:t>四足机器人雅可比矩阵的一般求解方法</a:t>
            </a:r>
            <a:endParaRPr lang="en-US" altLang="zh-CN" sz="2800" b="1" dirty="0">
              <a:latin typeface="Times New Roman" pitchFamily="18" charset="0"/>
              <a:ea typeface="微软雅黑" pitchFamily="34" charset="-122"/>
            </a:endParaRPr>
          </a:p>
          <a:p>
            <a:pPr marL="342900" indent="-342900">
              <a:lnSpc>
                <a:spcPct val="160000"/>
              </a:lnSpc>
              <a:spcBef>
                <a:spcPct val="20000"/>
              </a:spcBef>
            </a:pPr>
            <a:r>
              <a:rPr lang="en-US" altLang="zh-CN" sz="2800" b="1" dirty="0">
                <a:latin typeface="Times New Roman" pitchFamily="18" charset="0"/>
                <a:ea typeface="微软雅黑" pitchFamily="34" charset="-122"/>
              </a:rPr>
              <a:t>3.4 </a:t>
            </a:r>
            <a:r>
              <a:rPr lang="zh-CN" altLang="en-US" sz="2800" b="1" dirty="0">
                <a:latin typeface="Times New Roman" pitchFamily="18" charset="0"/>
                <a:ea typeface="微软雅黑" pitchFamily="34" charset="-122"/>
              </a:rPr>
              <a:t>静态力</a:t>
            </a:r>
            <a:endParaRPr lang="en-US" altLang="zh-CN" sz="2800" b="1" dirty="0">
              <a:latin typeface="Times New Roman" pitchFamily="18" charset="0"/>
              <a:ea typeface="微软雅黑" pitchFamily="34" charset="-122"/>
            </a:endParaRPr>
          </a:p>
        </p:txBody>
      </p:sp>
    </p:spTree>
    <p:extLst>
      <p:ext uri="{BB962C8B-B14F-4D97-AF65-F5344CB8AC3E}">
        <p14:creationId xmlns:p14="http://schemas.microsoft.com/office/powerpoint/2010/main" val="3824676700"/>
      </p:ext>
    </p:extLst>
  </p:cSld>
  <p:clrMapOvr>
    <a:masterClrMapping/>
  </p:clrMapOvr>
  <p:transition advTm="18857"/>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3.1 </a:t>
            </a:r>
            <a:r>
              <a:rPr lang="zh-CN" altLang="en-US" sz="2800" b="1" dirty="0">
                <a:latin typeface="Times New Roman" pitchFamily="18" charset="0"/>
                <a:ea typeface="华文中宋" pitchFamily="2" charset="-122"/>
              </a:rPr>
              <a:t>微分运动与广义速度</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en-US" altLang="zh-CN" sz="2400" b="1" dirty="0">
                <a:latin typeface="Times New Roman" pitchFamily="18" charset="0"/>
                <a:ea typeface="微软雅黑" pitchFamily="34" charset="-122"/>
              </a:rPr>
              <a:t>3.1.1 </a:t>
            </a:r>
            <a:r>
              <a:rPr lang="zh-CN" altLang="en-US" sz="2400" b="1" dirty="0">
                <a:latin typeface="Times New Roman" pitchFamily="18" charset="0"/>
                <a:ea typeface="微软雅黑" pitchFamily="34" charset="-122"/>
              </a:rPr>
              <a:t>微分变换 </a:t>
            </a: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为了补偿机器人末端执行器位姿与目标物体之间的误差，以及解决</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个不同坐标系之间的微位移关系问题，需要讨论机器人杆件在做微小运动时的位姿变化。基于微分的变换定义为用该变换矩阵各元素对该变量的偏导数所组成的变换矩阵乘以该变量的微分。</a:t>
            </a: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设存在变换</a:t>
            </a: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若它的元素是变量      的函数，则      的微分为：</a:t>
            </a:r>
          </a:p>
        </p:txBody>
      </p:sp>
      <p:graphicFrame>
        <p:nvGraphicFramePr>
          <p:cNvPr id="3" name="对象 2">
            <a:extLst>
              <a:ext uri="{FF2B5EF4-FFF2-40B4-BE49-F238E27FC236}">
                <a16:creationId xmlns:a16="http://schemas.microsoft.com/office/drawing/2014/main" id="{DFD74CC6-35E8-BDB1-FAC9-5F99FCA6C525}"/>
              </a:ext>
            </a:extLst>
          </p:cNvPr>
          <p:cNvGraphicFramePr>
            <a:graphicFrameLocks noChangeAspect="1"/>
          </p:cNvGraphicFramePr>
          <p:nvPr>
            <p:extLst>
              <p:ext uri="{D42A27DB-BD31-4B8C-83A1-F6EECF244321}">
                <p14:modId xmlns:p14="http://schemas.microsoft.com/office/powerpoint/2010/main" val="4294838015"/>
              </p:ext>
            </p:extLst>
          </p:nvPr>
        </p:nvGraphicFramePr>
        <p:xfrm>
          <a:off x="4660900" y="3733800"/>
          <a:ext cx="2387600" cy="1521510"/>
        </p:xfrm>
        <a:graphic>
          <a:graphicData uri="http://schemas.openxmlformats.org/presentationml/2006/ole">
            <mc:AlternateContent xmlns:mc="http://schemas.openxmlformats.org/markup-compatibility/2006">
              <mc:Choice xmlns:v="urn:schemas-microsoft-com:vml" Requires="v">
                <p:oleObj name="Equation" r:id="rId3" imgW="1295400" imgH="825500" progId="Equation.DSMT4">
                  <p:embed/>
                </p:oleObj>
              </mc:Choice>
              <mc:Fallback>
                <p:oleObj name="Equation" r:id="rId3" imgW="1295400" imgH="8255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0900" y="3733800"/>
                        <a:ext cx="2387600" cy="1521510"/>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D13A4EB0-86ED-9E15-FA34-DDAB2935D61F}"/>
              </a:ext>
            </a:extLst>
          </p:cNvPr>
          <p:cNvGraphicFramePr>
            <a:graphicFrameLocks noChangeAspect="1"/>
          </p:cNvGraphicFramePr>
          <p:nvPr>
            <p:extLst>
              <p:ext uri="{D42A27DB-BD31-4B8C-83A1-F6EECF244321}">
                <p14:modId xmlns:p14="http://schemas.microsoft.com/office/powerpoint/2010/main" val="2076621419"/>
              </p:ext>
            </p:extLst>
          </p:nvPr>
        </p:nvGraphicFramePr>
        <p:xfrm>
          <a:off x="4305301" y="5643563"/>
          <a:ext cx="355600" cy="355600"/>
        </p:xfrm>
        <a:graphic>
          <a:graphicData uri="http://schemas.openxmlformats.org/presentationml/2006/ole">
            <mc:AlternateContent xmlns:mc="http://schemas.openxmlformats.org/markup-compatibility/2006">
              <mc:Choice xmlns:v="urn:schemas-microsoft-com:vml" Requires="v">
                <p:oleObj name="Equation" r:id="rId5" imgW="95167" imgH="95552" progId="Equation.DSMT4">
                  <p:embed/>
                </p:oleObj>
              </mc:Choice>
              <mc:Fallback>
                <p:oleObj name="Equation" r:id="rId5" imgW="95167" imgH="95552" progId="Equation.DSMT4">
                  <p:embed/>
                  <p:pic>
                    <p:nvPicPr>
                      <p:cNvPr id="0" name=""/>
                      <p:cNvPicPr/>
                      <p:nvPr/>
                    </p:nvPicPr>
                    <p:blipFill>
                      <a:blip r:embed="rId6"/>
                      <a:stretch>
                        <a:fillRect/>
                      </a:stretch>
                    </p:blipFill>
                    <p:spPr>
                      <a:xfrm>
                        <a:off x="4305301" y="5643563"/>
                        <a:ext cx="355600" cy="35560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6EA9F93D-A7BC-5257-3534-67AF8A60E5BC}"/>
              </a:ext>
            </a:extLst>
          </p:cNvPr>
          <p:cNvGraphicFramePr>
            <a:graphicFrameLocks noChangeAspect="1"/>
          </p:cNvGraphicFramePr>
          <p:nvPr>
            <p:extLst>
              <p:ext uri="{D42A27DB-BD31-4B8C-83A1-F6EECF244321}">
                <p14:modId xmlns:p14="http://schemas.microsoft.com/office/powerpoint/2010/main" val="4125456726"/>
              </p:ext>
            </p:extLst>
          </p:nvPr>
        </p:nvGraphicFramePr>
        <p:xfrm>
          <a:off x="6299201" y="5603877"/>
          <a:ext cx="355600" cy="355600"/>
        </p:xfrm>
        <a:graphic>
          <a:graphicData uri="http://schemas.openxmlformats.org/presentationml/2006/ole">
            <mc:AlternateContent xmlns:mc="http://schemas.openxmlformats.org/markup-compatibility/2006">
              <mc:Choice xmlns:v="urn:schemas-microsoft-com:vml" Requires="v">
                <p:oleObj name="Equation" r:id="rId7" imgW="180638" imgH="181369" progId="Equation.DSMT4">
                  <p:embed/>
                </p:oleObj>
              </mc:Choice>
              <mc:Fallback>
                <p:oleObj name="Equation" r:id="rId7" imgW="180638" imgH="181369" progId="Equation.DSMT4">
                  <p:embed/>
                  <p:pic>
                    <p:nvPicPr>
                      <p:cNvPr id="0" name=""/>
                      <p:cNvPicPr/>
                      <p:nvPr/>
                    </p:nvPicPr>
                    <p:blipFill>
                      <a:blip r:embed="rId8"/>
                      <a:stretch>
                        <a:fillRect/>
                      </a:stretch>
                    </p:blipFill>
                    <p:spPr>
                      <a:xfrm>
                        <a:off x="6299201" y="5603877"/>
                        <a:ext cx="355600" cy="355600"/>
                      </a:xfrm>
                      <a:prstGeom prst="rect">
                        <a:avLst/>
                      </a:prstGeom>
                    </p:spPr>
                  </p:pic>
                </p:oleObj>
              </mc:Fallback>
            </mc:AlternateContent>
          </a:graphicData>
        </a:graphic>
      </p:graphicFrame>
    </p:spTree>
    <p:extLst>
      <p:ext uri="{BB962C8B-B14F-4D97-AF65-F5344CB8AC3E}">
        <p14:creationId xmlns:p14="http://schemas.microsoft.com/office/powerpoint/2010/main" val="4271847805"/>
      </p:ext>
    </p:extLst>
  </p:cSld>
  <p:clrMapOvr>
    <a:masterClrMapping/>
  </p:clrMapOvr>
  <p:transition advTm="18857"/>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3.1 </a:t>
            </a:r>
            <a:r>
              <a:rPr lang="zh-CN" altLang="en-US" sz="2800" b="1" dirty="0">
                <a:latin typeface="Times New Roman" pitchFamily="18" charset="0"/>
                <a:ea typeface="华文中宋" pitchFamily="2" charset="-122"/>
              </a:rPr>
              <a:t>微分运动与广义速度</a:t>
            </a:r>
          </a:p>
        </p:txBody>
      </p:sp>
      <p:graphicFrame>
        <p:nvGraphicFramePr>
          <p:cNvPr id="6" name="对象 5">
            <a:extLst>
              <a:ext uri="{FF2B5EF4-FFF2-40B4-BE49-F238E27FC236}">
                <a16:creationId xmlns:a16="http://schemas.microsoft.com/office/drawing/2014/main" id="{B78633DD-74CE-A03D-91ED-A12DAF57949D}"/>
              </a:ext>
            </a:extLst>
          </p:cNvPr>
          <p:cNvGraphicFramePr>
            <a:graphicFrameLocks noChangeAspect="1"/>
          </p:cNvGraphicFramePr>
          <p:nvPr>
            <p:extLst>
              <p:ext uri="{D42A27DB-BD31-4B8C-83A1-F6EECF244321}">
                <p14:modId xmlns:p14="http://schemas.microsoft.com/office/powerpoint/2010/main" val="3205846205"/>
              </p:ext>
            </p:extLst>
          </p:nvPr>
        </p:nvGraphicFramePr>
        <p:xfrm>
          <a:off x="4356099" y="808189"/>
          <a:ext cx="3249613" cy="2581885"/>
        </p:xfrm>
        <a:graphic>
          <a:graphicData uri="http://schemas.openxmlformats.org/presentationml/2006/ole">
            <mc:AlternateContent xmlns:mc="http://schemas.openxmlformats.org/markup-compatibility/2006">
              <mc:Choice xmlns:v="urn:schemas-microsoft-com:vml" Requires="v">
                <p:oleObj name="Equation" r:id="rId3" imgW="1854200" imgH="1473200" progId="Equation.DSMT4">
                  <p:embed/>
                </p:oleObj>
              </mc:Choice>
              <mc:Fallback>
                <p:oleObj name="Equation" r:id="rId3" imgW="1854200" imgH="14732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099" y="808189"/>
                        <a:ext cx="3249613" cy="2581885"/>
                      </a:xfrm>
                      <a:prstGeom prst="rect">
                        <a:avLst/>
                      </a:prstGeom>
                      <a:noFill/>
                    </p:spPr>
                  </p:pic>
                </p:oleObj>
              </mc:Fallback>
            </mc:AlternateContent>
          </a:graphicData>
        </a:graphic>
      </p:graphicFrame>
      <p:sp>
        <p:nvSpPr>
          <p:cNvPr id="9" name="内容占位符 2">
            <a:extLst>
              <a:ext uri="{FF2B5EF4-FFF2-40B4-BE49-F238E27FC236}">
                <a16:creationId xmlns:a16="http://schemas.microsoft.com/office/drawing/2014/main" id="{C41A161E-CEFC-7A33-1860-BEDBDE59BCA2}"/>
              </a:ext>
            </a:extLst>
          </p:cNvPr>
          <p:cNvSpPr>
            <a:spLocks noChangeArrowheads="1"/>
          </p:cNvSpPr>
          <p:nvPr/>
        </p:nvSpPr>
        <p:spPr bwMode="auto">
          <a:xfrm>
            <a:off x="977900" y="3327400"/>
            <a:ext cx="1059180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刚体微分运动的计算与坐标系密切相关，坐标系不同，刚体微分运动的计算方法也不同：相对于固定坐标系进行左乘，相对于动坐标系进行右乘。</a:t>
            </a: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设机器人某一杆件相对于基坐标系的位姿为   ，经过微运动后，该杆件相对基坐标系的位姿变为               ，则有                                                       ，从而有</a:t>
            </a: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根据齐次变换的相对性，若微分运动是相对某个杆件坐标系     </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动坐标系</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进行的</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右乘</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，则             可以表示为 ，                                                  则有</a:t>
            </a: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endParaRPr lang="en-US" altLang="zh-CN" sz="2400" b="1" dirty="0">
              <a:latin typeface="Times New Roman" pitchFamily="18" charset="0"/>
              <a:ea typeface="微软雅黑" pitchFamily="34" charset="-122"/>
            </a:endParaRPr>
          </a:p>
        </p:txBody>
      </p:sp>
      <p:graphicFrame>
        <p:nvGraphicFramePr>
          <p:cNvPr id="10" name="对象 9">
            <a:extLst>
              <a:ext uri="{FF2B5EF4-FFF2-40B4-BE49-F238E27FC236}">
                <a16:creationId xmlns:a16="http://schemas.microsoft.com/office/drawing/2014/main" id="{AB2271D9-32D6-DAB5-96F3-99FC806A2EBE}"/>
              </a:ext>
            </a:extLst>
          </p:cNvPr>
          <p:cNvGraphicFramePr>
            <a:graphicFrameLocks noChangeAspect="1"/>
          </p:cNvGraphicFramePr>
          <p:nvPr>
            <p:extLst>
              <p:ext uri="{D42A27DB-BD31-4B8C-83A1-F6EECF244321}">
                <p14:modId xmlns:p14="http://schemas.microsoft.com/office/powerpoint/2010/main" val="2429907039"/>
              </p:ext>
            </p:extLst>
          </p:nvPr>
        </p:nvGraphicFramePr>
        <p:xfrm>
          <a:off x="7605713" y="4295775"/>
          <a:ext cx="357187" cy="355600"/>
        </p:xfrm>
        <a:graphic>
          <a:graphicData uri="http://schemas.openxmlformats.org/presentationml/2006/ole">
            <mc:AlternateContent xmlns:mc="http://schemas.openxmlformats.org/markup-compatibility/2006">
              <mc:Choice xmlns:v="urn:schemas-microsoft-com:vml" Requires="v">
                <p:oleObj name="Equation" r:id="rId5" imgW="356787" imgH="355333" progId="Equation.DSMT4">
                  <p:embed/>
                </p:oleObj>
              </mc:Choice>
              <mc:Fallback>
                <p:oleObj name="Equation" r:id="rId5" imgW="356787" imgH="355333" progId="Equation.DSMT4">
                  <p:embed/>
                  <p:pic>
                    <p:nvPicPr>
                      <p:cNvPr id="0" name=""/>
                      <p:cNvPicPr/>
                      <p:nvPr/>
                    </p:nvPicPr>
                    <p:blipFill>
                      <a:blip r:embed="rId6"/>
                      <a:stretch>
                        <a:fillRect/>
                      </a:stretch>
                    </p:blipFill>
                    <p:spPr>
                      <a:xfrm>
                        <a:off x="7605713" y="4295775"/>
                        <a:ext cx="357187" cy="3556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9275BB5E-C080-9713-13D3-32780C8D70D9}"/>
              </a:ext>
            </a:extLst>
          </p:cNvPr>
          <p:cNvGraphicFramePr>
            <a:graphicFrameLocks noChangeAspect="1"/>
          </p:cNvGraphicFramePr>
          <p:nvPr>
            <p:extLst>
              <p:ext uri="{D42A27DB-BD31-4B8C-83A1-F6EECF244321}">
                <p14:modId xmlns:p14="http://schemas.microsoft.com/office/powerpoint/2010/main" val="3741957200"/>
              </p:ext>
            </p:extLst>
          </p:nvPr>
        </p:nvGraphicFramePr>
        <p:xfrm>
          <a:off x="4205288" y="4673978"/>
          <a:ext cx="1001712" cy="379832"/>
        </p:xfrm>
        <a:graphic>
          <a:graphicData uri="http://schemas.openxmlformats.org/presentationml/2006/ole">
            <mc:AlternateContent xmlns:mc="http://schemas.openxmlformats.org/markup-compatibility/2006">
              <mc:Choice xmlns:v="urn:schemas-microsoft-com:vml" Requires="v">
                <p:oleObj name="Equation" r:id="rId7" imgW="427713" imgH="162258" progId="Equation.DSMT4">
                  <p:embed/>
                </p:oleObj>
              </mc:Choice>
              <mc:Fallback>
                <p:oleObj name="Equation" r:id="rId7" imgW="427713" imgH="162258" progId="Equation.DSMT4">
                  <p:embed/>
                  <p:pic>
                    <p:nvPicPr>
                      <p:cNvPr id="0" name=""/>
                      <p:cNvPicPr/>
                      <p:nvPr/>
                    </p:nvPicPr>
                    <p:blipFill>
                      <a:blip r:embed="rId8"/>
                      <a:stretch>
                        <a:fillRect/>
                      </a:stretch>
                    </p:blipFill>
                    <p:spPr>
                      <a:xfrm>
                        <a:off x="4205288" y="4673978"/>
                        <a:ext cx="1001712" cy="37983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ADBABC46-9FFA-7E98-5874-0FCB9107E284}"/>
              </a:ext>
            </a:extLst>
          </p:cNvPr>
          <p:cNvGraphicFramePr>
            <a:graphicFrameLocks noChangeAspect="1"/>
          </p:cNvGraphicFramePr>
          <p:nvPr>
            <p:extLst>
              <p:ext uri="{D42A27DB-BD31-4B8C-83A1-F6EECF244321}">
                <p14:modId xmlns:p14="http://schemas.microsoft.com/office/powerpoint/2010/main" val="2785528678"/>
              </p:ext>
            </p:extLst>
          </p:nvPr>
        </p:nvGraphicFramePr>
        <p:xfrm>
          <a:off x="6273800" y="4680690"/>
          <a:ext cx="4229100" cy="460310"/>
        </p:xfrm>
        <a:graphic>
          <a:graphicData uri="http://schemas.openxmlformats.org/presentationml/2006/ole">
            <mc:AlternateContent xmlns:mc="http://schemas.openxmlformats.org/markup-compatibility/2006">
              <mc:Choice xmlns:v="urn:schemas-microsoft-com:vml" Requires="v">
                <p:oleObj name="Equation" r:id="rId9" imgW="2099779" imgH="228965" progId="Equation.DSMT4">
                  <p:embed/>
                </p:oleObj>
              </mc:Choice>
              <mc:Fallback>
                <p:oleObj name="Equation" r:id="rId9" imgW="2099779" imgH="228965" progId="Equation.DSMT4">
                  <p:embed/>
                  <p:pic>
                    <p:nvPicPr>
                      <p:cNvPr id="0" name=""/>
                      <p:cNvPicPr/>
                      <p:nvPr/>
                    </p:nvPicPr>
                    <p:blipFill>
                      <a:blip r:embed="rId10"/>
                      <a:stretch>
                        <a:fillRect/>
                      </a:stretch>
                    </p:blipFill>
                    <p:spPr>
                      <a:xfrm>
                        <a:off x="6273800" y="4680690"/>
                        <a:ext cx="4229100" cy="460310"/>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39B087D7-1A18-8D3C-A082-0375AB67F53A}"/>
              </a:ext>
            </a:extLst>
          </p:cNvPr>
          <p:cNvGraphicFramePr>
            <a:graphicFrameLocks noChangeAspect="1"/>
          </p:cNvGraphicFramePr>
          <p:nvPr>
            <p:extLst>
              <p:ext uri="{D42A27DB-BD31-4B8C-83A1-F6EECF244321}">
                <p14:modId xmlns:p14="http://schemas.microsoft.com/office/powerpoint/2010/main" val="3071422628"/>
              </p:ext>
            </p:extLst>
          </p:nvPr>
        </p:nvGraphicFramePr>
        <p:xfrm>
          <a:off x="3740201" y="5109557"/>
          <a:ext cx="4481408" cy="447519"/>
        </p:xfrm>
        <a:graphic>
          <a:graphicData uri="http://schemas.openxmlformats.org/presentationml/2006/ole">
            <mc:AlternateContent xmlns:mc="http://schemas.openxmlformats.org/markup-compatibility/2006">
              <mc:Choice xmlns:v="urn:schemas-microsoft-com:vml" Requires="v">
                <p:oleObj name="Equation" r:id="rId11" imgW="2289754" imgH="228965" progId="Equation.DSMT4">
                  <p:embed/>
                </p:oleObj>
              </mc:Choice>
              <mc:Fallback>
                <p:oleObj name="Equation" r:id="rId11" imgW="2289754" imgH="228965" progId="Equation.DSMT4">
                  <p:embed/>
                  <p:pic>
                    <p:nvPicPr>
                      <p:cNvPr id="0" name=""/>
                      <p:cNvPicPr/>
                      <p:nvPr/>
                    </p:nvPicPr>
                    <p:blipFill>
                      <a:blip r:embed="rId12"/>
                      <a:stretch>
                        <a:fillRect/>
                      </a:stretch>
                    </p:blipFill>
                    <p:spPr>
                      <a:xfrm>
                        <a:off x="3740201" y="5109557"/>
                        <a:ext cx="4481408" cy="447519"/>
                      </a:xfrm>
                      <a:prstGeom prst="rect">
                        <a:avLst/>
                      </a:prstGeom>
                    </p:spPr>
                  </p:pic>
                </p:oleObj>
              </mc:Fallback>
            </mc:AlternateContent>
          </a:graphicData>
        </a:graphic>
      </p:graphicFrame>
      <p:graphicFrame>
        <p:nvGraphicFramePr>
          <p:cNvPr id="2" name="对象 1">
            <a:extLst>
              <a:ext uri="{FF2B5EF4-FFF2-40B4-BE49-F238E27FC236}">
                <a16:creationId xmlns:a16="http://schemas.microsoft.com/office/drawing/2014/main" id="{4CB2892C-CC72-9568-1FA2-6D14F12C88AC}"/>
              </a:ext>
            </a:extLst>
          </p:cNvPr>
          <p:cNvGraphicFramePr>
            <a:graphicFrameLocks noChangeAspect="1"/>
          </p:cNvGraphicFramePr>
          <p:nvPr>
            <p:extLst>
              <p:ext uri="{D42A27DB-BD31-4B8C-83A1-F6EECF244321}">
                <p14:modId xmlns:p14="http://schemas.microsoft.com/office/powerpoint/2010/main" val="616736490"/>
              </p:ext>
            </p:extLst>
          </p:nvPr>
        </p:nvGraphicFramePr>
        <p:xfrm>
          <a:off x="9746337" y="5506538"/>
          <a:ext cx="440651" cy="440651"/>
        </p:xfrm>
        <a:graphic>
          <a:graphicData uri="http://schemas.openxmlformats.org/presentationml/2006/ole">
            <mc:AlternateContent xmlns:mc="http://schemas.openxmlformats.org/markup-compatibility/2006">
              <mc:Choice xmlns:v="urn:schemas-microsoft-com:vml" Requires="v">
                <p:oleObj name="Equation" r:id="rId13" imgW="189975" imgH="190744" progId="Equation.DSMT4">
                  <p:embed/>
                </p:oleObj>
              </mc:Choice>
              <mc:Fallback>
                <p:oleObj name="Equation" r:id="rId13" imgW="189975" imgH="190744" progId="Equation.DSMT4">
                  <p:embed/>
                  <p:pic>
                    <p:nvPicPr>
                      <p:cNvPr id="0" name=""/>
                      <p:cNvPicPr/>
                      <p:nvPr/>
                    </p:nvPicPr>
                    <p:blipFill>
                      <a:blip r:embed="rId14"/>
                      <a:stretch>
                        <a:fillRect/>
                      </a:stretch>
                    </p:blipFill>
                    <p:spPr>
                      <a:xfrm>
                        <a:off x="9746337" y="5506538"/>
                        <a:ext cx="440651" cy="440651"/>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E249CB08-AA74-21BB-2D9C-806A655A8B06}"/>
              </a:ext>
            </a:extLst>
          </p:cNvPr>
          <p:cNvGraphicFramePr>
            <a:graphicFrameLocks noChangeAspect="1"/>
          </p:cNvGraphicFramePr>
          <p:nvPr>
            <p:extLst>
              <p:ext uri="{D42A27DB-BD31-4B8C-83A1-F6EECF244321}">
                <p14:modId xmlns:p14="http://schemas.microsoft.com/office/powerpoint/2010/main" val="4245207518"/>
              </p:ext>
            </p:extLst>
          </p:nvPr>
        </p:nvGraphicFramePr>
        <p:xfrm>
          <a:off x="3491345" y="5967471"/>
          <a:ext cx="864754" cy="327900"/>
        </p:xfrm>
        <a:graphic>
          <a:graphicData uri="http://schemas.openxmlformats.org/presentationml/2006/ole">
            <mc:AlternateContent xmlns:mc="http://schemas.openxmlformats.org/markup-compatibility/2006">
              <mc:Choice xmlns:v="urn:schemas-microsoft-com:vml" Requires="v">
                <p:oleObj name="Equation" r:id="rId15" imgW="427713" imgH="162258" progId="Equation.DSMT4">
                  <p:embed/>
                </p:oleObj>
              </mc:Choice>
              <mc:Fallback>
                <p:oleObj name="Equation" r:id="rId15" imgW="427713" imgH="162258" progId="Equation.DSMT4">
                  <p:embed/>
                  <p:pic>
                    <p:nvPicPr>
                      <p:cNvPr id="0" name=""/>
                      <p:cNvPicPr/>
                      <p:nvPr/>
                    </p:nvPicPr>
                    <p:blipFill>
                      <a:blip r:embed="rId16"/>
                      <a:stretch>
                        <a:fillRect/>
                      </a:stretch>
                    </p:blipFill>
                    <p:spPr>
                      <a:xfrm>
                        <a:off x="3491345" y="5967471"/>
                        <a:ext cx="864754" cy="3279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62D3D00D-F297-FC11-9DF8-68FD4C7DFB95}"/>
              </a:ext>
            </a:extLst>
          </p:cNvPr>
          <p:cNvGraphicFramePr>
            <a:graphicFrameLocks noChangeAspect="1"/>
          </p:cNvGraphicFramePr>
          <p:nvPr>
            <p:extLst>
              <p:ext uri="{D42A27DB-BD31-4B8C-83A1-F6EECF244321}">
                <p14:modId xmlns:p14="http://schemas.microsoft.com/office/powerpoint/2010/main" val="537226178"/>
              </p:ext>
            </p:extLst>
          </p:nvPr>
        </p:nvGraphicFramePr>
        <p:xfrm>
          <a:off x="6128126" y="5944696"/>
          <a:ext cx="3922336" cy="428866"/>
        </p:xfrm>
        <a:graphic>
          <a:graphicData uri="http://schemas.openxmlformats.org/presentationml/2006/ole">
            <mc:AlternateContent xmlns:mc="http://schemas.openxmlformats.org/markup-compatibility/2006">
              <mc:Choice xmlns:v="urn:schemas-microsoft-com:vml" Requires="v">
                <p:oleObj name="Equation" r:id="rId17" imgW="2090442" imgH="228965" progId="Equation.DSMT4">
                  <p:embed/>
                </p:oleObj>
              </mc:Choice>
              <mc:Fallback>
                <p:oleObj name="Equation" r:id="rId17" imgW="2090442" imgH="228965" progId="Equation.DSMT4">
                  <p:embed/>
                  <p:pic>
                    <p:nvPicPr>
                      <p:cNvPr id="0" name=""/>
                      <p:cNvPicPr/>
                      <p:nvPr/>
                    </p:nvPicPr>
                    <p:blipFill>
                      <a:blip r:embed="rId18"/>
                      <a:stretch>
                        <a:fillRect/>
                      </a:stretch>
                    </p:blipFill>
                    <p:spPr>
                      <a:xfrm>
                        <a:off x="6128126" y="5944696"/>
                        <a:ext cx="3922336" cy="428866"/>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0BD461CA-C662-3F74-8E31-8F3CF2D8AF31}"/>
              </a:ext>
            </a:extLst>
          </p:cNvPr>
          <p:cNvGraphicFramePr>
            <a:graphicFrameLocks noChangeAspect="1"/>
          </p:cNvGraphicFramePr>
          <p:nvPr>
            <p:extLst>
              <p:ext uri="{D42A27DB-BD31-4B8C-83A1-F6EECF244321}">
                <p14:modId xmlns:p14="http://schemas.microsoft.com/office/powerpoint/2010/main" val="1952042497"/>
              </p:ext>
            </p:extLst>
          </p:nvPr>
        </p:nvGraphicFramePr>
        <p:xfrm>
          <a:off x="3912523" y="6344426"/>
          <a:ext cx="4431206" cy="442506"/>
        </p:xfrm>
        <a:graphic>
          <a:graphicData uri="http://schemas.openxmlformats.org/presentationml/2006/ole">
            <mc:AlternateContent xmlns:mc="http://schemas.openxmlformats.org/markup-compatibility/2006">
              <mc:Choice xmlns:v="urn:schemas-microsoft-com:vml" Requires="v">
                <p:oleObj name="Equation" r:id="rId19" imgW="2289754" imgH="228965" progId="Equation.DSMT4">
                  <p:embed/>
                </p:oleObj>
              </mc:Choice>
              <mc:Fallback>
                <p:oleObj name="Equation" r:id="rId19" imgW="2289754" imgH="228965" progId="Equation.DSMT4">
                  <p:embed/>
                  <p:pic>
                    <p:nvPicPr>
                      <p:cNvPr id="0" name=""/>
                      <p:cNvPicPr/>
                      <p:nvPr/>
                    </p:nvPicPr>
                    <p:blipFill>
                      <a:blip r:embed="rId20"/>
                      <a:stretch>
                        <a:fillRect/>
                      </a:stretch>
                    </p:blipFill>
                    <p:spPr>
                      <a:xfrm>
                        <a:off x="3912523" y="6344426"/>
                        <a:ext cx="4431206" cy="442506"/>
                      </a:xfrm>
                      <a:prstGeom prst="rect">
                        <a:avLst/>
                      </a:prstGeom>
                    </p:spPr>
                  </p:pic>
                </p:oleObj>
              </mc:Fallback>
            </mc:AlternateContent>
          </a:graphicData>
        </a:graphic>
      </p:graphicFrame>
    </p:spTree>
    <p:extLst>
      <p:ext uri="{BB962C8B-B14F-4D97-AF65-F5344CB8AC3E}">
        <p14:creationId xmlns:p14="http://schemas.microsoft.com/office/powerpoint/2010/main" val="178066642"/>
      </p:ext>
    </p:extLst>
  </p:cSld>
  <p:clrMapOvr>
    <a:masterClrMapping/>
  </p:clrMapOvr>
  <p:transition advTm="18857"/>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3.1 </a:t>
            </a:r>
            <a:r>
              <a:rPr lang="zh-CN" altLang="en-US" sz="2800" b="1" dirty="0">
                <a:latin typeface="Times New Roman" pitchFamily="18" charset="0"/>
                <a:ea typeface="华文中宋" pitchFamily="2" charset="-122"/>
              </a:rPr>
              <a:t>微分运动与广义速度</a:t>
            </a:r>
          </a:p>
        </p:txBody>
      </p:sp>
      <p:sp>
        <p:nvSpPr>
          <p:cNvPr id="2" name="内容占位符 2">
            <a:extLst>
              <a:ext uri="{FF2B5EF4-FFF2-40B4-BE49-F238E27FC236}">
                <a16:creationId xmlns:a16="http://schemas.microsoft.com/office/drawing/2014/main" id="{966A042B-FFD9-E571-A641-948C18C73CCC}"/>
              </a:ext>
            </a:extLst>
          </p:cNvPr>
          <p:cNvSpPr>
            <a:spLocks noChangeArrowheads="1"/>
          </p:cNvSpPr>
          <p:nvPr/>
        </p:nvSpPr>
        <p:spPr bwMode="auto">
          <a:xfrm>
            <a:off x="977900" y="1009650"/>
            <a:ext cx="10591800" cy="563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en-US" altLang="zh-CN" sz="2400" b="1" dirty="0">
                <a:latin typeface="Times New Roman" pitchFamily="18" charset="0"/>
                <a:ea typeface="微软雅黑" pitchFamily="34" charset="-122"/>
              </a:rPr>
              <a:t>3.1.2 </a:t>
            </a:r>
            <a:r>
              <a:rPr lang="zh-CN" altLang="en-US" sz="2400" b="1" dirty="0">
                <a:latin typeface="Times New Roman" pitchFamily="18" charset="0"/>
                <a:ea typeface="微软雅黑" pitchFamily="34" charset="-122"/>
              </a:rPr>
              <a:t>微分运动 </a:t>
            </a: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机器人刚体或坐标系的微分运动包括微分平移和微分旋转，微分平移用由</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个坐标轴的微分移动矢量    表示，微分旋转用绕</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个坐标轴的微分转动矢量</a:t>
            </a:r>
            <a:endParaRPr lang="en-US" altLang="zh-CN" sz="2400" b="1" dirty="0">
              <a:latin typeface="Times New Roman" pitchFamily="18" charset="0"/>
              <a:ea typeface="微软雅黑" pitchFamily="34" charset="-122"/>
            </a:endParaRPr>
          </a:p>
          <a:p>
            <a:pPr algn="just">
              <a:lnSpc>
                <a:spcPct val="110000"/>
              </a:lnSpc>
              <a:spcBef>
                <a:spcPct val="10000"/>
              </a:spcBef>
              <a:spcAft>
                <a:spcPct val="10000"/>
              </a:spcAft>
            </a:pPr>
            <a:r>
              <a:rPr lang="zh-CN" altLang="en-US" sz="2400" b="1" dirty="0">
                <a:latin typeface="Times New Roman" pitchFamily="18" charset="0"/>
                <a:ea typeface="微软雅黑" pitchFamily="34" charset="-122"/>
              </a:rPr>
              <a:t>     表示，即</a:t>
            </a:r>
            <a:endParaRPr lang="en-US" altLang="zh-CN" sz="2400" b="1" dirty="0">
              <a:latin typeface="Times New Roman" pitchFamily="18" charset="0"/>
              <a:ea typeface="微软雅黑" pitchFamily="34" charset="-122"/>
            </a:endParaRPr>
          </a:p>
          <a:p>
            <a:pPr algn="ctr">
              <a:lnSpc>
                <a:spcPct val="110000"/>
              </a:lnSpc>
              <a:spcBef>
                <a:spcPct val="10000"/>
              </a:spcBef>
              <a:spcAft>
                <a:spcPct val="10000"/>
              </a:spcAft>
            </a:pPr>
            <a:r>
              <a:rPr lang="zh-CN" altLang="en-US" sz="2400" b="1" dirty="0">
                <a:latin typeface="Times New Roman" pitchFamily="18" charset="0"/>
                <a:ea typeface="微软雅黑" pitchFamily="34" charset="-122"/>
              </a:rPr>
              <a:t>或</a:t>
            </a:r>
            <a:endParaRPr lang="en-US" altLang="zh-CN" sz="2400" b="1" dirty="0">
              <a:latin typeface="Times New Roman" pitchFamily="18" charset="0"/>
              <a:ea typeface="微软雅黑" pitchFamily="34" charset="-122"/>
            </a:endParaRPr>
          </a:p>
          <a:p>
            <a:pPr algn="ctr">
              <a:lnSpc>
                <a:spcPct val="110000"/>
              </a:lnSpc>
              <a:spcBef>
                <a:spcPct val="10000"/>
              </a:spcBef>
              <a:spcAft>
                <a:spcPct val="10000"/>
              </a:spcAft>
            </a:pPr>
            <a:r>
              <a:rPr lang="zh-CN" altLang="en-US" sz="2400" b="1" dirty="0">
                <a:latin typeface="Times New Roman" pitchFamily="18" charset="0"/>
                <a:ea typeface="微软雅黑" pitchFamily="34" charset="-122"/>
              </a:rPr>
              <a:t>或</a:t>
            </a: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r>
              <a:rPr lang="zh-CN" altLang="en-US" sz="2400" b="1" dirty="0">
                <a:latin typeface="Times New Roman" pitchFamily="18" charset="0"/>
                <a:ea typeface="微软雅黑" pitchFamily="34" charset="-122"/>
              </a:rPr>
              <a:t>将两者合并为</a:t>
            </a: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维列矢量    ，称为刚体或坐标系的微分运动矢量             。</a:t>
            </a: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r>
              <a:rPr lang="zh-CN" altLang="en-US" sz="2400" b="1" dirty="0">
                <a:latin typeface="Times New Roman" pitchFamily="18" charset="0"/>
                <a:ea typeface="微软雅黑" pitchFamily="34" charset="-122"/>
              </a:rPr>
              <a:t>相应地，刚体或坐标系的广义速度     是由线速度    和角速度    组成的</a:t>
            </a: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维列矢量。</a:t>
            </a: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r>
              <a:rPr lang="zh-CN" altLang="en-US" sz="2400" b="1" dirty="0">
                <a:latin typeface="Times New Roman" pitchFamily="18" charset="0"/>
                <a:ea typeface="微软雅黑" pitchFamily="34" charset="-122"/>
              </a:rPr>
              <a:t>微分平移变换与一般平移变换一样，其变换矩阵为</a:t>
            </a:r>
          </a:p>
        </p:txBody>
      </p:sp>
      <p:sp>
        <p:nvSpPr>
          <p:cNvPr id="3" name="Rectangle 2">
            <a:extLst>
              <a:ext uri="{FF2B5EF4-FFF2-40B4-BE49-F238E27FC236}">
                <a16:creationId xmlns:a16="http://schemas.microsoft.com/office/drawing/2014/main" id="{50DD9E76-DF99-C901-93F9-90B99B873405}"/>
              </a:ext>
            </a:extLst>
          </p:cNvPr>
          <p:cNvSpPr>
            <a:spLocks noChangeArrowheads="1"/>
          </p:cNvSpPr>
          <p:nvPr/>
        </p:nvSpPr>
        <p:spPr bwMode="auto">
          <a:xfrm>
            <a:off x="5016500" y="306647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D3652461-2EA7-36B8-0DDD-135C83AD34BE}"/>
              </a:ext>
            </a:extLst>
          </p:cNvPr>
          <p:cNvGraphicFramePr>
            <a:graphicFrameLocks noChangeAspect="1"/>
          </p:cNvGraphicFramePr>
          <p:nvPr>
            <p:extLst>
              <p:ext uri="{D42A27DB-BD31-4B8C-83A1-F6EECF244321}">
                <p14:modId xmlns:p14="http://schemas.microsoft.com/office/powerpoint/2010/main" val="2032615207"/>
              </p:ext>
            </p:extLst>
          </p:nvPr>
        </p:nvGraphicFramePr>
        <p:xfrm>
          <a:off x="4257964" y="2905842"/>
          <a:ext cx="1838036" cy="389231"/>
        </p:xfrm>
        <a:graphic>
          <a:graphicData uri="http://schemas.openxmlformats.org/presentationml/2006/ole">
            <mc:AlternateContent xmlns:mc="http://schemas.openxmlformats.org/markup-compatibility/2006">
              <mc:Choice xmlns:v="urn:schemas-microsoft-com:vml" Requires="v">
                <p:oleObj name="Equation" r:id="rId3" imgW="1079500" imgH="228600" progId="Equation.DSMT4">
                  <p:embed/>
                </p:oleObj>
              </mc:Choice>
              <mc:Fallback>
                <p:oleObj name="Equation" r:id="rId3" imgW="1079500" imgH="228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7964" y="2905842"/>
                        <a:ext cx="1838036" cy="389231"/>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1E6BC940-0E5E-4F8A-9238-A8E2577A200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1BE4C266-F554-95F8-6323-DA44690308B9}"/>
              </a:ext>
            </a:extLst>
          </p:cNvPr>
          <p:cNvGraphicFramePr>
            <a:graphicFrameLocks noChangeAspect="1"/>
          </p:cNvGraphicFramePr>
          <p:nvPr>
            <p:extLst>
              <p:ext uri="{D42A27DB-BD31-4B8C-83A1-F6EECF244321}">
                <p14:modId xmlns:p14="http://schemas.microsoft.com/office/powerpoint/2010/main" val="3146540181"/>
              </p:ext>
            </p:extLst>
          </p:nvPr>
        </p:nvGraphicFramePr>
        <p:xfrm>
          <a:off x="6502399" y="2896531"/>
          <a:ext cx="1434009" cy="389231"/>
        </p:xfrm>
        <a:graphic>
          <a:graphicData uri="http://schemas.openxmlformats.org/presentationml/2006/ole">
            <mc:AlternateContent xmlns:mc="http://schemas.openxmlformats.org/markup-compatibility/2006">
              <mc:Choice xmlns:v="urn:schemas-microsoft-com:vml" Requires="v">
                <p:oleObj name="Equation" r:id="rId5" imgW="888614" imgH="241195" progId="Equation.DSMT4">
                  <p:embed/>
                </p:oleObj>
              </mc:Choice>
              <mc:Fallback>
                <p:oleObj name="Equation" r:id="rId5" imgW="888614" imgH="241195"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2399" y="2896531"/>
                        <a:ext cx="1434009" cy="389231"/>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64535474-0AFD-DE4D-C9C2-8A31D775EBD0}"/>
              </a:ext>
            </a:extLst>
          </p:cNvPr>
          <p:cNvGraphicFramePr>
            <a:graphicFrameLocks noChangeAspect="1"/>
          </p:cNvGraphicFramePr>
          <p:nvPr>
            <p:extLst>
              <p:ext uri="{D42A27DB-BD31-4B8C-83A1-F6EECF244321}">
                <p14:modId xmlns:p14="http://schemas.microsoft.com/office/powerpoint/2010/main" val="912844903"/>
              </p:ext>
            </p:extLst>
          </p:nvPr>
        </p:nvGraphicFramePr>
        <p:xfrm>
          <a:off x="4257965" y="3347708"/>
          <a:ext cx="1838036" cy="395041"/>
        </p:xfrm>
        <a:graphic>
          <a:graphicData uri="http://schemas.openxmlformats.org/presentationml/2006/ole">
            <mc:AlternateContent xmlns:mc="http://schemas.openxmlformats.org/markup-compatibility/2006">
              <mc:Choice xmlns:v="urn:schemas-microsoft-com:vml" Requires="v">
                <p:oleObj name="Equation" r:id="rId7" imgW="1064075" imgH="228965" progId="Equation.DSMT4">
                  <p:embed/>
                </p:oleObj>
              </mc:Choice>
              <mc:Fallback>
                <p:oleObj name="Equation" r:id="rId7" imgW="1064075" imgH="228965" progId="Equation.DSMT4">
                  <p:embed/>
                  <p:pic>
                    <p:nvPicPr>
                      <p:cNvPr id="0" name=""/>
                      <p:cNvPicPr/>
                      <p:nvPr/>
                    </p:nvPicPr>
                    <p:blipFill>
                      <a:blip r:embed="rId8"/>
                      <a:stretch>
                        <a:fillRect/>
                      </a:stretch>
                    </p:blipFill>
                    <p:spPr>
                      <a:xfrm>
                        <a:off x="4257965" y="3347708"/>
                        <a:ext cx="1838036" cy="395041"/>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BBD9D9A6-4FD1-55AA-E0A5-5C2437AD0F74}"/>
              </a:ext>
            </a:extLst>
          </p:cNvPr>
          <p:cNvGraphicFramePr>
            <a:graphicFrameLocks noChangeAspect="1"/>
          </p:cNvGraphicFramePr>
          <p:nvPr>
            <p:extLst>
              <p:ext uri="{D42A27DB-BD31-4B8C-83A1-F6EECF244321}">
                <p14:modId xmlns:p14="http://schemas.microsoft.com/office/powerpoint/2010/main" val="3740992108"/>
              </p:ext>
            </p:extLst>
          </p:nvPr>
        </p:nvGraphicFramePr>
        <p:xfrm>
          <a:off x="6502399" y="3366180"/>
          <a:ext cx="1416912" cy="385729"/>
        </p:xfrm>
        <a:graphic>
          <a:graphicData uri="http://schemas.openxmlformats.org/presentationml/2006/ole">
            <mc:AlternateContent xmlns:mc="http://schemas.openxmlformats.org/markup-compatibility/2006">
              <mc:Choice xmlns:v="urn:schemas-microsoft-com:vml" Requires="v">
                <p:oleObj name="Equation" r:id="rId9" imgW="874100" imgH="238340" progId="Equation.DSMT4">
                  <p:embed/>
                </p:oleObj>
              </mc:Choice>
              <mc:Fallback>
                <p:oleObj name="Equation" r:id="rId9" imgW="874100" imgH="238340" progId="Equation.DSMT4">
                  <p:embed/>
                  <p:pic>
                    <p:nvPicPr>
                      <p:cNvPr id="0" name=""/>
                      <p:cNvPicPr/>
                      <p:nvPr/>
                    </p:nvPicPr>
                    <p:blipFill>
                      <a:blip r:embed="rId10"/>
                      <a:stretch>
                        <a:fillRect/>
                      </a:stretch>
                    </p:blipFill>
                    <p:spPr>
                      <a:xfrm>
                        <a:off x="6502399" y="3366180"/>
                        <a:ext cx="1416912" cy="38572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4DD41CB2-08CC-30BD-6242-17A6F18B072F}"/>
              </a:ext>
            </a:extLst>
          </p:cNvPr>
          <p:cNvGraphicFramePr>
            <a:graphicFrameLocks noChangeAspect="1"/>
          </p:cNvGraphicFramePr>
          <p:nvPr>
            <p:extLst>
              <p:ext uri="{D42A27DB-BD31-4B8C-83A1-F6EECF244321}">
                <p14:modId xmlns:p14="http://schemas.microsoft.com/office/powerpoint/2010/main" val="912137858"/>
              </p:ext>
            </p:extLst>
          </p:nvPr>
        </p:nvGraphicFramePr>
        <p:xfrm>
          <a:off x="4917495" y="1949445"/>
          <a:ext cx="259487" cy="389231"/>
        </p:xfrm>
        <a:graphic>
          <a:graphicData uri="http://schemas.openxmlformats.org/presentationml/2006/ole">
            <mc:AlternateContent xmlns:mc="http://schemas.openxmlformats.org/markup-compatibility/2006">
              <mc:Choice xmlns:v="urn:schemas-microsoft-com:vml" Requires="v">
                <p:oleObj name="Equation" r:id="rId11" imgW="132875" imgH="200479" progId="Equation.DSMT4">
                  <p:embed/>
                </p:oleObj>
              </mc:Choice>
              <mc:Fallback>
                <p:oleObj name="Equation" r:id="rId11" imgW="132875" imgH="200479" progId="Equation.DSMT4">
                  <p:embed/>
                  <p:pic>
                    <p:nvPicPr>
                      <p:cNvPr id="0" name=""/>
                      <p:cNvPicPr/>
                      <p:nvPr/>
                    </p:nvPicPr>
                    <p:blipFill>
                      <a:blip r:embed="rId12"/>
                      <a:stretch>
                        <a:fillRect/>
                      </a:stretch>
                    </p:blipFill>
                    <p:spPr>
                      <a:xfrm>
                        <a:off x="4917495" y="1949445"/>
                        <a:ext cx="259487" cy="38923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4FF08BFA-E1E0-8F55-2F45-10FCED0FB72C}"/>
              </a:ext>
            </a:extLst>
          </p:cNvPr>
          <p:cNvGraphicFramePr>
            <a:graphicFrameLocks noChangeAspect="1"/>
          </p:cNvGraphicFramePr>
          <p:nvPr>
            <p:extLst>
              <p:ext uri="{D42A27DB-BD31-4B8C-83A1-F6EECF244321}">
                <p14:modId xmlns:p14="http://schemas.microsoft.com/office/powerpoint/2010/main" val="4172892527"/>
              </p:ext>
            </p:extLst>
          </p:nvPr>
        </p:nvGraphicFramePr>
        <p:xfrm>
          <a:off x="1087869" y="2412564"/>
          <a:ext cx="259487" cy="389231"/>
        </p:xfrm>
        <a:graphic>
          <a:graphicData uri="http://schemas.openxmlformats.org/presentationml/2006/ole">
            <mc:AlternateContent xmlns:mc="http://schemas.openxmlformats.org/markup-compatibility/2006">
              <mc:Choice xmlns:v="urn:schemas-microsoft-com:vml" Requires="v">
                <p:oleObj name="Equation" r:id="rId13" imgW="132875" imgH="200479" progId="Equation.DSMT4">
                  <p:embed/>
                </p:oleObj>
              </mc:Choice>
              <mc:Fallback>
                <p:oleObj name="Equation" r:id="rId13" imgW="132875" imgH="200479" progId="Equation.DSMT4">
                  <p:embed/>
                  <p:pic>
                    <p:nvPicPr>
                      <p:cNvPr id="0" name=""/>
                      <p:cNvPicPr/>
                      <p:nvPr/>
                    </p:nvPicPr>
                    <p:blipFill>
                      <a:blip r:embed="rId14"/>
                      <a:stretch>
                        <a:fillRect/>
                      </a:stretch>
                    </p:blipFill>
                    <p:spPr>
                      <a:xfrm>
                        <a:off x="1087869" y="2412564"/>
                        <a:ext cx="259487" cy="389231"/>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684B64A0-D55B-3F21-DBDF-43509E96ED8F}"/>
              </a:ext>
            </a:extLst>
          </p:cNvPr>
          <p:cNvGraphicFramePr>
            <a:graphicFrameLocks noChangeAspect="1"/>
          </p:cNvGraphicFramePr>
          <p:nvPr>
            <p:extLst>
              <p:ext uri="{D42A27DB-BD31-4B8C-83A1-F6EECF244321}">
                <p14:modId xmlns:p14="http://schemas.microsoft.com/office/powerpoint/2010/main" val="2720363460"/>
              </p:ext>
            </p:extLst>
          </p:nvPr>
        </p:nvGraphicFramePr>
        <p:xfrm>
          <a:off x="4257964" y="3862239"/>
          <a:ext cx="328185" cy="328185"/>
        </p:xfrm>
        <a:graphic>
          <a:graphicData uri="http://schemas.openxmlformats.org/presentationml/2006/ole">
            <mc:AlternateContent xmlns:mc="http://schemas.openxmlformats.org/markup-compatibility/2006">
              <mc:Choice xmlns:v="urn:schemas-microsoft-com:vml" Requires="v">
                <p:oleObj name="Equation" r:id="rId15" imgW="132875" imgH="133412" progId="Equation.DSMT4">
                  <p:embed/>
                </p:oleObj>
              </mc:Choice>
              <mc:Fallback>
                <p:oleObj name="Equation" r:id="rId15" imgW="132875" imgH="133412" progId="Equation.DSMT4">
                  <p:embed/>
                  <p:pic>
                    <p:nvPicPr>
                      <p:cNvPr id="0" name=""/>
                      <p:cNvPicPr/>
                      <p:nvPr/>
                    </p:nvPicPr>
                    <p:blipFill>
                      <a:blip r:embed="rId16"/>
                      <a:stretch>
                        <a:fillRect/>
                      </a:stretch>
                    </p:blipFill>
                    <p:spPr>
                      <a:xfrm>
                        <a:off x="4257964" y="3862239"/>
                        <a:ext cx="328185" cy="32818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9EE59658-7B39-8D0E-9724-9CF633F5D9A7}"/>
              </a:ext>
            </a:extLst>
          </p:cNvPr>
          <p:cNvGraphicFramePr>
            <a:graphicFrameLocks noChangeAspect="1"/>
          </p:cNvGraphicFramePr>
          <p:nvPr>
            <p:extLst>
              <p:ext uri="{D42A27DB-BD31-4B8C-83A1-F6EECF244321}">
                <p14:modId xmlns:p14="http://schemas.microsoft.com/office/powerpoint/2010/main" val="4011048835"/>
              </p:ext>
            </p:extLst>
          </p:nvPr>
        </p:nvGraphicFramePr>
        <p:xfrm>
          <a:off x="9455495" y="3590283"/>
          <a:ext cx="1046249" cy="782302"/>
        </p:xfrm>
        <a:graphic>
          <a:graphicData uri="http://schemas.openxmlformats.org/presentationml/2006/ole">
            <mc:AlternateContent xmlns:mc="http://schemas.openxmlformats.org/markup-compatibility/2006">
              <mc:Choice xmlns:v="urn:schemas-microsoft-com:vml" Requires="v">
                <p:oleObj name="Equation" r:id="rId17" imgW="522521" imgH="391223" progId="Equation.DSMT4">
                  <p:embed/>
                </p:oleObj>
              </mc:Choice>
              <mc:Fallback>
                <p:oleObj name="Equation" r:id="rId17" imgW="522521" imgH="391223" progId="Equation.DSMT4">
                  <p:embed/>
                  <p:pic>
                    <p:nvPicPr>
                      <p:cNvPr id="0" name=""/>
                      <p:cNvPicPr/>
                      <p:nvPr/>
                    </p:nvPicPr>
                    <p:blipFill>
                      <a:blip r:embed="rId18"/>
                      <a:stretch>
                        <a:fillRect/>
                      </a:stretch>
                    </p:blipFill>
                    <p:spPr>
                      <a:xfrm>
                        <a:off x="9455495" y="3590283"/>
                        <a:ext cx="1046249" cy="78230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3EB2178A-B3B9-1CAA-18B9-A55D5C986BD2}"/>
              </a:ext>
            </a:extLst>
          </p:cNvPr>
          <p:cNvGraphicFramePr>
            <a:graphicFrameLocks noChangeAspect="1"/>
          </p:cNvGraphicFramePr>
          <p:nvPr>
            <p:extLst>
              <p:ext uri="{D42A27DB-BD31-4B8C-83A1-F6EECF244321}">
                <p14:modId xmlns:p14="http://schemas.microsoft.com/office/powerpoint/2010/main" val="2024331852"/>
              </p:ext>
            </p:extLst>
          </p:nvPr>
        </p:nvGraphicFramePr>
        <p:xfrm>
          <a:off x="5680364" y="4333731"/>
          <a:ext cx="279111" cy="418667"/>
        </p:xfrm>
        <a:graphic>
          <a:graphicData uri="http://schemas.openxmlformats.org/presentationml/2006/ole">
            <mc:AlternateContent xmlns:mc="http://schemas.openxmlformats.org/markup-compatibility/2006">
              <mc:Choice xmlns:v="urn:schemas-microsoft-com:vml" Requires="v">
                <p:oleObj name="Equation" r:id="rId19" imgW="132875" imgH="200479" progId="Equation.DSMT4">
                  <p:embed/>
                </p:oleObj>
              </mc:Choice>
              <mc:Fallback>
                <p:oleObj name="Equation" r:id="rId19" imgW="132875" imgH="200479" progId="Equation.DSMT4">
                  <p:embed/>
                  <p:pic>
                    <p:nvPicPr>
                      <p:cNvPr id="0" name=""/>
                      <p:cNvPicPr/>
                      <p:nvPr/>
                    </p:nvPicPr>
                    <p:blipFill>
                      <a:blip r:embed="rId20"/>
                      <a:stretch>
                        <a:fillRect/>
                      </a:stretch>
                    </p:blipFill>
                    <p:spPr>
                      <a:xfrm>
                        <a:off x="5680364" y="4333731"/>
                        <a:ext cx="279111" cy="41866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B84C4BD3-25B8-C091-98E5-613D31FCD00D}"/>
              </a:ext>
            </a:extLst>
          </p:cNvPr>
          <p:cNvGraphicFramePr>
            <a:graphicFrameLocks noChangeAspect="1"/>
          </p:cNvGraphicFramePr>
          <p:nvPr>
            <p:extLst>
              <p:ext uri="{D42A27DB-BD31-4B8C-83A1-F6EECF244321}">
                <p14:modId xmlns:p14="http://schemas.microsoft.com/office/powerpoint/2010/main" val="3815675246"/>
              </p:ext>
            </p:extLst>
          </p:nvPr>
        </p:nvGraphicFramePr>
        <p:xfrm>
          <a:off x="7542577" y="4372585"/>
          <a:ext cx="379813" cy="379813"/>
        </p:xfrm>
        <a:graphic>
          <a:graphicData uri="http://schemas.openxmlformats.org/presentationml/2006/ole">
            <mc:AlternateContent xmlns:mc="http://schemas.openxmlformats.org/markup-compatibility/2006">
              <mc:Choice xmlns:v="urn:schemas-microsoft-com:vml" Requires="v">
                <p:oleObj name="Equation" r:id="rId21" imgW="132875" imgH="133412" progId="Equation.DSMT4">
                  <p:embed/>
                </p:oleObj>
              </mc:Choice>
              <mc:Fallback>
                <p:oleObj name="Equation" r:id="rId21" imgW="132875" imgH="133412" progId="Equation.DSMT4">
                  <p:embed/>
                  <p:pic>
                    <p:nvPicPr>
                      <p:cNvPr id="0" name=""/>
                      <p:cNvPicPr/>
                      <p:nvPr/>
                    </p:nvPicPr>
                    <p:blipFill>
                      <a:blip r:embed="rId22"/>
                      <a:stretch>
                        <a:fillRect/>
                      </a:stretch>
                    </p:blipFill>
                    <p:spPr>
                      <a:xfrm>
                        <a:off x="7542577" y="4372585"/>
                        <a:ext cx="379813" cy="37981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42B12534-2DA1-D5CB-BFB0-D41677DDCCFB}"/>
              </a:ext>
            </a:extLst>
          </p:cNvPr>
          <p:cNvGraphicFramePr>
            <a:graphicFrameLocks noChangeAspect="1"/>
          </p:cNvGraphicFramePr>
          <p:nvPr>
            <p:extLst>
              <p:ext uri="{D42A27DB-BD31-4B8C-83A1-F6EECF244321}">
                <p14:modId xmlns:p14="http://schemas.microsoft.com/office/powerpoint/2010/main" val="1428924938"/>
              </p:ext>
            </p:extLst>
          </p:nvPr>
        </p:nvGraphicFramePr>
        <p:xfrm>
          <a:off x="9040379" y="4399844"/>
          <a:ext cx="325293" cy="325293"/>
        </p:xfrm>
        <a:graphic>
          <a:graphicData uri="http://schemas.openxmlformats.org/presentationml/2006/ole">
            <mc:AlternateContent xmlns:mc="http://schemas.openxmlformats.org/markup-compatibility/2006">
              <mc:Choice xmlns:v="urn:schemas-microsoft-com:vml" Requires="v">
                <p:oleObj name="Equation" r:id="rId23" imgW="132875" imgH="133412" progId="Equation.DSMT4">
                  <p:embed/>
                </p:oleObj>
              </mc:Choice>
              <mc:Fallback>
                <p:oleObj name="Equation" r:id="rId23" imgW="132875" imgH="133412" progId="Equation.DSMT4">
                  <p:embed/>
                  <p:pic>
                    <p:nvPicPr>
                      <p:cNvPr id="0" name=""/>
                      <p:cNvPicPr/>
                      <p:nvPr/>
                    </p:nvPicPr>
                    <p:blipFill>
                      <a:blip r:embed="rId24"/>
                      <a:stretch>
                        <a:fillRect/>
                      </a:stretch>
                    </p:blipFill>
                    <p:spPr>
                      <a:xfrm>
                        <a:off x="9040379" y="4399844"/>
                        <a:ext cx="325293" cy="325293"/>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D62F0341-5D98-6F89-E703-CD09142395EE}"/>
              </a:ext>
            </a:extLst>
          </p:cNvPr>
          <p:cNvGraphicFramePr>
            <a:graphicFrameLocks noChangeAspect="1"/>
          </p:cNvGraphicFramePr>
          <p:nvPr>
            <p:extLst>
              <p:ext uri="{D42A27DB-BD31-4B8C-83A1-F6EECF244321}">
                <p14:modId xmlns:p14="http://schemas.microsoft.com/office/powerpoint/2010/main" val="2456327845"/>
              </p:ext>
            </p:extLst>
          </p:nvPr>
        </p:nvGraphicFramePr>
        <p:xfrm>
          <a:off x="5016500" y="4866045"/>
          <a:ext cx="2166402" cy="685007"/>
        </p:xfrm>
        <a:graphic>
          <a:graphicData uri="http://schemas.openxmlformats.org/presentationml/2006/ole">
            <mc:AlternateContent xmlns:mc="http://schemas.openxmlformats.org/markup-compatibility/2006">
              <mc:Choice xmlns:v="urn:schemas-microsoft-com:vml" Requires="v">
                <p:oleObj name="Equation" r:id="rId25" imgW="1235376" imgH="391223" progId="Equation.DSMT4">
                  <p:embed/>
                </p:oleObj>
              </mc:Choice>
              <mc:Fallback>
                <p:oleObj name="Equation" r:id="rId25" imgW="1235376" imgH="391223" progId="Equation.DSMT4">
                  <p:embed/>
                  <p:pic>
                    <p:nvPicPr>
                      <p:cNvPr id="0" name=""/>
                      <p:cNvPicPr/>
                      <p:nvPr/>
                    </p:nvPicPr>
                    <p:blipFill>
                      <a:blip r:embed="rId26"/>
                      <a:stretch>
                        <a:fillRect/>
                      </a:stretch>
                    </p:blipFill>
                    <p:spPr>
                      <a:xfrm>
                        <a:off x="5016500" y="4866045"/>
                        <a:ext cx="2166402" cy="685007"/>
                      </a:xfrm>
                      <a:prstGeom prst="rect">
                        <a:avLst/>
                      </a:prstGeom>
                    </p:spPr>
                  </p:pic>
                </p:oleObj>
              </mc:Fallback>
            </mc:AlternateContent>
          </a:graphicData>
        </a:graphic>
      </p:graphicFrame>
      <p:sp>
        <p:nvSpPr>
          <p:cNvPr id="17" name="Rectangle 6">
            <a:extLst>
              <a:ext uri="{FF2B5EF4-FFF2-40B4-BE49-F238E27FC236}">
                <a16:creationId xmlns:a16="http://schemas.microsoft.com/office/drawing/2014/main" id="{96CA1980-D245-45F7-2728-2FBA20F9454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a:extLst>
              <a:ext uri="{FF2B5EF4-FFF2-40B4-BE49-F238E27FC236}">
                <a16:creationId xmlns:a16="http://schemas.microsoft.com/office/drawing/2014/main" id="{62369B9E-0F59-0DDC-1FDE-7CC550863754}"/>
              </a:ext>
            </a:extLst>
          </p:cNvPr>
          <p:cNvGraphicFramePr>
            <a:graphicFrameLocks noChangeAspect="1"/>
          </p:cNvGraphicFramePr>
          <p:nvPr>
            <p:extLst>
              <p:ext uri="{D42A27DB-BD31-4B8C-83A1-F6EECF244321}">
                <p14:modId xmlns:p14="http://schemas.microsoft.com/office/powerpoint/2010/main" val="2274573691"/>
              </p:ext>
            </p:extLst>
          </p:nvPr>
        </p:nvGraphicFramePr>
        <p:xfrm>
          <a:off x="7850908" y="5098456"/>
          <a:ext cx="3591103" cy="1542487"/>
        </p:xfrm>
        <a:graphic>
          <a:graphicData uri="http://schemas.openxmlformats.org/presentationml/2006/ole">
            <mc:AlternateContent xmlns:mc="http://schemas.openxmlformats.org/markup-compatibility/2006">
              <mc:Choice xmlns:v="urn:schemas-microsoft-com:vml" Requires="v">
                <p:oleObj name="Equation" r:id="rId27" imgW="1892300" imgH="812800" progId="Equation.DSMT4">
                  <p:embed/>
                </p:oleObj>
              </mc:Choice>
              <mc:Fallback>
                <p:oleObj name="Equation" r:id="rId27" imgW="1892300" imgH="812800" progId="Equation.DSMT4">
                  <p:embed/>
                  <p:pic>
                    <p:nvPicPr>
                      <p:cNvPr id="0" name="Object 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850908" y="5098456"/>
                        <a:ext cx="3591103" cy="1542487"/>
                      </a:xfrm>
                      <a:prstGeom prst="rect">
                        <a:avLst/>
                      </a:prstGeom>
                      <a:noFill/>
                    </p:spPr>
                  </p:pic>
                </p:oleObj>
              </mc:Fallback>
            </mc:AlternateContent>
          </a:graphicData>
        </a:graphic>
      </p:graphicFrame>
    </p:spTree>
    <p:extLst>
      <p:ext uri="{BB962C8B-B14F-4D97-AF65-F5344CB8AC3E}">
        <p14:creationId xmlns:p14="http://schemas.microsoft.com/office/powerpoint/2010/main" val="3821550911"/>
      </p:ext>
    </p:extLst>
  </p:cSld>
  <p:clrMapOvr>
    <a:masterClrMapping/>
  </p:clrMapOvr>
  <p:transition advTm="18857"/>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3.1 </a:t>
            </a:r>
            <a:r>
              <a:rPr lang="zh-CN" altLang="en-US" sz="2800" b="1" dirty="0">
                <a:latin typeface="Times New Roman" pitchFamily="18" charset="0"/>
                <a:ea typeface="华文中宋" pitchFamily="2" charset="-122"/>
              </a:rPr>
              <a:t>微分运动与广义速度</a:t>
            </a:r>
          </a:p>
        </p:txBody>
      </p:sp>
      <p:sp>
        <p:nvSpPr>
          <p:cNvPr id="2" name="内容占位符 2">
            <a:extLst>
              <a:ext uri="{FF2B5EF4-FFF2-40B4-BE49-F238E27FC236}">
                <a16:creationId xmlns:a16="http://schemas.microsoft.com/office/drawing/2014/main" id="{E1365D79-1025-A907-D574-ECEDF9F633FB}"/>
              </a:ext>
            </a:extLst>
          </p:cNvPr>
          <p:cNvSpPr>
            <a:spLocks noChangeArrowheads="1"/>
          </p:cNvSpPr>
          <p:nvPr/>
        </p:nvSpPr>
        <p:spPr bwMode="auto">
          <a:xfrm>
            <a:off x="977900" y="1009650"/>
            <a:ext cx="10591800" cy="563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在微分旋转中，当         时，将它们代入旋转变换通式中，得微分旋转表达式为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r>
              <a:rPr lang="zh-CN" altLang="en-US" sz="2400" b="1" dirty="0">
                <a:latin typeface="Times New Roman" pitchFamily="18" charset="0"/>
                <a:ea typeface="微软雅黑" pitchFamily="34" charset="-122"/>
              </a:rPr>
              <a:t>从而可得相对于基坐标系的微分运动的公式为</a:t>
            </a: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微分旋转与前述的一般旋转不同，具有无序性和可加性。所谓无序性，即两次不同的微分旋转</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无论是左乘还是右乘</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结果一致。</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另外，微分旋转具有可加性，任意两个微分旋转的结果为绕每个轴转动的元素的代数和。</a:t>
            </a:r>
            <a:endParaRPr lang="en-US" altLang="zh-CN" sz="2400" b="1" dirty="0">
              <a:latin typeface="Times New Roman" pitchFamily="18" charset="0"/>
              <a:ea typeface="微软雅黑" pitchFamily="34" charset="-122"/>
            </a:endParaRPr>
          </a:p>
        </p:txBody>
      </p:sp>
      <p:sp>
        <p:nvSpPr>
          <p:cNvPr id="14" name="Rectangle 2">
            <a:extLst>
              <a:ext uri="{FF2B5EF4-FFF2-40B4-BE49-F238E27FC236}">
                <a16:creationId xmlns:a16="http://schemas.microsoft.com/office/drawing/2014/main" id="{3027B3D5-CBCE-7F8D-49DB-B71BA9513F5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a:extLst>
              <a:ext uri="{FF2B5EF4-FFF2-40B4-BE49-F238E27FC236}">
                <a16:creationId xmlns:a16="http://schemas.microsoft.com/office/drawing/2014/main" id="{BCC6E3BD-FCEE-BBCA-E1D9-90196B6DC0E5}"/>
              </a:ext>
            </a:extLst>
          </p:cNvPr>
          <p:cNvGraphicFramePr>
            <a:graphicFrameLocks noChangeAspect="1"/>
          </p:cNvGraphicFramePr>
          <p:nvPr>
            <p:extLst>
              <p:ext uri="{D42A27DB-BD31-4B8C-83A1-F6EECF244321}">
                <p14:modId xmlns:p14="http://schemas.microsoft.com/office/powerpoint/2010/main" val="4025292567"/>
              </p:ext>
            </p:extLst>
          </p:nvPr>
        </p:nvGraphicFramePr>
        <p:xfrm>
          <a:off x="4302847" y="1126093"/>
          <a:ext cx="592426" cy="304677"/>
        </p:xfrm>
        <a:graphic>
          <a:graphicData uri="http://schemas.openxmlformats.org/presentationml/2006/ole">
            <mc:AlternateContent xmlns:mc="http://schemas.openxmlformats.org/markup-compatibility/2006">
              <mc:Choice xmlns:v="urn:schemas-microsoft-com:vml" Requires="v">
                <p:oleObj name="Equation" r:id="rId3" imgW="389646" imgH="200479" progId="Equation.DSMT4">
                  <p:embed/>
                </p:oleObj>
              </mc:Choice>
              <mc:Fallback>
                <p:oleObj name="Equation" r:id="rId3" imgW="389646" imgH="200479" progId="Equation.DSMT4">
                  <p:embed/>
                  <p:pic>
                    <p:nvPicPr>
                      <p:cNvPr id="0" name=""/>
                      <p:cNvPicPr/>
                      <p:nvPr/>
                    </p:nvPicPr>
                    <p:blipFill>
                      <a:blip r:embed="rId4"/>
                      <a:stretch>
                        <a:fillRect/>
                      </a:stretch>
                    </p:blipFill>
                    <p:spPr>
                      <a:xfrm>
                        <a:off x="4302847" y="1126093"/>
                        <a:ext cx="592426" cy="304677"/>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516D3AB7-9538-C5A4-05FA-D6816AF716DB}"/>
              </a:ext>
            </a:extLst>
          </p:cNvPr>
          <p:cNvGraphicFramePr>
            <a:graphicFrameLocks noChangeAspect="1"/>
          </p:cNvGraphicFramePr>
          <p:nvPr>
            <p:extLst>
              <p:ext uri="{D42A27DB-BD31-4B8C-83A1-F6EECF244321}">
                <p14:modId xmlns:p14="http://schemas.microsoft.com/office/powerpoint/2010/main" val="215456824"/>
              </p:ext>
            </p:extLst>
          </p:nvPr>
        </p:nvGraphicFramePr>
        <p:xfrm>
          <a:off x="4429578" y="1547213"/>
          <a:ext cx="3688443" cy="1230312"/>
        </p:xfrm>
        <a:graphic>
          <a:graphicData uri="http://schemas.openxmlformats.org/presentationml/2006/ole">
            <mc:AlternateContent xmlns:mc="http://schemas.openxmlformats.org/markup-compatibility/2006">
              <mc:Choice xmlns:v="urn:schemas-microsoft-com:vml" Requires="v">
                <p:oleObj name="Equation" r:id="rId5" imgW="2346854" imgH="782446" progId="Equation.DSMT4">
                  <p:embed/>
                </p:oleObj>
              </mc:Choice>
              <mc:Fallback>
                <p:oleObj name="Equation" r:id="rId5" imgW="2346854" imgH="782446" progId="Equation.DSMT4">
                  <p:embed/>
                  <p:pic>
                    <p:nvPicPr>
                      <p:cNvPr id="0" name=""/>
                      <p:cNvPicPr/>
                      <p:nvPr/>
                    </p:nvPicPr>
                    <p:blipFill>
                      <a:blip r:embed="rId6"/>
                      <a:stretch>
                        <a:fillRect/>
                      </a:stretch>
                    </p:blipFill>
                    <p:spPr>
                      <a:xfrm>
                        <a:off x="4429578" y="1547213"/>
                        <a:ext cx="3688443" cy="1230312"/>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5AAF536D-6EF0-42E2-BAEA-8899CF8EA9F1}"/>
              </a:ext>
            </a:extLst>
          </p:cNvPr>
          <p:cNvGraphicFramePr>
            <a:graphicFrameLocks noChangeAspect="1"/>
          </p:cNvGraphicFramePr>
          <p:nvPr>
            <p:extLst>
              <p:ext uri="{D42A27DB-BD31-4B8C-83A1-F6EECF244321}">
                <p14:modId xmlns:p14="http://schemas.microsoft.com/office/powerpoint/2010/main" val="856991141"/>
              </p:ext>
            </p:extLst>
          </p:nvPr>
        </p:nvGraphicFramePr>
        <p:xfrm>
          <a:off x="4599060" y="3235703"/>
          <a:ext cx="3042640" cy="386594"/>
        </p:xfrm>
        <a:graphic>
          <a:graphicData uri="http://schemas.openxmlformats.org/presentationml/2006/ole">
            <mc:AlternateContent xmlns:mc="http://schemas.openxmlformats.org/markup-compatibility/2006">
              <mc:Choice xmlns:v="urn:schemas-microsoft-com:vml" Requires="v">
                <p:oleObj name="Equation" r:id="rId7" imgW="2024005" imgH="257450" progId="Equation.DSMT4">
                  <p:embed/>
                </p:oleObj>
              </mc:Choice>
              <mc:Fallback>
                <p:oleObj name="Equation" r:id="rId7" imgW="2024005" imgH="257450" progId="Equation.DSMT4">
                  <p:embed/>
                  <p:pic>
                    <p:nvPicPr>
                      <p:cNvPr id="0" name=""/>
                      <p:cNvPicPr/>
                      <p:nvPr/>
                    </p:nvPicPr>
                    <p:blipFill>
                      <a:blip r:embed="rId8"/>
                      <a:stretch>
                        <a:fillRect/>
                      </a:stretch>
                    </p:blipFill>
                    <p:spPr>
                      <a:xfrm>
                        <a:off x="4599060" y="3235703"/>
                        <a:ext cx="3042640" cy="386594"/>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2C8578C0-E01F-4BD9-8990-B263F261F807}"/>
              </a:ext>
            </a:extLst>
          </p:cNvPr>
          <p:cNvGraphicFramePr>
            <a:graphicFrameLocks noChangeAspect="1"/>
          </p:cNvGraphicFramePr>
          <p:nvPr>
            <p:extLst>
              <p:ext uri="{D42A27DB-BD31-4B8C-83A1-F6EECF244321}">
                <p14:modId xmlns:p14="http://schemas.microsoft.com/office/powerpoint/2010/main" val="1015189234"/>
              </p:ext>
            </p:extLst>
          </p:nvPr>
        </p:nvGraphicFramePr>
        <p:xfrm>
          <a:off x="4765020" y="3544664"/>
          <a:ext cx="2876680" cy="1287465"/>
        </p:xfrm>
        <a:graphic>
          <a:graphicData uri="http://schemas.openxmlformats.org/presentationml/2006/ole">
            <mc:AlternateContent xmlns:mc="http://schemas.openxmlformats.org/markup-compatibility/2006">
              <mc:Choice xmlns:v="urn:schemas-microsoft-com:vml" Requires="v">
                <p:oleObj name="Equation" r:id="rId9" imgW="1816100" imgH="812800" progId="Equation.DSMT4">
                  <p:embed/>
                </p:oleObj>
              </mc:Choice>
              <mc:Fallback>
                <p:oleObj name="Equation" r:id="rId9" imgW="1816100" imgH="8128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65020" y="3544664"/>
                        <a:ext cx="2876680" cy="1287465"/>
                      </a:xfrm>
                      <a:prstGeom prst="rect">
                        <a:avLst/>
                      </a:prstGeom>
                      <a:noFill/>
                    </p:spPr>
                  </p:pic>
                </p:oleObj>
              </mc:Fallback>
            </mc:AlternateContent>
          </a:graphicData>
        </a:graphic>
      </p:graphicFrame>
    </p:spTree>
    <p:extLst>
      <p:ext uri="{BB962C8B-B14F-4D97-AF65-F5344CB8AC3E}">
        <p14:creationId xmlns:p14="http://schemas.microsoft.com/office/powerpoint/2010/main" val="3196314869"/>
      </p:ext>
    </p:extLst>
  </p:cSld>
  <p:clrMapOvr>
    <a:masterClrMapping/>
  </p:clrMapOvr>
  <p:transition advTm="1885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3.1 </a:t>
            </a:r>
            <a:r>
              <a:rPr lang="zh-CN" altLang="en-US" sz="2800" b="1" dirty="0">
                <a:latin typeface="Times New Roman" pitchFamily="18" charset="0"/>
                <a:ea typeface="华文中宋" pitchFamily="2" charset="-122"/>
              </a:rPr>
              <a:t>微分运动与广义速度</a:t>
            </a:r>
          </a:p>
        </p:txBody>
      </p:sp>
      <p:sp>
        <p:nvSpPr>
          <p:cNvPr id="3" name="内容占位符 2">
            <a:extLst>
              <a:ext uri="{FF2B5EF4-FFF2-40B4-BE49-F238E27FC236}">
                <a16:creationId xmlns:a16="http://schemas.microsoft.com/office/drawing/2014/main" id="{96C3215F-CDBC-34D9-679A-C24B4DA23D45}"/>
              </a:ext>
            </a:extLst>
          </p:cNvPr>
          <p:cNvSpPr>
            <a:spLocks noChangeArrowheads="1"/>
          </p:cNvSpPr>
          <p:nvPr/>
        </p:nvSpPr>
        <p:spPr bwMode="auto">
          <a:xfrm>
            <a:off x="977900" y="1009650"/>
            <a:ext cx="10591800" cy="563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en-US" altLang="zh-CN" sz="2400" b="1" dirty="0">
                <a:latin typeface="Times New Roman" pitchFamily="18" charset="0"/>
                <a:ea typeface="微软雅黑" pitchFamily="34" charset="-122"/>
              </a:rPr>
              <a:t>3.1.3 </a:t>
            </a:r>
            <a:r>
              <a:rPr lang="zh-CN" altLang="en-US" sz="2400" b="1" dirty="0">
                <a:latin typeface="Times New Roman" pitchFamily="18" charset="0"/>
                <a:ea typeface="微软雅黑" pitchFamily="34" charset="-122"/>
              </a:rPr>
              <a:t>坐标系间的微分关系</a:t>
            </a: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在微分运动中，微分运动矢量   和广义速度也是相对于不同坐标系而言的，现在讨论两个坐标系之间的微分关系。设相对于基坐标系的微分运动为    ，相对坐标系 的微分运动为      ，则    和坐标变换     的乘积可以表示为</a:t>
            </a:r>
          </a:p>
        </p:txBody>
      </p:sp>
      <p:graphicFrame>
        <p:nvGraphicFramePr>
          <p:cNvPr id="4" name="对象 3">
            <a:extLst>
              <a:ext uri="{FF2B5EF4-FFF2-40B4-BE49-F238E27FC236}">
                <a16:creationId xmlns:a16="http://schemas.microsoft.com/office/drawing/2014/main" id="{D656D980-08D6-BF9D-3F81-49CC570136B6}"/>
              </a:ext>
            </a:extLst>
          </p:cNvPr>
          <p:cNvGraphicFramePr>
            <a:graphicFrameLocks noChangeAspect="1"/>
          </p:cNvGraphicFramePr>
          <p:nvPr>
            <p:extLst>
              <p:ext uri="{D42A27DB-BD31-4B8C-83A1-F6EECF244321}">
                <p14:modId xmlns:p14="http://schemas.microsoft.com/office/powerpoint/2010/main" val="495419572"/>
              </p:ext>
            </p:extLst>
          </p:nvPr>
        </p:nvGraphicFramePr>
        <p:xfrm>
          <a:off x="5725424" y="1559033"/>
          <a:ext cx="314433" cy="314433"/>
        </p:xfrm>
        <a:graphic>
          <a:graphicData uri="http://schemas.openxmlformats.org/presentationml/2006/ole">
            <mc:AlternateContent xmlns:mc="http://schemas.openxmlformats.org/markup-compatibility/2006">
              <mc:Choice xmlns:v="urn:schemas-microsoft-com:vml" Requires="v">
                <p:oleObj name="Equation" r:id="rId3" imgW="132875" imgH="133412" progId="Equation.DSMT4">
                  <p:embed/>
                </p:oleObj>
              </mc:Choice>
              <mc:Fallback>
                <p:oleObj name="Equation" r:id="rId3" imgW="132875" imgH="133412" progId="Equation.DSMT4">
                  <p:embed/>
                  <p:pic>
                    <p:nvPicPr>
                      <p:cNvPr id="0" name=""/>
                      <p:cNvPicPr/>
                      <p:nvPr/>
                    </p:nvPicPr>
                    <p:blipFill>
                      <a:blip r:embed="rId4"/>
                      <a:stretch>
                        <a:fillRect/>
                      </a:stretch>
                    </p:blipFill>
                    <p:spPr>
                      <a:xfrm>
                        <a:off x="5725424" y="1559033"/>
                        <a:ext cx="314433" cy="314433"/>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1F9FF321-A9AA-1A4A-73BC-7785023EF2EE}"/>
              </a:ext>
            </a:extLst>
          </p:cNvPr>
          <p:cNvGraphicFramePr>
            <a:graphicFrameLocks noChangeAspect="1"/>
          </p:cNvGraphicFramePr>
          <p:nvPr>
            <p:extLst>
              <p:ext uri="{D42A27DB-BD31-4B8C-83A1-F6EECF244321}">
                <p14:modId xmlns:p14="http://schemas.microsoft.com/office/powerpoint/2010/main" val="1123799730"/>
              </p:ext>
            </p:extLst>
          </p:nvPr>
        </p:nvGraphicFramePr>
        <p:xfrm>
          <a:off x="10541318" y="1990090"/>
          <a:ext cx="314325" cy="314325"/>
        </p:xfrm>
        <a:graphic>
          <a:graphicData uri="http://schemas.openxmlformats.org/presentationml/2006/ole">
            <mc:AlternateContent xmlns:mc="http://schemas.openxmlformats.org/markup-compatibility/2006">
              <mc:Choice xmlns:v="urn:schemas-microsoft-com:vml" Requires="v">
                <p:oleObj name="Equation" r:id="rId5" imgW="313943" imgH="313931" progId="Equation.DSMT4">
                  <p:embed/>
                </p:oleObj>
              </mc:Choice>
              <mc:Fallback>
                <p:oleObj name="Equation" r:id="rId5" imgW="313943" imgH="313931" progId="Equation.DSMT4">
                  <p:embed/>
                  <p:pic>
                    <p:nvPicPr>
                      <p:cNvPr id="0" name=""/>
                      <p:cNvPicPr/>
                      <p:nvPr/>
                    </p:nvPicPr>
                    <p:blipFill>
                      <a:blip r:embed="rId6"/>
                      <a:stretch>
                        <a:fillRect/>
                      </a:stretch>
                    </p:blipFill>
                    <p:spPr>
                      <a:xfrm>
                        <a:off x="10541318" y="1990090"/>
                        <a:ext cx="314325" cy="31432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3A3F0F03-8AA5-E991-9023-A8A726BFFA8D}"/>
              </a:ext>
            </a:extLst>
          </p:cNvPr>
          <p:cNvGraphicFramePr>
            <a:graphicFrameLocks noChangeAspect="1"/>
          </p:cNvGraphicFramePr>
          <p:nvPr>
            <p:extLst>
              <p:ext uri="{D42A27DB-BD31-4B8C-83A1-F6EECF244321}">
                <p14:modId xmlns:p14="http://schemas.microsoft.com/office/powerpoint/2010/main" val="3770151243"/>
              </p:ext>
            </p:extLst>
          </p:nvPr>
        </p:nvGraphicFramePr>
        <p:xfrm>
          <a:off x="4223096" y="2412852"/>
          <a:ext cx="438728" cy="337483"/>
        </p:xfrm>
        <a:graphic>
          <a:graphicData uri="http://schemas.openxmlformats.org/presentationml/2006/ole">
            <mc:AlternateContent xmlns:mc="http://schemas.openxmlformats.org/markup-compatibility/2006">
              <mc:Choice xmlns:v="urn:schemas-microsoft-com:vml" Requires="v">
                <p:oleObj name="Equation" r:id="rId7" imgW="247075" imgH="190744" progId="Equation.DSMT4">
                  <p:embed/>
                </p:oleObj>
              </mc:Choice>
              <mc:Fallback>
                <p:oleObj name="Equation" r:id="rId7" imgW="247075" imgH="190744" progId="Equation.DSMT4">
                  <p:embed/>
                  <p:pic>
                    <p:nvPicPr>
                      <p:cNvPr id="0" name=""/>
                      <p:cNvPicPr/>
                      <p:nvPr/>
                    </p:nvPicPr>
                    <p:blipFill>
                      <a:blip r:embed="rId8"/>
                      <a:stretch>
                        <a:fillRect/>
                      </a:stretch>
                    </p:blipFill>
                    <p:spPr>
                      <a:xfrm>
                        <a:off x="4223096" y="2412852"/>
                        <a:ext cx="438728" cy="337483"/>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C4BBE2CA-4B80-8C2B-D1E4-F6ED257C00F8}"/>
              </a:ext>
            </a:extLst>
          </p:cNvPr>
          <p:cNvGraphicFramePr>
            <a:graphicFrameLocks noChangeAspect="1"/>
          </p:cNvGraphicFramePr>
          <p:nvPr>
            <p:extLst>
              <p:ext uri="{D42A27DB-BD31-4B8C-83A1-F6EECF244321}">
                <p14:modId xmlns:p14="http://schemas.microsoft.com/office/powerpoint/2010/main" val="2229375269"/>
              </p:ext>
            </p:extLst>
          </p:nvPr>
        </p:nvGraphicFramePr>
        <p:xfrm>
          <a:off x="5299419" y="2412852"/>
          <a:ext cx="214762" cy="245441"/>
        </p:xfrm>
        <a:graphic>
          <a:graphicData uri="http://schemas.openxmlformats.org/presentationml/2006/ole">
            <mc:AlternateContent xmlns:mc="http://schemas.openxmlformats.org/markup-compatibility/2006">
              <mc:Choice xmlns:v="urn:schemas-microsoft-com:vml" Requires="v">
                <p:oleObj name="Equation" r:id="rId9" imgW="132875" imgH="152523" progId="Equation.DSMT4">
                  <p:embed/>
                </p:oleObj>
              </mc:Choice>
              <mc:Fallback>
                <p:oleObj name="Equation" r:id="rId9" imgW="132875" imgH="152523" progId="Equation.DSMT4">
                  <p:embed/>
                  <p:pic>
                    <p:nvPicPr>
                      <p:cNvPr id="0" name=""/>
                      <p:cNvPicPr/>
                      <p:nvPr/>
                    </p:nvPicPr>
                    <p:blipFill>
                      <a:blip r:embed="rId10"/>
                      <a:stretch>
                        <a:fillRect/>
                      </a:stretch>
                    </p:blipFill>
                    <p:spPr>
                      <a:xfrm>
                        <a:off x="5299419" y="2412852"/>
                        <a:ext cx="214762" cy="245441"/>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BE090892-307C-FA09-08AA-379606D70795}"/>
              </a:ext>
            </a:extLst>
          </p:cNvPr>
          <p:cNvGraphicFramePr>
            <a:graphicFrameLocks noChangeAspect="1"/>
          </p:cNvGraphicFramePr>
          <p:nvPr>
            <p:extLst>
              <p:ext uri="{D42A27DB-BD31-4B8C-83A1-F6EECF244321}">
                <p14:modId xmlns:p14="http://schemas.microsoft.com/office/powerpoint/2010/main" val="2166961982"/>
              </p:ext>
            </p:extLst>
          </p:nvPr>
        </p:nvGraphicFramePr>
        <p:xfrm>
          <a:off x="7133045" y="2386746"/>
          <a:ext cx="272237" cy="296984"/>
        </p:xfrm>
        <a:graphic>
          <a:graphicData uri="http://schemas.openxmlformats.org/presentationml/2006/ole">
            <mc:AlternateContent xmlns:mc="http://schemas.openxmlformats.org/markup-compatibility/2006">
              <mc:Choice xmlns:v="urn:schemas-microsoft-com:vml" Requires="v">
                <p:oleObj name="Equation" r:id="rId11" imgW="139680" imgH="152280" progId="Equation.DSMT4">
                  <p:embed/>
                </p:oleObj>
              </mc:Choice>
              <mc:Fallback>
                <p:oleObj name="Equation" r:id="rId11" imgW="139680" imgH="152280" progId="Equation.DSMT4">
                  <p:embed/>
                  <p:pic>
                    <p:nvPicPr>
                      <p:cNvPr id="0" name=""/>
                      <p:cNvPicPr/>
                      <p:nvPr/>
                    </p:nvPicPr>
                    <p:blipFill>
                      <a:blip r:embed="rId12"/>
                      <a:stretch>
                        <a:fillRect/>
                      </a:stretch>
                    </p:blipFill>
                    <p:spPr>
                      <a:xfrm>
                        <a:off x="7133045" y="2386746"/>
                        <a:ext cx="272237" cy="29698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6774647E-F6B4-354A-0247-FD61E6E51B2C}"/>
              </a:ext>
            </a:extLst>
          </p:cNvPr>
          <p:cNvGraphicFramePr>
            <a:graphicFrameLocks noChangeAspect="1"/>
          </p:cNvGraphicFramePr>
          <p:nvPr>
            <p:extLst>
              <p:ext uri="{D42A27DB-BD31-4B8C-83A1-F6EECF244321}">
                <p14:modId xmlns:p14="http://schemas.microsoft.com/office/powerpoint/2010/main" val="2651069917"/>
              </p:ext>
            </p:extLst>
          </p:nvPr>
        </p:nvGraphicFramePr>
        <p:xfrm>
          <a:off x="1922780" y="3105968"/>
          <a:ext cx="5210566" cy="2489070"/>
        </p:xfrm>
        <a:graphic>
          <a:graphicData uri="http://schemas.openxmlformats.org/presentationml/2006/ole">
            <mc:AlternateContent xmlns:mc="http://schemas.openxmlformats.org/markup-compatibility/2006">
              <mc:Choice xmlns:v="urn:schemas-microsoft-com:vml" Requires="v">
                <p:oleObj name="Equation" r:id="rId13" imgW="3914776" imgH="1869938" progId="Equation.DSMT4">
                  <p:embed/>
                </p:oleObj>
              </mc:Choice>
              <mc:Fallback>
                <p:oleObj name="Equation" r:id="rId13" imgW="3914776" imgH="1869938" progId="Equation.DSMT4">
                  <p:embed/>
                  <p:pic>
                    <p:nvPicPr>
                      <p:cNvPr id="0" name=""/>
                      <p:cNvPicPr/>
                      <p:nvPr/>
                    </p:nvPicPr>
                    <p:blipFill>
                      <a:blip r:embed="rId14"/>
                      <a:stretch>
                        <a:fillRect/>
                      </a:stretch>
                    </p:blipFill>
                    <p:spPr>
                      <a:xfrm>
                        <a:off x="1922780" y="3105968"/>
                        <a:ext cx="5210566" cy="248907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2980E703-BB3C-FFA7-A5B3-A192FBAE421C}"/>
              </a:ext>
            </a:extLst>
          </p:cNvPr>
          <p:cNvGraphicFramePr>
            <a:graphicFrameLocks noChangeAspect="1"/>
          </p:cNvGraphicFramePr>
          <p:nvPr>
            <p:extLst>
              <p:ext uri="{D42A27DB-BD31-4B8C-83A1-F6EECF244321}">
                <p14:modId xmlns:p14="http://schemas.microsoft.com/office/powerpoint/2010/main" val="4092585207"/>
              </p:ext>
            </p:extLst>
          </p:nvPr>
        </p:nvGraphicFramePr>
        <p:xfrm>
          <a:off x="7318583" y="4426703"/>
          <a:ext cx="3376515" cy="1041690"/>
        </p:xfrm>
        <a:graphic>
          <a:graphicData uri="http://schemas.openxmlformats.org/presentationml/2006/ole">
            <mc:AlternateContent xmlns:mc="http://schemas.openxmlformats.org/markup-compatibility/2006">
              <mc:Choice xmlns:v="urn:schemas-microsoft-com:vml" Requires="v">
                <p:oleObj name="Equation" r:id="rId15" imgW="2536829" imgH="782446" progId="Equation.DSMT4">
                  <p:embed/>
                </p:oleObj>
              </mc:Choice>
              <mc:Fallback>
                <p:oleObj name="Equation" r:id="rId15" imgW="2536829" imgH="782446" progId="Equation.DSMT4">
                  <p:embed/>
                  <p:pic>
                    <p:nvPicPr>
                      <p:cNvPr id="0" name=""/>
                      <p:cNvPicPr/>
                      <p:nvPr/>
                    </p:nvPicPr>
                    <p:blipFill>
                      <a:blip r:embed="rId16"/>
                      <a:stretch>
                        <a:fillRect/>
                      </a:stretch>
                    </p:blipFill>
                    <p:spPr>
                      <a:xfrm>
                        <a:off x="7318583" y="4426703"/>
                        <a:ext cx="3376515" cy="1041690"/>
                      </a:xfrm>
                      <a:prstGeom prst="rect">
                        <a:avLst/>
                      </a:prstGeom>
                    </p:spPr>
                  </p:pic>
                </p:oleObj>
              </mc:Fallback>
            </mc:AlternateContent>
          </a:graphicData>
        </a:graphic>
      </p:graphicFrame>
    </p:spTree>
    <p:extLst>
      <p:ext uri="{BB962C8B-B14F-4D97-AF65-F5344CB8AC3E}">
        <p14:creationId xmlns:p14="http://schemas.microsoft.com/office/powerpoint/2010/main" val="2030523884"/>
      </p:ext>
    </p:extLst>
  </p:cSld>
  <p:clrMapOvr>
    <a:masterClrMapping/>
  </p:clrMapOvr>
  <p:transition advTm="18857"/>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3.1 </a:t>
            </a:r>
            <a:r>
              <a:rPr lang="zh-CN" altLang="en-US" sz="2800" b="1" dirty="0">
                <a:latin typeface="Times New Roman" pitchFamily="18" charset="0"/>
                <a:ea typeface="华文中宋" pitchFamily="2" charset="-122"/>
              </a:rPr>
              <a:t>微分运动与广义速度</a:t>
            </a:r>
          </a:p>
        </p:txBody>
      </p:sp>
      <p:sp>
        <p:nvSpPr>
          <p:cNvPr id="2" name="内容占位符 2">
            <a:extLst>
              <a:ext uri="{FF2B5EF4-FFF2-40B4-BE49-F238E27FC236}">
                <a16:creationId xmlns:a16="http://schemas.microsoft.com/office/drawing/2014/main" id="{026ECD31-8BCE-C966-A497-DB17708B83B0}"/>
              </a:ext>
            </a:extLst>
          </p:cNvPr>
          <p:cNvSpPr>
            <a:spLocks noChangeArrowheads="1"/>
          </p:cNvSpPr>
          <p:nvPr/>
        </p:nvSpPr>
        <p:spPr bwMode="auto">
          <a:xfrm>
            <a:off x="977900" y="1743743"/>
            <a:ext cx="10591800" cy="4129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经过化简可以得到任意两坐标系      和       之间广义速度的坐标变换为</a:t>
            </a:r>
          </a:p>
        </p:txBody>
      </p:sp>
      <p:graphicFrame>
        <p:nvGraphicFramePr>
          <p:cNvPr id="3" name="对象 2">
            <a:extLst>
              <a:ext uri="{FF2B5EF4-FFF2-40B4-BE49-F238E27FC236}">
                <a16:creationId xmlns:a16="http://schemas.microsoft.com/office/drawing/2014/main" id="{CBA928C6-91EF-C85A-465F-E71A498EDFE0}"/>
              </a:ext>
            </a:extLst>
          </p:cNvPr>
          <p:cNvGraphicFramePr>
            <a:graphicFrameLocks noChangeAspect="1"/>
          </p:cNvGraphicFramePr>
          <p:nvPr>
            <p:extLst>
              <p:ext uri="{D42A27DB-BD31-4B8C-83A1-F6EECF244321}">
                <p14:modId xmlns:p14="http://schemas.microsoft.com/office/powerpoint/2010/main" val="464582905"/>
              </p:ext>
            </p:extLst>
          </p:nvPr>
        </p:nvGraphicFramePr>
        <p:xfrm>
          <a:off x="6072031" y="1825118"/>
          <a:ext cx="445477" cy="371231"/>
        </p:xfrm>
        <a:graphic>
          <a:graphicData uri="http://schemas.openxmlformats.org/presentationml/2006/ole">
            <mc:AlternateContent xmlns:mc="http://schemas.openxmlformats.org/markup-compatibility/2006">
              <mc:Choice xmlns:v="urn:schemas-microsoft-com:vml" Requires="v">
                <p:oleObj name="Equation" r:id="rId3" imgW="228042" imgH="190744" progId="Equation.DSMT4">
                  <p:embed/>
                </p:oleObj>
              </mc:Choice>
              <mc:Fallback>
                <p:oleObj name="Equation" r:id="rId3" imgW="228042" imgH="190744" progId="Equation.DSMT4">
                  <p:embed/>
                  <p:pic>
                    <p:nvPicPr>
                      <p:cNvPr id="0" name=""/>
                      <p:cNvPicPr/>
                      <p:nvPr/>
                    </p:nvPicPr>
                    <p:blipFill>
                      <a:blip r:embed="rId4"/>
                      <a:stretch>
                        <a:fillRect/>
                      </a:stretch>
                    </p:blipFill>
                    <p:spPr>
                      <a:xfrm>
                        <a:off x="6072031" y="1825118"/>
                        <a:ext cx="445477" cy="371231"/>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00DFB520-4C4C-C031-D1A2-54EA3BAF4A21}"/>
              </a:ext>
            </a:extLst>
          </p:cNvPr>
          <p:cNvGraphicFramePr>
            <a:graphicFrameLocks noChangeAspect="1"/>
          </p:cNvGraphicFramePr>
          <p:nvPr>
            <p:extLst>
              <p:ext uri="{D42A27DB-BD31-4B8C-83A1-F6EECF244321}">
                <p14:modId xmlns:p14="http://schemas.microsoft.com/office/powerpoint/2010/main" val="3506370434"/>
              </p:ext>
            </p:extLst>
          </p:nvPr>
        </p:nvGraphicFramePr>
        <p:xfrm>
          <a:off x="6903572" y="1825118"/>
          <a:ext cx="445477" cy="371231"/>
        </p:xfrm>
        <a:graphic>
          <a:graphicData uri="http://schemas.openxmlformats.org/presentationml/2006/ole">
            <mc:AlternateContent xmlns:mc="http://schemas.openxmlformats.org/markup-compatibility/2006">
              <mc:Choice xmlns:v="urn:schemas-microsoft-com:vml" Requires="v">
                <p:oleObj name="Equation" r:id="rId5" imgW="228042" imgH="190744" progId="Equation.DSMT4">
                  <p:embed/>
                </p:oleObj>
              </mc:Choice>
              <mc:Fallback>
                <p:oleObj name="Equation" r:id="rId5" imgW="228042" imgH="190744" progId="Equation.DSMT4">
                  <p:embed/>
                  <p:pic>
                    <p:nvPicPr>
                      <p:cNvPr id="0" name=""/>
                      <p:cNvPicPr/>
                      <p:nvPr/>
                    </p:nvPicPr>
                    <p:blipFill>
                      <a:blip r:embed="rId6"/>
                      <a:stretch>
                        <a:fillRect/>
                      </a:stretch>
                    </p:blipFill>
                    <p:spPr>
                      <a:xfrm>
                        <a:off x="6903572" y="1825118"/>
                        <a:ext cx="445477" cy="371231"/>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E1B89343-4EAF-DB88-1055-5ADAC16ECCA9}"/>
              </a:ext>
            </a:extLst>
          </p:cNvPr>
          <p:cNvGraphicFramePr>
            <a:graphicFrameLocks noChangeAspect="1"/>
          </p:cNvGraphicFramePr>
          <p:nvPr>
            <p:extLst>
              <p:ext uri="{D42A27DB-BD31-4B8C-83A1-F6EECF244321}">
                <p14:modId xmlns:p14="http://schemas.microsoft.com/office/powerpoint/2010/main" val="1498919371"/>
              </p:ext>
            </p:extLst>
          </p:nvPr>
        </p:nvGraphicFramePr>
        <p:xfrm>
          <a:off x="4215852" y="2990463"/>
          <a:ext cx="3758709" cy="875487"/>
        </p:xfrm>
        <a:graphic>
          <a:graphicData uri="http://schemas.openxmlformats.org/presentationml/2006/ole">
            <mc:AlternateContent xmlns:mc="http://schemas.openxmlformats.org/markup-compatibility/2006">
              <mc:Choice xmlns:v="urn:schemas-microsoft-com:vml" Requires="v">
                <p:oleObj name="Equation" r:id="rId7" imgW="1928838" imgH="448554" progId="Equation.DSMT4">
                  <p:embed/>
                </p:oleObj>
              </mc:Choice>
              <mc:Fallback>
                <p:oleObj name="Equation" r:id="rId7" imgW="1928838" imgH="448554" progId="Equation.DSMT4">
                  <p:embed/>
                  <p:pic>
                    <p:nvPicPr>
                      <p:cNvPr id="0" name=""/>
                      <p:cNvPicPr/>
                      <p:nvPr/>
                    </p:nvPicPr>
                    <p:blipFill>
                      <a:blip r:embed="rId8"/>
                      <a:stretch>
                        <a:fillRect/>
                      </a:stretch>
                    </p:blipFill>
                    <p:spPr>
                      <a:xfrm>
                        <a:off x="4215852" y="2990463"/>
                        <a:ext cx="3758709" cy="875487"/>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B1A2D51B-D9F5-5DF8-7A51-FA06EA86FF59}"/>
              </a:ext>
            </a:extLst>
          </p:cNvPr>
          <p:cNvGraphicFramePr>
            <a:graphicFrameLocks noChangeAspect="1"/>
          </p:cNvGraphicFramePr>
          <p:nvPr>
            <p:extLst>
              <p:ext uri="{D42A27DB-BD31-4B8C-83A1-F6EECF244321}">
                <p14:modId xmlns:p14="http://schemas.microsoft.com/office/powerpoint/2010/main" val="2447194593"/>
              </p:ext>
            </p:extLst>
          </p:nvPr>
        </p:nvGraphicFramePr>
        <p:xfrm>
          <a:off x="4268506" y="4301248"/>
          <a:ext cx="3777271" cy="875487"/>
        </p:xfrm>
        <a:graphic>
          <a:graphicData uri="http://schemas.openxmlformats.org/presentationml/2006/ole">
            <mc:AlternateContent xmlns:mc="http://schemas.openxmlformats.org/markup-compatibility/2006">
              <mc:Choice xmlns:v="urn:schemas-microsoft-com:vml" Requires="v">
                <p:oleObj name="Equation" r:id="rId9" imgW="1938534" imgH="448554" progId="Equation.DSMT4">
                  <p:embed/>
                </p:oleObj>
              </mc:Choice>
              <mc:Fallback>
                <p:oleObj name="Equation" r:id="rId9" imgW="1938534" imgH="448554" progId="Equation.DSMT4">
                  <p:embed/>
                  <p:pic>
                    <p:nvPicPr>
                      <p:cNvPr id="0" name=""/>
                      <p:cNvPicPr/>
                      <p:nvPr/>
                    </p:nvPicPr>
                    <p:blipFill>
                      <a:blip r:embed="rId10"/>
                      <a:stretch>
                        <a:fillRect/>
                      </a:stretch>
                    </p:blipFill>
                    <p:spPr>
                      <a:xfrm>
                        <a:off x="4268506" y="4301248"/>
                        <a:ext cx="3777271" cy="875487"/>
                      </a:xfrm>
                      <a:prstGeom prst="rect">
                        <a:avLst/>
                      </a:prstGeom>
                    </p:spPr>
                  </p:pic>
                </p:oleObj>
              </mc:Fallback>
            </mc:AlternateContent>
          </a:graphicData>
        </a:graphic>
      </p:graphicFrame>
    </p:spTree>
    <p:extLst>
      <p:ext uri="{BB962C8B-B14F-4D97-AF65-F5344CB8AC3E}">
        <p14:creationId xmlns:p14="http://schemas.microsoft.com/office/powerpoint/2010/main" val="4088447285"/>
      </p:ext>
    </p:extLst>
  </p:cSld>
  <p:clrMapOvr>
    <a:masterClrMapping/>
  </p:clrMapOvr>
  <p:transition advTm="18857"/>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3.2 </a:t>
            </a:r>
            <a:r>
              <a:rPr lang="zh-CN" altLang="en-US" sz="2800" b="1" dirty="0">
                <a:latin typeface="Times New Roman" pitchFamily="18" charset="0"/>
                <a:ea typeface="华文中宋" pitchFamily="2" charset="-122"/>
              </a:rPr>
              <a:t>雅可比矩阵</a:t>
            </a:r>
          </a:p>
        </p:txBody>
      </p:sp>
      <p:sp>
        <p:nvSpPr>
          <p:cNvPr id="3" name="内容占位符 2">
            <a:extLst>
              <a:ext uri="{FF2B5EF4-FFF2-40B4-BE49-F238E27FC236}">
                <a16:creationId xmlns:a16="http://schemas.microsoft.com/office/drawing/2014/main" id="{46B529A4-9CC7-0EE3-306E-C8CC227A9CA3}"/>
              </a:ext>
            </a:extLst>
          </p:cNvPr>
          <p:cNvSpPr>
            <a:spLocks noChangeArrowheads="1"/>
          </p:cNvSpPr>
          <p:nvPr/>
        </p:nvSpPr>
        <p:spPr bwMode="auto">
          <a:xfrm>
            <a:off x="800100" y="1125557"/>
            <a:ext cx="10591800" cy="4129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两空间之间速度的线性映射关系可表示为雅可比矩阵</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简称雅可比</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。它可以看成从关节空间到操作空间</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笛卡儿空间</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运动速度的传动比，同时也可用来表示</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空间之间力的传递关系。首先来看一个</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自由度的平面机械手，如图</a:t>
            </a:r>
            <a:r>
              <a:rPr lang="en-US" altLang="zh-CN" sz="2400" b="1" dirty="0">
                <a:latin typeface="Times New Roman" pitchFamily="18" charset="0"/>
                <a:ea typeface="微软雅黑" pitchFamily="34" charset="-122"/>
              </a:rPr>
              <a:t>3.1</a:t>
            </a:r>
            <a:r>
              <a:rPr lang="zh-CN" altLang="en-US" sz="2400" b="1" dirty="0">
                <a:latin typeface="Times New Roman" pitchFamily="18" charset="0"/>
                <a:ea typeface="微软雅黑" pitchFamily="34" charset="-122"/>
              </a:rPr>
              <a:t>所示。</a:t>
            </a:r>
          </a:p>
        </p:txBody>
      </p:sp>
      <p:pic>
        <p:nvPicPr>
          <p:cNvPr id="3074" name="Picture 2">
            <a:extLst>
              <a:ext uri="{FF2B5EF4-FFF2-40B4-BE49-F238E27FC236}">
                <a16:creationId xmlns:a16="http://schemas.microsoft.com/office/drawing/2014/main" id="{45CDF3C0-162C-F843-7C49-40D11D2F13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5678" y="2820737"/>
            <a:ext cx="3260643" cy="269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DB7D939E-12BF-69FD-E31A-BC2F15366995}"/>
              </a:ext>
            </a:extLst>
          </p:cNvPr>
          <p:cNvSpPr txBox="1"/>
          <p:nvPr/>
        </p:nvSpPr>
        <p:spPr>
          <a:xfrm>
            <a:off x="2781837" y="5732443"/>
            <a:ext cx="6130342"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3.1  2</a:t>
            </a:r>
            <a:r>
              <a:rPr lang="zh-CN" altLang="zh-CN" sz="1800" kern="1000" dirty="0">
                <a:effectLst/>
                <a:latin typeface="Times New Roman" panose="02020603050405020304" pitchFamily="18" charset="0"/>
                <a:ea typeface="宋体" panose="02010600030101010101" pitchFamily="2" charset="-122"/>
              </a:rPr>
              <a:t>自由度的平面机械手示意图</a:t>
            </a:r>
          </a:p>
        </p:txBody>
      </p:sp>
    </p:spTree>
    <p:extLst>
      <p:ext uri="{BB962C8B-B14F-4D97-AF65-F5344CB8AC3E}">
        <p14:creationId xmlns:p14="http://schemas.microsoft.com/office/powerpoint/2010/main" val="1522959816"/>
      </p:ext>
    </p:extLst>
  </p:cSld>
  <p:clrMapOvr>
    <a:masterClrMapping/>
  </p:clrMapOvr>
  <p:transition advTm="18857"/>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3.2 </a:t>
            </a:r>
            <a:r>
              <a:rPr lang="zh-CN" altLang="en-US" sz="2800" b="1" dirty="0">
                <a:latin typeface="Times New Roman" pitchFamily="18" charset="0"/>
                <a:ea typeface="华文中宋" pitchFamily="2" charset="-122"/>
              </a:rPr>
              <a:t>雅可比矩阵</a:t>
            </a:r>
          </a:p>
        </p:txBody>
      </p:sp>
      <p:sp>
        <p:nvSpPr>
          <p:cNvPr id="2" name="内容占位符 2">
            <a:extLst>
              <a:ext uri="{FF2B5EF4-FFF2-40B4-BE49-F238E27FC236}">
                <a16:creationId xmlns:a16="http://schemas.microsoft.com/office/drawing/2014/main" id="{7FC9CFAE-EC66-87F8-F5BD-4F3E2B7DD10E}"/>
              </a:ext>
            </a:extLst>
          </p:cNvPr>
          <p:cNvSpPr>
            <a:spLocks noChangeArrowheads="1"/>
          </p:cNvSpPr>
          <p:nvPr/>
        </p:nvSpPr>
        <p:spPr bwMode="auto">
          <a:xfrm>
            <a:off x="800100" y="1125557"/>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基于前面讲述的机器人运动学建模方法，容易求得图</a:t>
            </a:r>
            <a:r>
              <a:rPr lang="en-US" altLang="zh-CN" sz="2400" b="1" dirty="0">
                <a:latin typeface="Times New Roman" pitchFamily="18" charset="0"/>
                <a:ea typeface="微软雅黑" pitchFamily="34" charset="-122"/>
              </a:rPr>
              <a:t>3.1</a:t>
            </a:r>
            <a:r>
              <a:rPr lang="zh-CN" altLang="en-US" sz="2400" b="1" dirty="0">
                <a:latin typeface="Times New Roman" pitchFamily="18" charset="0"/>
                <a:ea typeface="微软雅黑" pitchFamily="34" charset="-122"/>
              </a:rPr>
              <a:t>所示的平面机械手末端手爪相对于基坐标系的位置关系为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r>
              <a:rPr lang="zh-CN" altLang="en-US" sz="2400" b="1" dirty="0">
                <a:latin typeface="Times New Roman" pitchFamily="18" charset="0"/>
                <a:ea typeface="微软雅黑" pitchFamily="34" charset="-122"/>
              </a:rPr>
              <a:t>将其微分得</a:t>
            </a: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r>
              <a:rPr lang="zh-CN" altLang="en-US" sz="2400" b="1" dirty="0">
                <a:latin typeface="Times New Roman" pitchFamily="18" charset="0"/>
                <a:ea typeface="微软雅黑" pitchFamily="34" charset="-122"/>
              </a:rPr>
              <a:t>式中，   称为机械手的雅可比矩阵，它由函数    、  的偏微分组成，反映了关节微小位移      与手爪微小运动      之间的关系。</a:t>
            </a:r>
            <a:endParaRPr lang="en-US" altLang="zh-CN" sz="2400" b="1" dirty="0">
              <a:latin typeface="Times New Roman" pitchFamily="18" charset="0"/>
              <a:ea typeface="微软雅黑" pitchFamily="34" charset="-122"/>
            </a:endParaRPr>
          </a:p>
        </p:txBody>
      </p:sp>
      <p:sp>
        <p:nvSpPr>
          <p:cNvPr id="3" name="Rectangle 2">
            <a:extLst>
              <a:ext uri="{FF2B5EF4-FFF2-40B4-BE49-F238E27FC236}">
                <a16:creationId xmlns:a16="http://schemas.microsoft.com/office/drawing/2014/main" id="{B18060C9-5356-8F32-58E0-C0ED5AB5879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2E72EA38-1005-348C-03FB-5F8E5B237ADB}"/>
              </a:ext>
            </a:extLst>
          </p:cNvPr>
          <p:cNvGraphicFramePr>
            <a:graphicFrameLocks noChangeAspect="1"/>
          </p:cNvGraphicFramePr>
          <p:nvPr>
            <p:extLst>
              <p:ext uri="{D42A27DB-BD31-4B8C-83A1-F6EECF244321}">
                <p14:modId xmlns:p14="http://schemas.microsoft.com/office/powerpoint/2010/main" val="3463963195"/>
              </p:ext>
            </p:extLst>
          </p:nvPr>
        </p:nvGraphicFramePr>
        <p:xfrm>
          <a:off x="5266919" y="2080757"/>
          <a:ext cx="1658163" cy="816706"/>
        </p:xfrm>
        <a:graphic>
          <a:graphicData uri="http://schemas.openxmlformats.org/presentationml/2006/ole">
            <mc:AlternateContent xmlns:mc="http://schemas.openxmlformats.org/markup-compatibility/2006">
              <mc:Choice xmlns:v="urn:schemas-microsoft-com:vml" Requires="v">
                <p:oleObj name="Equation" r:id="rId3" imgW="850531" imgH="418918" progId="Equation.DSMT4">
                  <p:embed/>
                </p:oleObj>
              </mc:Choice>
              <mc:Fallback>
                <p:oleObj name="Equation" r:id="rId3" imgW="850531" imgH="418918"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6919" y="2080757"/>
                        <a:ext cx="1658163" cy="8167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a:extLst>
              <a:ext uri="{FF2B5EF4-FFF2-40B4-BE49-F238E27FC236}">
                <a16:creationId xmlns:a16="http://schemas.microsoft.com/office/drawing/2014/main" id="{A4C97259-F98E-3B53-BADA-C97D23D1F6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988E5B18-C290-DDFA-BDD7-E27F7D4DA71C}"/>
              </a:ext>
            </a:extLst>
          </p:cNvPr>
          <p:cNvGraphicFramePr>
            <a:graphicFrameLocks noChangeAspect="1"/>
          </p:cNvGraphicFramePr>
          <p:nvPr>
            <p:extLst>
              <p:ext uri="{D42A27DB-BD31-4B8C-83A1-F6EECF244321}">
                <p14:modId xmlns:p14="http://schemas.microsoft.com/office/powerpoint/2010/main" val="391368302"/>
              </p:ext>
            </p:extLst>
          </p:nvPr>
        </p:nvGraphicFramePr>
        <p:xfrm>
          <a:off x="4914811" y="3032916"/>
          <a:ext cx="2362378" cy="1417426"/>
        </p:xfrm>
        <a:graphic>
          <a:graphicData uri="http://schemas.openxmlformats.org/presentationml/2006/ole">
            <mc:AlternateContent xmlns:mc="http://schemas.openxmlformats.org/markup-compatibility/2006">
              <mc:Choice xmlns:v="urn:schemas-microsoft-com:vml" Requires="v">
                <p:oleObj name="Equation" r:id="rId5" imgW="1333500" imgH="800100" progId="Equation.DSMT4">
                  <p:embed/>
                </p:oleObj>
              </mc:Choice>
              <mc:Fallback>
                <p:oleObj name="Equation" r:id="rId5" imgW="1333500" imgH="8001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4811" y="3032916"/>
                        <a:ext cx="2362378" cy="14174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6">
            <a:extLst>
              <a:ext uri="{FF2B5EF4-FFF2-40B4-BE49-F238E27FC236}">
                <a16:creationId xmlns:a16="http://schemas.microsoft.com/office/drawing/2014/main" id="{287D21AB-22AF-CCCE-853B-2C2C7AE6A3F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a:extLst>
              <a:ext uri="{FF2B5EF4-FFF2-40B4-BE49-F238E27FC236}">
                <a16:creationId xmlns:a16="http://schemas.microsoft.com/office/drawing/2014/main" id="{A6AB4319-904E-BB14-F31E-47F15D344EBC}"/>
              </a:ext>
            </a:extLst>
          </p:cNvPr>
          <p:cNvGraphicFramePr>
            <a:graphicFrameLocks noChangeAspect="1"/>
          </p:cNvGraphicFramePr>
          <p:nvPr>
            <p:extLst>
              <p:ext uri="{D42A27DB-BD31-4B8C-83A1-F6EECF244321}">
                <p14:modId xmlns:p14="http://schemas.microsoft.com/office/powerpoint/2010/main" val="2993827105"/>
              </p:ext>
            </p:extLst>
          </p:nvPr>
        </p:nvGraphicFramePr>
        <p:xfrm>
          <a:off x="4408588" y="4433592"/>
          <a:ext cx="3374824" cy="742460"/>
        </p:xfrm>
        <a:graphic>
          <a:graphicData uri="http://schemas.openxmlformats.org/presentationml/2006/ole">
            <mc:AlternateContent xmlns:mc="http://schemas.openxmlformats.org/markup-compatibility/2006">
              <mc:Choice xmlns:v="urn:schemas-microsoft-com:vml" Requires="v">
                <p:oleObj name="Equation" r:id="rId7" imgW="1905000" imgH="419100" progId="Equation.DSMT4">
                  <p:embed/>
                </p:oleObj>
              </mc:Choice>
              <mc:Fallback>
                <p:oleObj name="Equation" r:id="rId7" imgW="1905000" imgH="4191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8588" y="4433592"/>
                        <a:ext cx="3374824" cy="7424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8">
            <a:extLst>
              <a:ext uri="{FF2B5EF4-FFF2-40B4-BE49-F238E27FC236}">
                <a16:creationId xmlns:a16="http://schemas.microsoft.com/office/drawing/2014/main" id="{AC6D05F0-1061-55E0-7B41-4A15CFC90F1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a:extLst>
              <a:ext uri="{FF2B5EF4-FFF2-40B4-BE49-F238E27FC236}">
                <a16:creationId xmlns:a16="http://schemas.microsoft.com/office/drawing/2014/main" id="{2B573D6C-2D94-81DC-43A0-CCC7B802C78C}"/>
              </a:ext>
            </a:extLst>
          </p:cNvPr>
          <p:cNvGraphicFramePr>
            <a:graphicFrameLocks noChangeAspect="1"/>
          </p:cNvGraphicFramePr>
          <p:nvPr>
            <p:extLst>
              <p:ext uri="{D42A27DB-BD31-4B8C-83A1-F6EECF244321}">
                <p14:modId xmlns:p14="http://schemas.microsoft.com/office/powerpoint/2010/main" val="1694080834"/>
              </p:ext>
            </p:extLst>
          </p:nvPr>
        </p:nvGraphicFramePr>
        <p:xfrm>
          <a:off x="5563902" y="5279966"/>
          <a:ext cx="1064195" cy="321734"/>
        </p:xfrm>
        <a:graphic>
          <a:graphicData uri="http://schemas.openxmlformats.org/presentationml/2006/ole">
            <mc:AlternateContent xmlns:mc="http://schemas.openxmlformats.org/markup-compatibility/2006">
              <mc:Choice xmlns:v="urn:schemas-microsoft-com:vml" Requires="v">
                <p:oleObj name="Equation" r:id="rId9" imgW="545626" imgH="164957" progId="Equation.DSMT4">
                  <p:embed/>
                </p:oleObj>
              </mc:Choice>
              <mc:Fallback>
                <p:oleObj name="Equation" r:id="rId9" imgW="545626" imgH="164957"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3902" y="5279966"/>
                        <a:ext cx="1064195" cy="3217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a:extLst>
              <a:ext uri="{FF2B5EF4-FFF2-40B4-BE49-F238E27FC236}">
                <a16:creationId xmlns:a16="http://schemas.microsoft.com/office/drawing/2014/main" id="{8408C952-6BD6-050F-C456-8E64A2018AC3}"/>
              </a:ext>
            </a:extLst>
          </p:cNvPr>
          <p:cNvGraphicFramePr>
            <a:graphicFrameLocks noChangeAspect="1"/>
          </p:cNvGraphicFramePr>
          <p:nvPr>
            <p:extLst>
              <p:ext uri="{D42A27DB-BD31-4B8C-83A1-F6EECF244321}">
                <p14:modId xmlns:p14="http://schemas.microsoft.com/office/powerpoint/2010/main" val="1397730909"/>
              </p:ext>
            </p:extLst>
          </p:nvPr>
        </p:nvGraphicFramePr>
        <p:xfrm>
          <a:off x="1728806" y="5875608"/>
          <a:ext cx="285848" cy="347102"/>
        </p:xfrm>
        <a:graphic>
          <a:graphicData uri="http://schemas.openxmlformats.org/presentationml/2006/ole">
            <mc:AlternateContent xmlns:mc="http://schemas.openxmlformats.org/markup-compatibility/2006">
              <mc:Choice xmlns:v="urn:schemas-microsoft-com:vml" Requires="v">
                <p:oleObj name="Equation" r:id="rId11" imgW="132875" imgH="162258" progId="Equation.DSMT4">
                  <p:embed/>
                </p:oleObj>
              </mc:Choice>
              <mc:Fallback>
                <p:oleObj name="Equation" r:id="rId11" imgW="132875" imgH="162258" progId="Equation.DSMT4">
                  <p:embed/>
                  <p:pic>
                    <p:nvPicPr>
                      <p:cNvPr id="0" name=""/>
                      <p:cNvPicPr/>
                      <p:nvPr/>
                    </p:nvPicPr>
                    <p:blipFill>
                      <a:blip r:embed="rId12"/>
                      <a:stretch>
                        <a:fillRect/>
                      </a:stretch>
                    </p:blipFill>
                    <p:spPr>
                      <a:xfrm>
                        <a:off x="1728806" y="5875608"/>
                        <a:ext cx="285848" cy="347102"/>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62EC0D3E-6352-E0FE-6CA4-08F87257AD56}"/>
              </a:ext>
            </a:extLst>
          </p:cNvPr>
          <p:cNvGraphicFramePr>
            <a:graphicFrameLocks noChangeAspect="1"/>
          </p:cNvGraphicFramePr>
          <p:nvPr>
            <p:extLst>
              <p:ext uri="{D42A27DB-BD31-4B8C-83A1-F6EECF244321}">
                <p14:modId xmlns:p14="http://schemas.microsoft.com/office/powerpoint/2010/main" val="3035789436"/>
              </p:ext>
            </p:extLst>
          </p:nvPr>
        </p:nvGraphicFramePr>
        <p:xfrm>
          <a:off x="6911606" y="5908654"/>
          <a:ext cx="296464" cy="345876"/>
        </p:xfrm>
        <a:graphic>
          <a:graphicData uri="http://schemas.openxmlformats.org/presentationml/2006/ole">
            <mc:AlternateContent xmlns:mc="http://schemas.openxmlformats.org/markup-compatibility/2006">
              <mc:Choice xmlns:v="urn:schemas-microsoft-com:vml" Requires="v">
                <p:oleObj name="Equation" r:id="rId13" imgW="114200" imgH="133412" progId="Equation.DSMT4">
                  <p:embed/>
                </p:oleObj>
              </mc:Choice>
              <mc:Fallback>
                <p:oleObj name="Equation" r:id="rId13" imgW="114200" imgH="133412" progId="Equation.DSMT4">
                  <p:embed/>
                  <p:pic>
                    <p:nvPicPr>
                      <p:cNvPr id="0" name=""/>
                      <p:cNvPicPr/>
                      <p:nvPr/>
                    </p:nvPicPr>
                    <p:blipFill>
                      <a:blip r:embed="rId14"/>
                      <a:stretch>
                        <a:fillRect/>
                      </a:stretch>
                    </p:blipFill>
                    <p:spPr>
                      <a:xfrm>
                        <a:off x="6911606" y="5908654"/>
                        <a:ext cx="296464" cy="345876"/>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9F1A9F15-CFCE-2AFF-9FFC-FDD333230FB6}"/>
              </a:ext>
            </a:extLst>
          </p:cNvPr>
          <p:cNvGraphicFramePr>
            <a:graphicFrameLocks noChangeAspect="1"/>
          </p:cNvGraphicFramePr>
          <p:nvPr>
            <p:extLst>
              <p:ext uri="{D42A27DB-BD31-4B8C-83A1-F6EECF244321}">
                <p14:modId xmlns:p14="http://schemas.microsoft.com/office/powerpoint/2010/main" val="2585272885"/>
              </p:ext>
            </p:extLst>
          </p:nvPr>
        </p:nvGraphicFramePr>
        <p:xfrm>
          <a:off x="7320118" y="5889038"/>
          <a:ext cx="314433" cy="359350"/>
        </p:xfrm>
        <a:graphic>
          <a:graphicData uri="http://schemas.openxmlformats.org/presentationml/2006/ole">
            <mc:AlternateContent xmlns:mc="http://schemas.openxmlformats.org/markup-compatibility/2006">
              <mc:Choice xmlns:v="urn:schemas-microsoft-com:vml" Requires="v">
                <p:oleObj name="Equation" r:id="rId15" imgW="132875" imgH="152523" progId="Equation.DSMT4">
                  <p:embed/>
                </p:oleObj>
              </mc:Choice>
              <mc:Fallback>
                <p:oleObj name="Equation" r:id="rId15" imgW="132875" imgH="152523" progId="Equation.DSMT4">
                  <p:embed/>
                  <p:pic>
                    <p:nvPicPr>
                      <p:cNvPr id="0" name=""/>
                      <p:cNvPicPr/>
                      <p:nvPr/>
                    </p:nvPicPr>
                    <p:blipFill>
                      <a:blip r:embed="rId16"/>
                      <a:stretch>
                        <a:fillRect/>
                      </a:stretch>
                    </p:blipFill>
                    <p:spPr>
                      <a:xfrm>
                        <a:off x="7320118" y="5889038"/>
                        <a:ext cx="314433" cy="359350"/>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FF39CF42-3A44-F406-A80D-E0AB37C0F95A}"/>
              </a:ext>
            </a:extLst>
          </p:cNvPr>
          <p:cNvGraphicFramePr>
            <a:graphicFrameLocks noChangeAspect="1"/>
          </p:cNvGraphicFramePr>
          <p:nvPr>
            <p:extLst>
              <p:ext uri="{D42A27DB-BD31-4B8C-83A1-F6EECF244321}">
                <p14:modId xmlns:p14="http://schemas.microsoft.com/office/powerpoint/2010/main" val="3225942297"/>
              </p:ext>
            </p:extLst>
          </p:nvPr>
        </p:nvGraphicFramePr>
        <p:xfrm>
          <a:off x="2410287" y="6229378"/>
          <a:ext cx="494108" cy="419993"/>
        </p:xfrm>
        <a:graphic>
          <a:graphicData uri="http://schemas.openxmlformats.org/presentationml/2006/ole">
            <mc:AlternateContent xmlns:mc="http://schemas.openxmlformats.org/markup-compatibility/2006">
              <mc:Choice xmlns:v="urn:schemas-microsoft-com:vml" Requires="v">
                <p:oleObj name="Equation" r:id="rId17" imgW="189975" imgH="162258" progId="Equation.DSMT4">
                  <p:embed/>
                </p:oleObj>
              </mc:Choice>
              <mc:Fallback>
                <p:oleObj name="Equation" r:id="rId17" imgW="189975" imgH="162258" progId="Equation.DSMT4">
                  <p:embed/>
                  <p:pic>
                    <p:nvPicPr>
                      <p:cNvPr id="0" name=""/>
                      <p:cNvPicPr/>
                      <p:nvPr/>
                    </p:nvPicPr>
                    <p:blipFill>
                      <a:blip r:embed="rId18"/>
                      <a:stretch>
                        <a:fillRect/>
                      </a:stretch>
                    </p:blipFill>
                    <p:spPr>
                      <a:xfrm>
                        <a:off x="2410287" y="6229378"/>
                        <a:ext cx="494108" cy="419993"/>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2F8B12A8-E1CB-2590-A94A-CCA3B298C1B9}"/>
              </a:ext>
            </a:extLst>
          </p:cNvPr>
          <p:cNvGraphicFramePr>
            <a:graphicFrameLocks noChangeAspect="1"/>
          </p:cNvGraphicFramePr>
          <p:nvPr>
            <p:extLst>
              <p:ext uri="{D42A27DB-BD31-4B8C-83A1-F6EECF244321}">
                <p14:modId xmlns:p14="http://schemas.microsoft.com/office/powerpoint/2010/main" val="1090996983"/>
              </p:ext>
            </p:extLst>
          </p:nvPr>
        </p:nvGraphicFramePr>
        <p:xfrm>
          <a:off x="5062950" y="6229378"/>
          <a:ext cx="494108" cy="419993"/>
        </p:xfrm>
        <a:graphic>
          <a:graphicData uri="http://schemas.openxmlformats.org/presentationml/2006/ole">
            <mc:AlternateContent xmlns:mc="http://schemas.openxmlformats.org/markup-compatibility/2006">
              <mc:Choice xmlns:v="urn:schemas-microsoft-com:vml" Requires="v">
                <p:oleObj name="Equation" r:id="rId19" imgW="189975" imgH="162258" progId="Equation.DSMT4">
                  <p:embed/>
                </p:oleObj>
              </mc:Choice>
              <mc:Fallback>
                <p:oleObj name="Equation" r:id="rId19" imgW="189975" imgH="162258" progId="Equation.DSMT4">
                  <p:embed/>
                  <p:pic>
                    <p:nvPicPr>
                      <p:cNvPr id="0" name=""/>
                      <p:cNvPicPr/>
                      <p:nvPr/>
                    </p:nvPicPr>
                    <p:blipFill>
                      <a:blip r:embed="rId20"/>
                      <a:stretch>
                        <a:fillRect/>
                      </a:stretch>
                    </p:blipFill>
                    <p:spPr>
                      <a:xfrm>
                        <a:off x="5062950" y="6229378"/>
                        <a:ext cx="494108" cy="419993"/>
                      </a:xfrm>
                      <a:prstGeom prst="rect">
                        <a:avLst/>
                      </a:prstGeom>
                    </p:spPr>
                  </p:pic>
                </p:oleObj>
              </mc:Fallback>
            </mc:AlternateContent>
          </a:graphicData>
        </a:graphic>
      </p:graphicFrame>
    </p:spTree>
    <p:extLst>
      <p:ext uri="{BB962C8B-B14F-4D97-AF65-F5344CB8AC3E}">
        <p14:creationId xmlns:p14="http://schemas.microsoft.com/office/powerpoint/2010/main" val="328353308"/>
      </p:ext>
    </p:extLst>
  </p:cSld>
  <p:clrMapOvr>
    <a:masterClrMapping/>
  </p:clrMapOvr>
  <p:transition advTm="18857"/>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3.2 </a:t>
            </a:r>
            <a:r>
              <a:rPr lang="zh-CN" altLang="en-US" sz="2800" b="1" dirty="0">
                <a:latin typeface="Times New Roman" pitchFamily="18" charset="0"/>
                <a:ea typeface="华文中宋" pitchFamily="2" charset="-122"/>
              </a:rPr>
              <a:t>雅可比矩阵</a:t>
            </a:r>
          </a:p>
        </p:txBody>
      </p:sp>
      <p:sp>
        <p:nvSpPr>
          <p:cNvPr id="7" name="内容占位符 2">
            <a:extLst>
              <a:ext uri="{FF2B5EF4-FFF2-40B4-BE49-F238E27FC236}">
                <a16:creationId xmlns:a16="http://schemas.microsoft.com/office/drawing/2014/main" id="{54DBB239-76F4-D0DD-7334-A214F491C13C}"/>
              </a:ext>
            </a:extLst>
          </p:cNvPr>
          <p:cNvSpPr>
            <a:spLocks noChangeArrowheads="1"/>
          </p:cNvSpPr>
          <p:nvPr/>
        </p:nvSpPr>
        <p:spPr bwMode="auto">
          <a:xfrm>
            <a:off x="800100" y="2296614"/>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从而可以得出机器人雅可比矩阵的定义如下：机械手的操作空间运动速度与关节空间运动速度之间的变换称为雅可比矩阵。</a:t>
            </a: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机器人的雅可比矩阵描述了机器人关节空间相对操作空间速度的传动比。</a:t>
            </a:r>
            <a:endParaRPr lang="en-US" altLang="zh-CN" sz="2400" b="1" dirty="0">
              <a:latin typeface="Times New Roman" pitchFamily="18" charset="0"/>
              <a:ea typeface="微软雅黑" pitchFamily="34" charset="-122"/>
            </a:endParaRPr>
          </a:p>
        </p:txBody>
      </p:sp>
    </p:spTree>
    <p:extLst>
      <p:ext uri="{BB962C8B-B14F-4D97-AF65-F5344CB8AC3E}">
        <p14:creationId xmlns:p14="http://schemas.microsoft.com/office/powerpoint/2010/main" val="2747272742"/>
      </p:ext>
    </p:extLst>
  </p:cSld>
  <p:clrMapOvr>
    <a:masterClrMapping/>
  </p:clrMapOvr>
  <p:transition advTm="18857"/>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800100" y="1704188"/>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对于本书中的四足机器人来说，将一条腿视为一个机械手，足端可达区域即操作空间，腿部的</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个关节即关节空间。有</a:t>
            </a: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种方法可以用于推导雅可比矩阵，分别为正运动学方法、矢量积法、微分变换法和连杆速度法。</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本章利用机器人右后腿的结构示意图，基于矢量积法、微分变换法和连杆速度法来推导机器人的雅可比矩阵，以提升对机器人关节运动速度的理解。</a:t>
            </a:r>
            <a:endParaRPr lang="en-US" altLang="zh-CN" sz="2400" b="1" dirty="0">
              <a:latin typeface="Times New Roman" pitchFamily="18" charset="0"/>
              <a:ea typeface="微软雅黑" pitchFamily="34" charset="-122"/>
            </a:endParaRPr>
          </a:p>
        </p:txBody>
      </p:sp>
    </p:spTree>
    <p:extLst>
      <p:ext uri="{BB962C8B-B14F-4D97-AF65-F5344CB8AC3E}">
        <p14:creationId xmlns:p14="http://schemas.microsoft.com/office/powerpoint/2010/main" val="2139863503"/>
      </p:ext>
    </p:extLst>
  </p:cSld>
  <p:clrMapOvr>
    <a:masterClrMapping/>
  </p:clrMapOvr>
  <p:transition advTm="18857"/>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800100" y="816094"/>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3.3.1 </a:t>
            </a:r>
            <a:r>
              <a:rPr lang="zh-CN" altLang="en-US" sz="2400" b="1" dirty="0">
                <a:latin typeface="Times New Roman" pitchFamily="18" charset="0"/>
                <a:ea typeface="微软雅黑" pitchFamily="34" charset="-122"/>
              </a:rPr>
              <a:t>基于矢量积法的雅可比矩阵计算方法</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1. </a:t>
            </a:r>
            <a:r>
              <a:rPr lang="zh-CN" altLang="en-US" sz="2400" b="1" dirty="0">
                <a:latin typeface="Times New Roman" pitchFamily="18" charset="0"/>
                <a:ea typeface="微软雅黑" pitchFamily="34" charset="-122"/>
              </a:rPr>
              <a:t>矢量积法</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矢量积法将每个关节对末端手爪速度的影响表示为雅可比矩阵的一列，因为雅可比矩阵是关节空间的所有关节速度相对操作空间的传递，用此种方法得到的是相对于基坐标系的雅可比矩阵。</a:t>
            </a: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矢量积法直接着眼于雅可比矩阵的构造。它基于运动坐标系，来构造末端手爪的线速度和角速度与基坐标系的线性映射，也就是从关节空间速度到操作空间速度的映射：</a:t>
            </a:r>
          </a:p>
          <a:p>
            <a:pPr indent="720000">
              <a:lnSpc>
                <a:spcPct val="15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3" name="Rectangle 2">
            <a:extLst>
              <a:ext uri="{FF2B5EF4-FFF2-40B4-BE49-F238E27FC236}">
                <a16:creationId xmlns:a16="http://schemas.microsoft.com/office/drawing/2014/main" id="{3A3C65AF-8BA0-2E7B-8E82-31C57D64DD6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69DE6CA8-A832-514F-FE00-18DA865355FF}"/>
              </a:ext>
            </a:extLst>
          </p:cNvPr>
          <p:cNvGraphicFramePr>
            <a:graphicFrameLocks noChangeAspect="1"/>
          </p:cNvGraphicFramePr>
          <p:nvPr>
            <p:extLst>
              <p:ext uri="{D42A27DB-BD31-4B8C-83A1-F6EECF244321}">
                <p14:modId xmlns:p14="http://schemas.microsoft.com/office/powerpoint/2010/main" val="453607467"/>
              </p:ext>
            </p:extLst>
          </p:nvPr>
        </p:nvGraphicFramePr>
        <p:xfrm>
          <a:off x="5167676" y="5446542"/>
          <a:ext cx="1856648" cy="988215"/>
        </p:xfrm>
        <a:graphic>
          <a:graphicData uri="http://schemas.openxmlformats.org/presentationml/2006/ole">
            <mc:AlternateContent xmlns:mc="http://schemas.openxmlformats.org/markup-compatibility/2006">
              <mc:Choice xmlns:v="urn:schemas-microsoft-com:vml" Requires="v">
                <p:oleObj name="Equation" r:id="rId3" imgW="787400" imgH="419100" progId="Equation.DSMT4">
                  <p:embed/>
                </p:oleObj>
              </mc:Choice>
              <mc:Fallback>
                <p:oleObj name="Equation" r:id="rId3" imgW="787400" imgH="4191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7676" y="5446542"/>
                        <a:ext cx="1856648" cy="9882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32820673"/>
      </p:ext>
    </p:extLst>
  </p:cSld>
  <p:clrMapOvr>
    <a:masterClrMapping/>
  </p:clrMapOvr>
  <p:transition advTm="18857"/>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800100" y="1189582"/>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由上述公式可看出，雅可比矩阵的行数等于操作空间的维数，四足机器人腿末端为</a:t>
            </a: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维，所以，其广义速度为</a:t>
            </a:r>
            <a:r>
              <a:rPr lang="en-US" altLang="zh-CN" sz="2400" b="1" dirty="0">
                <a:latin typeface="Times New Roman" pitchFamily="18" charset="0"/>
                <a:ea typeface="微软雅黑" pitchFamily="34" charset="-122"/>
              </a:rPr>
              <a:t>6×1</a:t>
            </a:r>
            <a:r>
              <a:rPr lang="zh-CN" altLang="en-US" sz="2400" b="1" dirty="0">
                <a:latin typeface="Times New Roman" pitchFamily="18" charset="0"/>
                <a:ea typeface="微软雅黑" pitchFamily="34" charset="-122"/>
              </a:rPr>
              <a:t>的矢量，则雅可比矩阵也为</a:t>
            </a: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维；雅可比矩阵的列数等于从基坐标系到末端手爪所包含的关节个数。所以雅可比矩阵的前</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行表示各个关节到手爪的线速度的传递，后</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行表示各个关节到末端手爪角速度的传递。而雅可比矩阵的每一列表示相应的关节速度，即     对末端手爪速度的传递。</a:t>
            </a: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6B104BC7-D864-B6C9-0A4C-5CAEBDB7CBDB}"/>
              </a:ext>
            </a:extLst>
          </p:cNvPr>
          <p:cNvGraphicFramePr>
            <a:graphicFrameLocks noChangeAspect="1"/>
          </p:cNvGraphicFramePr>
          <p:nvPr>
            <p:extLst>
              <p:ext uri="{D42A27DB-BD31-4B8C-83A1-F6EECF244321}">
                <p14:modId xmlns:p14="http://schemas.microsoft.com/office/powerpoint/2010/main" val="2471620802"/>
              </p:ext>
            </p:extLst>
          </p:nvPr>
        </p:nvGraphicFramePr>
        <p:xfrm>
          <a:off x="9757198" y="3429000"/>
          <a:ext cx="380464" cy="625049"/>
        </p:xfrm>
        <a:graphic>
          <a:graphicData uri="http://schemas.openxmlformats.org/presentationml/2006/ole">
            <mc:AlternateContent xmlns:mc="http://schemas.openxmlformats.org/markup-compatibility/2006">
              <mc:Choice xmlns:v="urn:schemas-microsoft-com:vml" Requires="v">
                <p:oleObj name="Equation" r:id="rId3" imgW="132875" imgH="219590" progId="Equation.DSMT4">
                  <p:embed/>
                </p:oleObj>
              </mc:Choice>
              <mc:Fallback>
                <p:oleObj name="Equation" r:id="rId3" imgW="132875" imgH="219590" progId="Equation.DSMT4">
                  <p:embed/>
                  <p:pic>
                    <p:nvPicPr>
                      <p:cNvPr id="0" name=""/>
                      <p:cNvPicPr/>
                      <p:nvPr/>
                    </p:nvPicPr>
                    <p:blipFill>
                      <a:blip r:embed="rId4"/>
                      <a:stretch>
                        <a:fillRect/>
                      </a:stretch>
                    </p:blipFill>
                    <p:spPr>
                      <a:xfrm>
                        <a:off x="9757198" y="3429000"/>
                        <a:ext cx="380464" cy="625049"/>
                      </a:xfrm>
                      <a:prstGeom prst="rect">
                        <a:avLst/>
                      </a:prstGeom>
                    </p:spPr>
                  </p:pic>
                </p:oleObj>
              </mc:Fallback>
            </mc:AlternateContent>
          </a:graphicData>
        </a:graphic>
      </p:graphicFrame>
    </p:spTree>
    <p:extLst>
      <p:ext uri="{BB962C8B-B14F-4D97-AF65-F5344CB8AC3E}">
        <p14:creationId xmlns:p14="http://schemas.microsoft.com/office/powerpoint/2010/main" val="809975765"/>
      </p:ext>
    </p:extLst>
  </p:cSld>
  <p:clrMapOvr>
    <a:masterClrMapping/>
  </p:clrMapOvr>
  <p:transition advTm="18857"/>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800100" y="1189582"/>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）角速度求解</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）线速度求解</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）广义速度求解</a:t>
            </a:r>
            <a:endParaRPr lang="en-US" altLang="zh-CN" sz="2400" b="1" dirty="0">
              <a:latin typeface="Times New Roman" pitchFamily="18" charset="0"/>
              <a:ea typeface="微软雅黑" pitchFamily="34" charset="-122"/>
            </a:endParaRPr>
          </a:p>
        </p:txBody>
      </p:sp>
      <p:sp>
        <p:nvSpPr>
          <p:cNvPr id="3" name="Rectangle 2">
            <a:extLst>
              <a:ext uri="{FF2B5EF4-FFF2-40B4-BE49-F238E27FC236}">
                <a16:creationId xmlns:a16="http://schemas.microsoft.com/office/drawing/2014/main" id="{4DFB8CFA-2A3D-8B13-9982-299FA763F86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BC8BF3DB-3A06-B73D-AD13-D3142EFB636F}"/>
              </a:ext>
            </a:extLst>
          </p:cNvPr>
          <p:cNvGraphicFramePr>
            <a:graphicFrameLocks noChangeAspect="1"/>
          </p:cNvGraphicFramePr>
          <p:nvPr>
            <p:extLst>
              <p:ext uri="{D42A27DB-BD31-4B8C-83A1-F6EECF244321}">
                <p14:modId xmlns:p14="http://schemas.microsoft.com/office/powerpoint/2010/main" val="3334330667"/>
              </p:ext>
            </p:extLst>
          </p:nvPr>
        </p:nvGraphicFramePr>
        <p:xfrm>
          <a:off x="4438850" y="906303"/>
          <a:ext cx="2150662" cy="1333955"/>
        </p:xfrm>
        <a:graphic>
          <a:graphicData uri="http://schemas.openxmlformats.org/presentationml/2006/ole">
            <mc:AlternateContent xmlns:mc="http://schemas.openxmlformats.org/markup-compatibility/2006">
              <mc:Choice xmlns:v="urn:schemas-microsoft-com:vml" Requires="v">
                <p:oleObj name="Equation" r:id="rId3" imgW="1002865" imgH="622030" progId="Equation.DSMT4">
                  <p:embed/>
                </p:oleObj>
              </mc:Choice>
              <mc:Fallback>
                <p:oleObj name="Equation" r:id="rId3" imgW="1002865" imgH="62203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8850" y="906303"/>
                        <a:ext cx="2150662" cy="13339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a:extLst>
              <a:ext uri="{FF2B5EF4-FFF2-40B4-BE49-F238E27FC236}">
                <a16:creationId xmlns:a16="http://schemas.microsoft.com/office/drawing/2014/main" id="{D9C2702B-AC5B-0ECB-20A3-65ADF7AD91B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D6D9F831-B573-2CF8-FAB4-C1ABD76400E3}"/>
              </a:ext>
            </a:extLst>
          </p:cNvPr>
          <p:cNvGraphicFramePr>
            <a:graphicFrameLocks noChangeAspect="1"/>
          </p:cNvGraphicFramePr>
          <p:nvPr>
            <p:extLst>
              <p:ext uri="{D42A27DB-BD31-4B8C-83A1-F6EECF244321}">
                <p14:modId xmlns:p14="http://schemas.microsoft.com/office/powerpoint/2010/main" val="2358586920"/>
              </p:ext>
            </p:extLst>
          </p:nvPr>
        </p:nvGraphicFramePr>
        <p:xfrm>
          <a:off x="7528760" y="906302"/>
          <a:ext cx="4056314" cy="1333955"/>
        </p:xfrm>
        <a:graphic>
          <a:graphicData uri="http://schemas.openxmlformats.org/presentationml/2006/ole">
            <mc:AlternateContent xmlns:mc="http://schemas.openxmlformats.org/markup-compatibility/2006">
              <mc:Choice xmlns:v="urn:schemas-microsoft-com:vml" Requires="v">
                <p:oleObj name="Equation" r:id="rId5" imgW="1892300" imgH="622300" progId="Equation.DSMT4">
                  <p:embed/>
                </p:oleObj>
              </mc:Choice>
              <mc:Fallback>
                <p:oleObj name="Equation" r:id="rId5" imgW="1892300" imgH="6223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28760" y="906302"/>
                        <a:ext cx="4056314" cy="13339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B1056692-30C4-ED29-24C2-0B0398A07E45}"/>
              </a:ext>
            </a:extLst>
          </p:cNvPr>
          <p:cNvGraphicFramePr>
            <a:graphicFrameLocks noChangeAspect="1"/>
          </p:cNvGraphicFramePr>
          <p:nvPr>
            <p:extLst>
              <p:ext uri="{D42A27DB-BD31-4B8C-83A1-F6EECF244321}">
                <p14:modId xmlns:p14="http://schemas.microsoft.com/office/powerpoint/2010/main" val="1192594952"/>
              </p:ext>
            </p:extLst>
          </p:nvPr>
        </p:nvGraphicFramePr>
        <p:xfrm>
          <a:off x="4484515" y="2561106"/>
          <a:ext cx="1164148" cy="516569"/>
        </p:xfrm>
        <a:graphic>
          <a:graphicData uri="http://schemas.openxmlformats.org/presentationml/2006/ole">
            <mc:AlternateContent xmlns:mc="http://schemas.openxmlformats.org/markup-compatibility/2006">
              <mc:Choice xmlns:v="urn:schemas-microsoft-com:vml" Requires="v">
                <p:oleObj name="Equation" r:id="rId7" imgW="494150" imgH="219590" progId="Equation.DSMT4">
                  <p:embed/>
                </p:oleObj>
              </mc:Choice>
              <mc:Fallback>
                <p:oleObj name="Equation" r:id="rId7" imgW="494150" imgH="219590" progId="Equation.DSMT4">
                  <p:embed/>
                  <p:pic>
                    <p:nvPicPr>
                      <p:cNvPr id="0" name=""/>
                      <p:cNvPicPr/>
                      <p:nvPr/>
                    </p:nvPicPr>
                    <p:blipFill>
                      <a:blip r:embed="rId8"/>
                      <a:stretch>
                        <a:fillRect/>
                      </a:stretch>
                    </p:blipFill>
                    <p:spPr>
                      <a:xfrm>
                        <a:off x="4484515" y="2561106"/>
                        <a:ext cx="1164148" cy="516569"/>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FCF4C610-970F-BC0D-6D8D-A4CFD3BA73E0}"/>
              </a:ext>
            </a:extLst>
          </p:cNvPr>
          <p:cNvGraphicFramePr>
            <a:graphicFrameLocks noChangeAspect="1"/>
          </p:cNvGraphicFramePr>
          <p:nvPr>
            <p:extLst>
              <p:ext uri="{D42A27DB-BD31-4B8C-83A1-F6EECF244321}">
                <p14:modId xmlns:p14="http://schemas.microsoft.com/office/powerpoint/2010/main" val="3673881959"/>
              </p:ext>
            </p:extLst>
          </p:nvPr>
        </p:nvGraphicFramePr>
        <p:xfrm>
          <a:off x="6181681" y="2564326"/>
          <a:ext cx="1793013" cy="516569"/>
        </p:xfrm>
        <a:graphic>
          <a:graphicData uri="http://schemas.openxmlformats.org/presentationml/2006/ole">
            <mc:AlternateContent xmlns:mc="http://schemas.openxmlformats.org/markup-compatibility/2006">
              <mc:Choice xmlns:v="urn:schemas-microsoft-com:vml" Requires="v">
                <p:oleObj name="Equation" r:id="rId9" imgW="760259" imgH="219590" progId="Equation.DSMT4">
                  <p:embed/>
                </p:oleObj>
              </mc:Choice>
              <mc:Fallback>
                <p:oleObj name="Equation" r:id="rId9" imgW="760259" imgH="219590" progId="Equation.DSMT4">
                  <p:embed/>
                  <p:pic>
                    <p:nvPicPr>
                      <p:cNvPr id="0" name=""/>
                      <p:cNvPicPr/>
                      <p:nvPr/>
                    </p:nvPicPr>
                    <p:blipFill>
                      <a:blip r:embed="rId10"/>
                      <a:stretch>
                        <a:fillRect/>
                      </a:stretch>
                    </p:blipFill>
                    <p:spPr>
                      <a:xfrm>
                        <a:off x="6181681" y="2564326"/>
                        <a:ext cx="1793013" cy="51656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8B690E7A-6F99-A00A-61CF-F2B0FA6187D7}"/>
              </a:ext>
            </a:extLst>
          </p:cNvPr>
          <p:cNvGraphicFramePr>
            <a:graphicFrameLocks noChangeAspect="1"/>
          </p:cNvGraphicFramePr>
          <p:nvPr>
            <p:extLst>
              <p:ext uri="{D42A27DB-BD31-4B8C-83A1-F6EECF244321}">
                <p14:modId xmlns:p14="http://schemas.microsoft.com/office/powerpoint/2010/main" val="804168216"/>
              </p:ext>
            </p:extLst>
          </p:nvPr>
        </p:nvGraphicFramePr>
        <p:xfrm>
          <a:off x="8765127" y="2561106"/>
          <a:ext cx="2129905" cy="516569"/>
        </p:xfrm>
        <a:graphic>
          <a:graphicData uri="http://schemas.openxmlformats.org/presentationml/2006/ole">
            <mc:AlternateContent xmlns:mc="http://schemas.openxmlformats.org/markup-compatibility/2006">
              <mc:Choice xmlns:v="urn:schemas-microsoft-com:vml" Requires="v">
                <p:oleObj name="Equation" r:id="rId11" imgW="902830" imgH="219590" progId="Equation.DSMT4">
                  <p:embed/>
                </p:oleObj>
              </mc:Choice>
              <mc:Fallback>
                <p:oleObj name="Equation" r:id="rId11" imgW="902830" imgH="219590" progId="Equation.DSMT4">
                  <p:embed/>
                  <p:pic>
                    <p:nvPicPr>
                      <p:cNvPr id="0" name=""/>
                      <p:cNvPicPr/>
                      <p:nvPr/>
                    </p:nvPicPr>
                    <p:blipFill>
                      <a:blip r:embed="rId12"/>
                      <a:stretch>
                        <a:fillRect/>
                      </a:stretch>
                    </p:blipFill>
                    <p:spPr>
                      <a:xfrm>
                        <a:off x="8765127" y="2561106"/>
                        <a:ext cx="2129905" cy="516569"/>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09469A4B-6D0D-CF2D-EFBD-3E89D7925080}"/>
              </a:ext>
            </a:extLst>
          </p:cNvPr>
          <p:cNvGraphicFramePr>
            <a:graphicFrameLocks noChangeAspect="1"/>
          </p:cNvGraphicFramePr>
          <p:nvPr>
            <p:extLst>
              <p:ext uri="{D42A27DB-BD31-4B8C-83A1-F6EECF244321}">
                <p14:modId xmlns:p14="http://schemas.microsoft.com/office/powerpoint/2010/main" val="675783725"/>
              </p:ext>
            </p:extLst>
          </p:nvPr>
        </p:nvGraphicFramePr>
        <p:xfrm>
          <a:off x="4438850" y="3511970"/>
          <a:ext cx="2575351" cy="1059340"/>
        </p:xfrm>
        <a:graphic>
          <a:graphicData uri="http://schemas.openxmlformats.org/presentationml/2006/ole">
            <mc:AlternateContent xmlns:mc="http://schemas.openxmlformats.org/markup-compatibility/2006">
              <mc:Choice xmlns:v="urn:schemas-microsoft-com:vml" Requires="v">
                <p:oleObj name="Equation" r:id="rId13" imgW="1092805" imgH="448554" progId="Equation.DSMT4">
                  <p:embed/>
                </p:oleObj>
              </mc:Choice>
              <mc:Fallback>
                <p:oleObj name="Equation" r:id="rId13" imgW="1092805" imgH="448554" progId="Equation.DSMT4">
                  <p:embed/>
                  <p:pic>
                    <p:nvPicPr>
                      <p:cNvPr id="0" name=""/>
                      <p:cNvPicPr/>
                      <p:nvPr/>
                    </p:nvPicPr>
                    <p:blipFill>
                      <a:blip r:embed="rId14"/>
                      <a:stretch>
                        <a:fillRect/>
                      </a:stretch>
                    </p:blipFill>
                    <p:spPr>
                      <a:xfrm>
                        <a:off x="4438850" y="3511970"/>
                        <a:ext cx="2575351" cy="105934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DE0D468E-14C0-5F84-D36B-B187389489A3}"/>
              </a:ext>
            </a:extLst>
          </p:cNvPr>
          <p:cNvGraphicFramePr>
            <a:graphicFrameLocks noChangeAspect="1"/>
          </p:cNvGraphicFramePr>
          <p:nvPr>
            <p:extLst>
              <p:ext uri="{D42A27DB-BD31-4B8C-83A1-F6EECF244321}">
                <p14:modId xmlns:p14="http://schemas.microsoft.com/office/powerpoint/2010/main" val="768878278"/>
              </p:ext>
            </p:extLst>
          </p:nvPr>
        </p:nvGraphicFramePr>
        <p:xfrm>
          <a:off x="2017622" y="4638346"/>
          <a:ext cx="5417492" cy="963036"/>
        </p:xfrm>
        <a:graphic>
          <a:graphicData uri="http://schemas.openxmlformats.org/presentationml/2006/ole">
            <mc:AlternateContent xmlns:mc="http://schemas.openxmlformats.org/markup-compatibility/2006">
              <mc:Choice xmlns:v="urn:schemas-microsoft-com:vml" Requires="v">
                <p:oleObj name="Equation" r:id="rId15" imgW="2527492" imgH="448554" progId="Equation.DSMT4">
                  <p:embed/>
                </p:oleObj>
              </mc:Choice>
              <mc:Fallback>
                <p:oleObj name="Equation" r:id="rId15" imgW="2527492" imgH="448554" progId="Equation.DSMT4">
                  <p:embed/>
                  <p:pic>
                    <p:nvPicPr>
                      <p:cNvPr id="0" name=""/>
                      <p:cNvPicPr/>
                      <p:nvPr/>
                    </p:nvPicPr>
                    <p:blipFill>
                      <a:blip r:embed="rId16"/>
                      <a:stretch>
                        <a:fillRect/>
                      </a:stretch>
                    </p:blipFill>
                    <p:spPr>
                      <a:xfrm>
                        <a:off x="2017622" y="4638346"/>
                        <a:ext cx="5417492" cy="963036"/>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54A33071-F813-71F2-B416-9B335F0694DE}"/>
              </a:ext>
            </a:extLst>
          </p:cNvPr>
          <p:cNvGraphicFramePr>
            <a:graphicFrameLocks noChangeAspect="1"/>
          </p:cNvGraphicFramePr>
          <p:nvPr>
            <p:extLst>
              <p:ext uri="{D42A27DB-BD31-4B8C-83A1-F6EECF244321}">
                <p14:modId xmlns:p14="http://schemas.microsoft.com/office/powerpoint/2010/main" val="2395827689"/>
              </p:ext>
            </p:extLst>
          </p:nvPr>
        </p:nvGraphicFramePr>
        <p:xfrm>
          <a:off x="2017622" y="5890128"/>
          <a:ext cx="2708747" cy="963036"/>
        </p:xfrm>
        <a:graphic>
          <a:graphicData uri="http://schemas.openxmlformats.org/presentationml/2006/ole">
            <mc:AlternateContent xmlns:mc="http://schemas.openxmlformats.org/markup-compatibility/2006">
              <mc:Choice xmlns:v="urn:schemas-microsoft-com:vml" Requires="v">
                <p:oleObj name="Equation" r:id="rId17" imgW="1263746" imgH="448554" progId="Equation.DSMT4">
                  <p:embed/>
                </p:oleObj>
              </mc:Choice>
              <mc:Fallback>
                <p:oleObj name="Equation" r:id="rId17" imgW="1263746" imgH="448554" progId="Equation.DSMT4">
                  <p:embed/>
                  <p:pic>
                    <p:nvPicPr>
                      <p:cNvPr id="0" name=""/>
                      <p:cNvPicPr/>
                      <p:nvPr/>
                    </p:nvPicPr>
                    <p:blipFill>
                      <a:blip r:embed="rId18"/>
                      <a:stretch>
                        <a:fillRect/>
                      </a:stretch>
                    </p:blipFill>
                    <p:spPr>
                      <a:xfrm>
                        <a:off x="2017622" y="5890128"/>
                        <a:ext cx="2708747" cy="963036"/>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4373C4A4-CBF6-11B1-9867-69ACAA8A5939}"/>
              </a:ext>
            </a:extLst>
          </p:cNvPr>
          <p:cNvGraphicFramePr>
            <a:graphicFrameLocks noChangeAspect="1"/>
          </p:cNvGraphicFramePr>
          <p:nvPr>
            <p:extLst>
              <p:ext uri="{D42A27DB-BD31-4B8C-83A1-F6EECF244321}">
                <p14:modId xmlns:p14="http://schemas.microsoft.com/office/powerpoint/2010/main" val="1755054575"/>
              </p:ext>
            </p:extLst>
          </p:nvPr>
        </p:nvGraphicFramePr>
        <p:xfrm>
          <a:off x="5233884" y="5886732"/>
          <a:ext cx="2994594" cy="963036"/>
        </p:xfrm>
        <a:graphic>
          <a:graphicData uri="http://schemas.openxmlformats.org/presentationml/2006/ole">
            <mc:AlternateContent xmlns:mc="http://schemas.openxmlformats.org/markup-compatibility/2006">
              <mc:Choice xmlns:v="urn:schemas-microsoft-com:vml" Requires="v">
                <p:oleObj name="Equation" r:id="rId19" imgW="1396621" imgH="448554" progId="Equation.DSMT4">
                  <p:embed/>
                </p:oleObj>
              </mc:Choice>
              <mc:Fallback>
                <p:oleObj name="Equation" r:id="rId19" imgW="1396621" imgH="448554" progId="Equation.DSMT4">
                  <p:embed/>
                  <p:pic>
                    <p:nvPicPr>
                      <p:cNvPr id="0" name=""/>
                      <p:cNvPicPr/>
                      <p:nvPr/>
                    </p:nvPicPr>
                    <p:blipFill>
                      <a:blip r:embed="rId20"/>
                      <a:stretch>
                        <a:fillRect/>
                      </a:stretch>
                    </p:blipFill>
                    <p:spPr>
                      <a:xfrm>
                        <a:off x="5233884" y="5886732"/>
                        <a:ext cx="2994594" cy="963036"/>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B31946C2-BA6F-4A79-33A0-6F0ED2D4C24B}"/>
              </a:ext>
            </a:extLst>
          </p:cNvPr>
          <p:cNvGraphicFramePr>
            <a:graphicFrameLocks noChangeAspect="1"/>
          </p:cNvGraphicFramePr>
          <p:nvPr>
            <p:extLst>
              <p:ext uri="{D42A27DB-BD31-4B8C-83A1-F6EECF244321}">
                <p14:modId xmlns:p14="http://schemas.microsoft.com/office/powerpoint/2010/main" val="237577276"/>
              </p:ext>
            </p:extLst>
          </p:nvPr>
        </p:nvGraphicFramePr>
        <p:xfrm>
          <a:off x="8765127" y="5790428"/>
          <a:ext cx="3159298" cy="1059340"/>
        </p:xfrm>
        <a:graphic>
          <a:graphicData uri="http://schemas.openxmlformats.org/presentationml/2006/ole">
            <mc:AlternateContent xmlns:mc="http://schemas.openxmlformats.org/markup-compatibility/2006">
              <mc:Choice xmlns:v="urn:schemas-microsoft-com:vml" Requires="v">
                <p:oleObj name="Equation" r:id="rId21" imgW="1339880" imgH="448554" progId="Equation.DSMT4">
                  <p:embed/>
                </p:oleObj>
              </mc:Choice>
              <mc:Fallback>
                <p:oleObj name="Equation" r:id="rId21" imgW="1339880" imgH="448554" progId="Equation.DSMT4">
                  <p:embed/>
                  <p:pic>
                    <p:nvPicPr>
                      <p:cNvPr id="0" name=""/>
                      <p:cNvPicPr/>
                      <p:nvPr/>
                    </p:nvPicPr>
                    <p:blipFill>
                      <a:blip r:embed="rId22"/>
                      <a:stretch>
                        <a:fillRect/>
                      </a:stretch>
                    </p:blipFill>
                    <p:spPr>
                      <a:xfrm>
                        <a:off x="8765127" y="5790428"/>
                        <a:ext cx="3159298" cy="1059340"/>
                      </a:xfrm>
                      <a:prstGeom prst="rect">
                        <a:avLst/>
                      </a:prstGeom>
                    </p:spPr>
                  </p:pic>
                </p:oleObj>
              </mc:Fallback>
            </mc:AlternateContent>
          </a:graphicData>
        </a:graphic>
      </p:graphicFrame>
    </p:spTree>
    <p:extLst>
      <p:ext uri="{BB962C8B-B14F-4D97-AF65-F5344CB8AC3E}">
        <p14:creationId xmlns:p14="http://schemas.microsoft.com/office/powerpoint/2010/main" val="2348375473"/>
      </p:ext>
    </p:extLst>
  </p:cSld>
  <p:clrMapOvr>
    <a:masterClrMapping/>
  </p:clrMapOvr>
  <p:transition advTm="18857"/>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800100" y="1189582"/>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．基于矢量积法的四足机器人雅可比矩阵推导</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在开始计算之前，根据上文所述的计算方法可知，我们需要计算出      ，、</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     将所得值代入公式 ，可直接求得末端手爪相对于基坐标系       的雅可比矩阵。</a:t>
            </a:r>
            <a:endParaRPr lang="en-US" altLang="zh-CN" sz="2400" b="1" dirty="0">
              <a:latin typeface="Times New Roman" pitchFamily="18" charset="0"/>
              <a:ea typeface="微软雅黑" pitchFamily="34" charset="-122"/>
            </a:endParaRPr>
          </a:p>
        </p:txBody>
      </p:sp>
      <p:graphicFrame>
        <p:nvGraphicFramePr>
          <p:cNvPr id="15" name="对象 14">
            <a:extLst>
              <a:ext uri="{FF2B5EF4-FFF2-40B4-BE49-F238E27FC236}">
                <a16:creationId xmlns:a16="http://schemas.microsoft.com/office/drawing/2014/main" id="{DF0AE15D-B313-EE5F-254D-91496D60881E}"/>
              </a:ext>
            </a:extLst>
          </p:cNvPr>
          <p:cNvGraphicFramePr>
            <a:graphicFrameLocks noChangeAspect="1"/>
          </p:cNvGraphicFramePr>
          <p:nvPr>
            <p:extLst>
              <p:ext uri="{D42A27DB-BD31-4B8C-83A1-F6EECF244321}">
                <p14:modId xmlns:p14="http://schemas.microsoft.com/office/powerpoint/2010/main" val="3173646254"/>
              </p:ext>
            </p:extLst>
          </p:nvPr>
        </p:nvGraphicFramePr>
        <p:xfrm>
          <a:off x="10435586" y="1903065"/>
          <a:ext cx="516344" cy="625049"/>
        </p:xfrm>
        <a:graphic>
          <a:graphicData uri="http://schemas.openxmlformats.org/presentationml/2006/ole">
            <mc:AlternateContent xmlns:mc="http://schemas.openxmlformats.org/markup-compatibility/2006">
              <mc:Choice xmlns:v="urn:schemas-microsoft-com:vml" Requires="v">
                <p:oleObj name="Equation" r:id="rId3" imgW="180638" imgH="219590" progId="Equation.DSMT4">
                  <p:embed/>
                </p:oleObj>
              </mc:Choice>
              <mc:Fallback>
                <p:oleObj name="Equation" r:id="rId3" imgW="180638" imgH="219590" progId="Equation.DSMT4">
                  <p:embed/>
                  <p:pic>
                    <p:nvPicPr>
                      <p:cNvPr id="0" name=""/>
                      <p:cNvPicPr/>
                      <p:nvPr/>
                    </p:nvPicPr>
                    <p:blipFill>
                      <a:blip r:embed="rId4"/>
                      <a:stretch>
                        <a:fillRect/>
                      </a:stretch>
                    </p:blipFill>
                    <p:spPr>
                      <a:xfrm>
                        <a:off x="10435586" y="1903065"/>
                        <a:ext cx="516344" cy="625049"/>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E9AD7099-B233-EAC6-FE12-25D5FC625225}"/>
              </a:ext>
            </a:extLst>
          </p:cNvPr>
          <p:cNvGraphicFramePr>
            <a:graphicFrameLocks noChangeAspect="1"/>
          </p:cNvGraphicFramePr>
          <p:nvPr>
            <p:extLst>
              <p:ext uri="{D42A27DB-BD31-4B8C-83A1-F6EECF244321}">
                <p14:modId xmlns:p14="http://schemas.microsoft.com/office/powerpoint/2010/main" val="358086235"/>
              </p:ext>
            </p:extLst>
          </p:nvPr>
        </p:nvGraphicFramePr>
        <p:xfrm>
          <a:off x="941134" y="2406896"/>
          <a:ext cx="597871" cy="625049"/>
        </p:xfrm>
        <a:graphic>
          <a:graphicData uri="http://schemas.openxmlformats.org/presentationml/2006/ole">
            <mc:AlternateContent xmlns:mc="http://schemas.openxmlformats.org/markup-compatibility/2006">
              <mc:Choice xmlns:v="urn:schemas-microsoft-com:vml" Requires="v">
                <p:oleObj name="Equation" r:id="rId5" imgW="209008" imgH="219590" progId="Equation.DSMT4">
                  <p:embed/>
                </p:oleObj>
              </mc:Choice>
              <mc:Fallback>
                <p:oleObj name="Equation" r:id="rId5" imgW="209008" imgH="219590" progId="Equation.DSMT4">
                  <p:embed/>
                  <p:pic>
                    <p:nvPicPr>
                      <p:cNvPr id="0" name=""/>
                      <p:cNvPicPr/>
                      <p:nvPr/>
                    </p:nvPicPr>
                    <p:blipFill>
                      <a:blip r:embed="rId6"/>
                      <a:stretch>
                        <a:fillRect/>
                      </a:stretch>
                    </p:blipFill>
                    <p:spPr>
                      <a:xfrm>
                        <a:off x="941134" y="2406896"/>
                        <a:ext cx="597871" cy="625049"/>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1F9A8E28-FAFD-32DA-117E-50EC6EC03CD5}"/>
              </a:ext>
            </a:extLst>
          </p:cNvPr>
          <p:cNvGraphicFramePr>
            <a:graphicFrameLocks noChangeAspect="1"/>
          </p:cNvGraphicFramePr>
          <p:nvPr>
            <p:extLst>
              <p:ext uri="{D42A27DB-BD31-4B8C-83A1-F6EECF244321}">
                <p14:modId xmlns:p14="http://schemas.microsoft.com/office/powerpoint/2010/main" val="3996915974"/>
              </p:ext>
            </p:extLst>
          </p:nvPr>
        </p:nvGraphicFramePr>
        <p:xfrm>
          <a:off x="1835359" y="2528114"/>
          <a:ext cx="494108" cy="568226"/>
        </p:xfrm>
        <a:graphic>
          <a:graphicData uri="http://schemas.openxmlformats.org/presentationml/2006/ole">
            <mc:AlternateContent xmlns:mc="http://schemas.openxmlformats.org/markup-compatibility/2006">
              <mc:Choice xmlns:v="urn:schemas-microsoft-com:vml" Requires="v">
                <p:oleObj name="Equation" r:id="rId7" imgW="189975" imgH="219590" progId="Equation.DSMT4">
                  <p:embed/>
                </p:oleObj>
              </mc:Choice>
              <mc:Fallback>
                <p:oleObj name="Equation" r:id="rId7" imgW="189975" imgH="219590" progId="Equation.DSMT4">
                  <p:embed/>
                  <p:pic>
                    <p:nvPicPr>
                      <p:cNvPr id="0" name=""/>
                      <p:cNvPicPr/>
                      <p:nvPr/>
                    </p:nvPicPr>
                    <p:blipFill>
                      <a:blip r:embed="rId8"/>
                      <a:stretch>
                        <a:fillRect/>
                      </a:stretch>
                    </p:blipFill>
                    <p:spPr>
                      <a:xfrm>
                        <a:off x="1835359" y="2528114"/>
                        <a:ext cx="494108" cy="568226"/>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8C255266-FCC4-BF2B-2B08-846C8D6C0EFD}"/>
              </a:ext>
            </a:extLst>
          </p:cNvPr>
          <p:cNvGraphicFramePr>
            <a:graphicFrameLocks noChangeAspect="1"/>
          </p:cNvGraphicFramePr>
          <p:nvPr>
            <p:extLst>
              <p:ext uri="{D42A27DB-BD31-4B8C-83A1-F6EECF244321}">
                <p14:modId xmlns:p14="http://schemas.microsoft.com/office/powerpoint/2010/main" val="2145676110"/>
              </p:ext>
            </p:extLst>
          </p:nvPr>
        </p:nvGraphicFramePr>
        <p:xfrm>
          <a:off x="9998946" y="2557454"/>
          <a:ext cx="597871" cy="543519"/>
        </p:xfrm>
        <a:graphic>
          <a:graphicData uri="http://schemas.openxmlformats.org/presentationml/2006/ole">
            <mc:AlternateContent xmlns:mc="http://schemas.openxmlformats.org/markup-compatibility/2006">
              <mc:Choice xmlns:v="urn:schemas-microsoft-com:vml" Requires="v">
                <p:oleObj name="Equation" r:id="rId9" imgW="209008" imgH="190744" progId="Equation.DSMT4">
                  <p:embed/>
                </p:oleObj>
              </mc:Choice>
              <mc:Fallback>
                <p:oleObj name="Equation" r:id="rId9" imgW="209008" imgH="190744" progId="Equation.DSMT4">
                  <p:embed/>
                  <p:pic>
                    <p:nvPicPr>
                      <p:cNvPr id="0" name=""/>
                      <p:cNvPicPr/>
                      <p:nvPr/>
                    </p:nvPicPr>
                    <p:blipFill>
                      <a:blip r:embed="rId10"/>
                      <a:stretch>
                        <a:fillRect/>
                      </a:stretch>
                    </p:blipFill>
                    <p:spPr>
                      <a:xfrm>
                        <a:off x="9998946" y="2557454"/>
                        <a:ext cx="597871" cy="543519"/>
                      </a:xfrm>
                      <a:prstGeom prst="rect">
                        <a:avLst/>
                      </a:prstGeom>
                    </p:spPr>
                  </p:pic>
                </p:oleObj>
              </mc:Fallback>
            </mc:AlternateContent>
          </a:graphicData>
        </a:graphic>
      </p:graphicFrame>
    </p:spTree>
    <p:extLst>
      <p:ext uri="{BB962C8B-B14F-4D97-AF65-F5344CB8AC3E}">
        <p14:creationId xmlns:p14="http://schemas.microsoft.com/office/powerpoint/2010/main" val="2975212414"/>
      </p:ext>
    </p:extLst>
  </p:cSld>
  <p:clrMapOvr>
    <a:masterClrMapping/>
  </p:clrMapOvr>
  <p:transition advTm="18857"/>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800100" y="1189582"/>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）计算</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求各个关节相对于基坐标系的旋转矩阵，由此可得到</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）计算</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求各个关节到末端手爪的变换矩阵，由此可得到</a:t>
            </a: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75AFABBE-DD00-A6EF-C92B-58B92D7AEE7F}"/>
              </a:ext>
            </a:extLst>
          </p:cNvPr>
          <p:cNvGraphicFramePr>
            <a:graphicFrameLocks noChangeAspect="1"/>
          </p:cNvGraphicFramePr>
          <p:nvPr>
            <p:extLst>
              <p:ext uri="{D42A27DB-BD31-4B8C-83A1-F6EECF244321}">
                <p14:modId xmlns:p14="http://schemas.microsoft.com/office/powerpoint/2010/main" val="3545504628"/>
              </p:ext>
            </p:extLst>
          </p:nvPr>
        </p:nvGraphicFramePr>
        <p:xfrm>
          <a:off x="3145554" y="1228219"/>
          <a:ext cx="515937" cy="625475"/>
        </p:xfrm>
        <a:graphic>
          <a:graphicData uri="http://schemas.openxmlformats.org/presentationml/2006/ole">
            <mc:AlternateContent xmlns:mc="http://schemas.openxmlformats.org/markup-compatibility/2006">
              <mc:Choice xmlns:v="urn:schemas-microsoft-com:vml" Requires="v">
                <p:oleObj name="Equation" r:id="rId3" imgW="516639" imgH="624982" progId="Equation.DSMT4">
                  <p:embed/>
                </p:oleObj>
              </mc:Choice>
              <mc:Fallback>
                <p:oleObj name="Equation" r:id="rId3" imgW="516639" imgH="624982" progId="Equation.DSMT4">
                  <p:embed/>
                  <p:pic>
                    <p:nvPicPr>
                      <p:cNvPr id="0" name=""/>
                      <p:cNvPicPr/>
                      <p:nvPr/>
                    </p:nvPicPr>
                    <p:blipFill>
                      <a:blip r:embed="rId4"/>
                      <a:stretch>
                        <a:fillRect/>
                      </a:stretch>
                    </p:blipFill>
                    <p:spPr>
                      <a:xfrm>
                        <a:off x="3145554" y="1228219"/>
                        <a:ext cx="515937" cy="625475"/>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095DD906-A89A-A5FB-841F-3C0AFDF2D836}"/>
              </a:ext>
            </a:extLst>
          </p:cNvPr>
          <p:cNvGraphicFramePr>
            <a:graphicFrameLocks noChangeAspect="1"/>
          </p:cNvGraphicFramePr>
          <p:nvPr>
            <p:extLst>
              <p:ext uri="{D42A27DB-BD31-4B8C-83A1-F6EECF244321}">
                <p14:modId xmlns:p14="http://schemas.microsoft.com/office/powerpoint/2010/main" val="780963195"/>
              </p:ext>
            </p:extLst>
          </p:nvPr>
        </p:nvGraphicFramePr>
        <p:xfrm>
          <a:off x="2386556" y="2450042"/>
          <a:ext cx="1936277" cy="469608"/>
        </p:xfrm>
        <a:graphic>
          <a:graphicData uri="http://schemas.openxmlformats.org/presentationml/2006/ole">
            <mc:AlternateContent xmlns:mc="http://schemas.openxmlformats.org/markup-compatibility/2006">
              <mc:Choice xmlns:v="urn:schemas-microsoft-com:vml" Requires="v">
                <p:oleObj name="Equation" r:id="rId5" imgW="902830" imgH="219590" progId="Equation.DSMT4">
                  <p:embed/>
                </p:oleObj>
              </mc:Choice>
              <mc:Fallback>
                <p:oleObj name="Equation" r:id="rId5" imgW="902830" imgH="219590" progId="Equation.DSMT4">
                  <p:embed/>
                  <p:pic>
                    <p:nvPicPr>
                      <p:cNvPr id="0" name=""/>
                      <p:cNvPicPr/>
                      <p:nvPr/>
                    </p:nvPicPr>
                    <p:blipFill>
                      <a:blip r:embed="rId6"/>
                      <a:stretch>
                        <a:fillRect/>
                      </a:stretch>
                    </p:blipFill>
                    <p:spPr>
                      <a:xfrm>
                        <a:off x="2386556" y="2450042"/>
                        <a:ext cx="1936277" cy="46960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B2DB08E5-6598-649A-2A59-DC6ED600E06F}"/>
              </a:ext>
            </a:extLst>
          </p:cNvPr>
          <p:cNvGraphicFramePr>
            <a:graphicFrameLocks noChangeAspect="1"/>
          </p:cNvGraphicFramePr>
          <p:nvPr>
            <p:extLst>
              <p:ext uri="{D42A27DB-BD31-4B8C-83A1-F6EECF244321}">
                <p14:modId xmlns:p14="http://schemas.microsoft.com/office/powerpoint/2010/main" val="2089720065"/>
              </p:ext>
            </p:extLst>
          </p:nvPr>
        </p:nvGraphicFramePr>
        <p:xfrm>
          <a:off x="4681483" y="2447668"/>
          <a:ext cx="2079202" cy="469608"/>
        </p:xfrm>
        <a:graphic>
          <a:graphicData uri="http://schemas.openxmlformats.org/presentationml/2006/ole">
            <mc:AlternateContent xmlns:mc="http://schemas.openxmlformats.org/markup-compatibility/2006">
              <mc:Choice xmlns:v="urn:schemas-microsoft-com:vml" Requires="v">
                <p:oleObj name="Equation" r:id="rId7" imgW="969267" imgH="219590" progId="Equation.DSMT4">
                  <p:embed/>
                </p:oleObj>
              </mc:Choice>
              <mc:Fallback>
                <p:oleObj name="Equation" r:id="rId7" imgW="969267" imgH="219590" progId="Equation.DSMT4">
                  <p:embed/>
                  <p:pic>
                    <p:nvPicPr>
                      <p:cNvPr id="0" name=""/>
                      <p:cNvPicPr/>
                      <p:nvPr/>
                    </p:nvPicPr>
                    <p:blipFill>
                      <a:blip r:embed="rId8"/>
                      <a:stretch>
                        <a:fillRect/>
                      </a:stretch>
                    </p:blipFill>
                    <p:spPr>
                      <a:xfrm>
                        <a:off x="4681483" y="2447668"/>
                        <a:ext cx="2079202" cy="469608"/>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1333C921-D266-1A5B-D3D1-2943A0A67DEF}"/>
              </a:ext>
            </a:extLst>
          </p:cNvPr>
          <p:cNvGraphicFramePr>
            <a:graphicFrameLocks noChangeAspect="1"/>
          </p:cNvGraphicFramePr>
          <p:nvPr>
            <p:extLst>
              <p:ext uri="{D42A27DB-BD31-4B8C-83A1-F6EECF244321}">
                <p14:modId xmlns:p14="http://schemas.microsoft.com/office/powerpoint/2010/main" val="518217249"/>
              </p:ext>
            </p:extLst>
          </p:nvPr>
        </p:nvGraphicFramePr>
        <p:xfrm>
          <a:off x="7119336" y="2450041"/>
          <a:ext cx="2443318" cy="469608"/>
        </p:xfrm>
        <a:graphic>
          <a:graphicData uri="http://schemas.openxmlformats.org/presentationml/2006/ole">
            <mc:AlternateContent xmlns:mc="http://schemas.openxmlformats.org/markup-compatibility/2006">
              <mc:Choice xmlns:v="urn:schemas-microsoft-com:vml" Requires="v">
                <p:oleObj name="Equation" r:id="rId9" imgW="1140209" imgH="219590" progId="Equation.DSMT4">
                  <p:embed/>
                </p:oleObj>
              </mc:Choice>
              <mc:Fallback>
                <p:oleObj name="Equation" r:id="rId9" imgW="1140209" imgH="219590" progId="Equation.DSMT4">
                  <p:embed/>
                  <p:pic>
                    <p:nvPicPr>
                      <p:cNvPr id="0" name=""/>
                      <p:cNvPicPr/>
                      <p:nvPr/>
                    </p:nvPicPr>
                    <p:blipFill>
                      <a:blip r:embed="rId10"/>
                      <a:stretch>
                        <a:fillRect/>
                      </a:stretch>
                    </p:blipFill>
                    <p:spPr>
                      <a:xfrm>
                        <a:off x="7119336" y="2450041"/>
                        <a:ext cx="2443318" cy="46960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FD5C1AF-D489-6964-00D2-F215ACF151A5}"/>
              </a:ext>
            </a:extLst>
          </p:cNvPr>
          <p:cNvGraphicFramePr>
            <a:graphicFrameLocks noChangeAspect="1"/>
          </p:cNvGraphicFramePr>
          <p:nvPr>
            <p:extLst>
              <p:ext uri="{D42A27DB-BD31-4B8C-83A1-F6EECF244321}">
                <p14:modId xmlns:p14="http://schemas.microsoft.com/office/powerpoint/2010/main" val="428575030"/>
              </p:ext>
            </p:extLst>
          </p:nvPr>
        </p:nvGraphicFramePr>
        <p:xfrm>
          <a:off x="3101174" y="3188387"/>
          <a:ext cx="2443318" cy="469608"/>
        </p:xfrm>
        <a:graphic>
          <a:graphicData uri="http://schemas.openxmlformats.org/presentationml/2006/ole">
            <mc:AlternateContent xmlns:mc="http://schemas.openxmlformats.org/markup-compatibility/2006">
              <mc:Choice xmlns:v="urn:schemas-microsoft-com:vml" Requires="v">
                <p:oleObj name="Equation" r:id="rId11" imgW="1140209" imgH="219590" progId="Equation.DSMT4">
                  <p:embed/>
                </p:oleObj>
              </mc:Choice>
              <mc:Fallback>
                <p:oleObj name="Equation" r:id="rId11" imgW="1140209" imgH="219590" progId="Equation.DSMT4">
                  <p:embed/>
                  <p:pic>
                    <p:nvPicPr>
                      <p:cNvPr id="0" name=""/>
                      <p:cNvPicPr/>
                      <p:nvPr/>
                    </p:nvPicPr>
                    <p:blipFill>
                      <a:blip r:embed="rId12"/>
                      <a:stretch>
                        <a:fillRect/>
                      </a:stretch>
                    </p:blipFill>
                    <p:spPr>
                      <a:xfrm>
                        <a:off x="3101174" y="3188387"/>
                        <a:ext cx="2443318" cy="46960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34C38D62-32DE-62CC-7079-69BAA0A15449}"/>
              </a:ext>
            </a:extLst>
          </p:cNvPr>
          <p:cNvGraphicFramePr>
            <a:graphicFrameLocks noChangeAspect="1"/>
          </p:cNvGraphicFramePr>
          <p:nvPr>
            <p:extLst>
              <p:ext uri="{D42A27DB-BD31-4B8C-83A1-F6EECF244321}">
                <p14:modId xmlns:p14="http://schemas.microsoft.com/office/powerpoint/2010/main" val="3604437059"/>
              </p:ext>
            </p:extLst>
          </p:nvPr>
        </p:nvGraphicFramePr>
        <p:xfrm>
          <a:off x="6119797" y="3231079"/>
          <a:ext cx="2221198" cy="426916"/>
        </p:xfrm>
        <a:graphic>
          <a:graphicData uri="http://schemas.openxmlformats.org/presentationml/2006/ole">
            <mc:AlternateContent xmlns:mc="http://schemas.openxmlformats.org/markup-compatibility/2006">
              <mc:Choice xmlns:v="urn:schemas-microsoft-com:vml" Requires="v">
                <p:oleObj name="Equation" r:id="rId13" imgW="1140209" imgH="219590" progId="Equation.DSMT4">
                  <p:embed/>
                </p:oleObj>
              </mc:Choice>
              <mc:Fallback>
                <p:oleObj name="Equation" r:id="rId13" imgW="1140209" imgH="219590" progId="Equation.DSMT4">
                  <p:embed/>
                  <p:pic>
                    <p:nvPicPr>
                      <p:cNvPr id="0" name=""/>
                      <p:cNvPicPr/>
                      <p:nvPr/>
                    </p:nvPicPr>
                    <p:blipFill>
                      <a:blip r:embed="rId14"/>
                      <a:stretch>
                        <a:fillRect/>
                      </a:stretch>
                    </p:blipFill>
                    <p:spPr>
                      <a:xfrm>
                        <a:off x="6119797" y="3231079"/>
                        <a:ext cx="2221198" cy="426916"/>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14C22607-001B-475E-5AF7-41440D3AA7D3}"/>
              </a:ext>
            </a:extLst>
          </p:cNvPr>
          <p:cNvGraphicFramePr>
            <a:graphicFrameLocks noChangeAspect="1"/>
          </p:cNvGraphicFramePr>
          <p:nvPr>
            <p:extLst>
              <p:ext uri="{D42A27DB-BD31-4B8C-83A1-F6EECF244321}">
                <p14:modId xmlns:p14="http://schemas.microsoft.com/office/powerpoint/2010/main" val="4062134459"/>
              </p:ext>
            </p:extLst>
          </p:nvPr>
        </p:nvGraphicFramePr>
        <p:xfrm>
          <a:off x="3138930" y="3724994"/>
          <a:ext cx="596900" cy="625475"/>
        </p:xfrm>
        <a:graphic>
          <a:graphicData uri="http://schemas.openxmlformats.org/presentationml/2006/ole">
            <mc:AlternateContent xmlns:mc="http://schemas.openxmlformats.org/markup-compatibility/2006">
              <mc:Choice xmlns:v="urn:schemas-microsoft-com:vml" Requires="v">
                <p:oleObj name="Equation" r:id="rId15" imgW="597645" imgH="624982" progId="Equation.DSMT4">
                  <p:embed/>
                </p:oleObj>
              </mc:Choice>
              <mc:Fallback>
                <p:oleObj name="Equation" r:id="rId15" imgW="597645" imgH="624982" progId="Equation.DSMT4">
                  <p:embed/>
                  <p:pic>
                    <p:nvPicPr>
                      <p:cNvPr id="0" name=""/>
                      <p:cNvPicPr/>
                      <p:nvPr/>
                    </p:nvPicPr>
                    <p:blipFill>
                      <a:blip r:embed="rId16"/>
                      <a:stretch>
                        <a:fillRect/>
                      </a:stretch>
                    </p:blipFill>
                    <p:spPr>
                      <a:xfrm>
                        <a:off x="3138930" y="3724994"/>
                        <a:ext cx="596900" cy="625475"/>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422A19E1-6A7D-09FA-BF23-59CC533845EA}"/>
              </a:ext>
            </a:extLst>
          </p:cNvPr>
          <p:cNvGraphicFramePr>
            <a:graphicFrameLocks noChangeAspect="1"/>
          </p:cNvGraphicFramePr>
          <p:nvPr>
            <p:extLst>
              <p:ext uri="{D42A27DB-BD31-4B8C-83A1-F6EECF244321}">
                <p14:modId xmlns:p14="http://schemas.microsoft.com/office/powerpoint/2010/main" val="915252296"/>
              </p:ext>
            </p:extLst>
          </p:nvPr>
        </p:nvGraphicFramePr>
        <p:xfrm>
          <a:off x="368455" y="5375051"/>
          <a:ext cx="3610218" cy="1209593"/>
        </p:xfrm>
        <a:graphic>
          <a:graphicData uri="http://schemas.openxmlformats.org/presentationml/2006/ole">
            <mc:AlternateContent xmlns:mc="http://schemas.openxmlformats.org/markup-compatibility/2006">
              <mc:Choice xmlns:v="urn:schemas-microsoft-com:vml" Requires="v">
                <p:oleObj name="Equation" r:id="rId17" imgW="1852704" imgH="620188" progId="Equation.DSMT4">
                  <p:embed/>
                </p:oleObj>
              </mc:Choice>
              <mc:Fallback>
                <p:oleObj name="Equation" r:id="rId17" imgW="1852704" imgH="620188" progId="Equation.DSMT4">
                  <p:embed/>
                  <p:pic>
                    <p:nvPicPr>
                      <p:cNvPr id="0" name=""/>
                      <p:cNvPicPr/>
                      <p:nvPr/>
                    </p:nvPicPr>
                    <p:blipFill>
                      <a:blip r:embed="rId18"/>
                      <a:stretch>
                        <a:fillRect/>
                      </a:stretch>
                    </p:blipFill>
                    <p:spPr>
                      <a:xfrm>
                        <a:off x="368455" y="5375051"/>
                        <a:ext cx="3610218" cy="1209593"/>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07705B91-BEF1-9C3D-5E78-93448123B933}"/>
              </a:ext>
            </a:extLst>
          </p:cNvPr>
          <p:cNvGraphicFramePr>
            <a:graphicFrameLocks noChangeAspect="1"/>
          </p:cNvGraphicFramePr>
          <p:nvPr>
            <p:extLst>
              <p:ext uri="{D42A27DB-BD31-4B8C-83A1-F6EECF244321}">
                <p14:modId xmlns:p14="http://schemas.microsoft.com/office/powerpoint/2010/main" val="713230979"/>
              </p:ext>
            </p:extLst>
          </p:nvPr>
        </p:nvGraphicFramePr>
        <p:xfrm>
          <a:off x="4222488" y="5332356"/>
          <a:ext cx="2648113" cy="1209593"/>
        </p:xfrm>
        <a:graphic>
          <a:graphicData uri="http://schemas.openxmlformats.org/presentationml/2006/ole">
            <mc:AlternateContent xmlns:mc="http://schemas.openxmlformats.org/markup-compatibility/2006">
              <mc:Choice xmlns:v="urn:schemas-microsoft-com:vml" Requires="v">
                <p:oleObj name="Equation" r:id="rId19" imgW="1358913" imgH="620188" progId="Equation.DSMT4">
                  <p:embed/>
                </p:oleObj>
              </mc:Choice>
              <mc:Fallback>
                <p:oleObj name="Equation" r:id="rId19" imgW="1358913" imgH="620188" progId="Equation.DSMT4">
                  <p:embed/>
                  <p:pic>
                    <p:nvPicPr>
                      <p:cNvPr id="0" name=""/>
                      <p:cNvPicPr/>
                      <p:nvPr/>
                    </p:nvPicPr>
                    <p:blipFill>
                      <a:blip r:embed="rId20"/>
                      <a:stretch>
                        <a:fillRect/>
                      </a:stretch>
                    </p:blipFill>
                    <p:spPr>
                      <a:xfrm>
                        <a:off x="4222488" y="5332356"/>
                        <a:ext cx="2648113" cy="120959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821B63A4-82BC-4D5A-D0C8-8E66A5FA9867}"/>
              </a:ext>
            </a:extLst>
          </p:cNvPr>
          <p:cNvGraphicFramePr>
            <a:graphicFrameLocks noChangeAspect="1"/>
          </p:cNvGraphicFramePr>
          <p:nvPr>
            <p:extLst>
              <p:ext uri="{D42A27DB-BD31-4B8C-83A1-F6EECF244321}">
                <p14:modId xmlns:p14="http://schemas.microsoft.com/office/powerpoint/2010/main" val="1937957945"/>
              </p:ext>
            </p:extLst>
          </p:nvPr>
        </p:nvGraphicFramePr>
        <p:xfrm>
          <a:off x="7071486" y="5375051"/>
          <a:ext cx="1927307" cy="1209593"/>
        </p:xfrm>
        <a:graphic>
          <a:graphicData uri="http://schemas.openxmlformats.org/presentationml/2006/ole">
            <mc:AlternateContent xmlns:mc="http://schemas.openxmlformats.org/markup-compatibility/2006">
              <mc:Choice xmlns:v="urn:schemas-microsoft-com:vml" Requires="v">
                <p:oleObj name="Equation" r:id="rId21" imgW="988300" imgH="620188" progId="Equation.DSMT4">
                  <p:embed/>
                </p:oleObj>
              </mc:Choice>
              <mc:Fallback>
                <p:oleObj name="Equation" r:id="rId21" imgW="988300" imgH="620188" progId="Equation.DSMT4">
                  <p:embed/>
                  <p:pic>
                    <p:nvPicPr>
                      <p:cNvPr id="0" name=""/>
                      <p:cNvPicPr/>
                      <p:nvPr/>
                    </p:nvPicPr>
                    <p:blipFill>
                      <a:blip r:embed="rId22"/>
                      <a:stretch>
                        <a:fillRect/>
                      </a:stretch>
                    </p:blipFill>
                    <p:spPr>
                      <a:xfrm>
                        <a:off x="7071486" y="5375051"/>
                        <a:ext cx="1927307" cy="1209593"/>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6EB3DB32-CDD0-CA84-7038-A1E4DA81A132}"/>
              </a:ext>
            </a:extLst>
          </p:cNvPr>
          <p:cNvGraphicFramePr>
            <a:graphicFrameLocks noChangeAspect="1"/>
          </p:cNvGraphicFramePr>
          <p:nvPr>
            <p:extLst>
              <p:ext uri="{D42A27DB-BD31-4B8C-83A1-F6EECF244321}">
                <p14:modId xmlns:p14="http://schemas.microsoft.com/office/powerpoint/2010/main" val="1573658468"/>
              </p:ext>
            </p:extLst>
          </p:nvPr>
        </p:nvGraphicFramePr>
        <p:xfrm>
          <a:off x="9187510" y="5332356"/>
          <a:ext cx="1184845" cy="1209593"/>
        </p:xfrm>
        <a:graphic>
          <a:graphicData uri="http://schemas.openxmlformats.org/presentationml/2006/ole">
            <mc:AlternateContent xmlns:mc="http://schemas.openxmlformats.org/markup-compatibility/2006">
              <mc:Choice xmlns:v="urn:schemas-microsoft-com:vml" Requires="v">
                <p:oleObj name="Equation" r:id="rId23" imgW="607992" imgH="620188" progId="Equation.DSMT4">
                  <p:embed/>
                </p:oleObj>
              </mc:Choice>
              <mc:Fallback>
                <p:oleObj name="Equation" r:id="rId23" imgW="607992" imgH="620188" progId="Equation.DSMT4">
                  <p:embed/>
                  <p:pic>
                    <p:nvPicPr>
                      <p:cNvPr id="0" name=""/>
                      <p:cNvPicPr/>
                      <p:nvPr/>
                    </p:nvPicPr>
                    <p:blipFill>
                      <a:blip r:embed="rId24"/>
                      <a:stretch>
                        <a:fillRect/>
                      </a:stretch>
                    </p:blipFill>
                    <p:spPr>
                      <a:xfrm>
                        <a:off x="9187510" y="5332356"/>
                        <a:ext cx="1184845" cy="1209593"/>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A914EDF7-FEE7-721B-B6AA-00CD65CFFD25}"/>
              </a:ext>
            </a:extLst>
          </p:cNvPr>
          <p:cNvGraphicFramePr>
            <a:graphicFrameLocks noChangeAspect="1"/>
          </p:cNvGraphicFramePr>
          <p:nvPr>
            <p:extLst>
              <p:ext uri="{D42A27DB-BD31-4B8C-83A1-F6EECF244321}">
                <p14:modId xmlns:p14="http://schemas.microsoft.com/office/powerpoint/2010/main" val="701190248"/>
              </p:ext>
            </p:extLst>
          </p:nvPr>
        </p:nvGraphicFramePr>
        <p:xfrm>
          <a:off x="10543678" y="5332356"/>
          <a:ext cx="1092037" cy="1209593"/>
        </p:xfrm>
        <a:graphic>
          <a:graphicData uri="http://schemas.openxmlformats.org/presentationml/2006/ole">
            <mc:AlternateContent xmlns:mc="http://schemas.openxmlformats.org/markup-compatibility/2006">
              <mc:Choice xmlns:v="urn:schemas-microsoft-com:vml" Requires="v">
                <p:oleObj name="Equation" r:id="rId25" imgW="560588" imgH="620188" progId="Equation.DSMT4">
                  <p:embed/>
                </p:oleObj>
              </mc:Choice>
              <mc:Fallback>
                <p:oleObj name="Equation" r:id="rId25" imgW="560588" imgH="620188" progId="Equation.DSMT4">
                  <p:embed/>
                  <p:pic>
                    <p:nvPicPr>
                      <p:cNvPr id="0" name=""/>
                      <p:cNvPicPr/>
                      <p:nvPr/>
                    </p:nvPicPr>
                    <p:blipFill>
                      <a:blip r:embed="rId26"/>
                      <a:stretch>
                        <a:fillRect/>
                      </a:stretch>
                    </p:blipFill>
                    <p:spPr>
                      <a:xfrm>
                        <a:off x="10543678" y="5332356"/>
                        <a:ext cx="1092037" cy="1209593"/>
                      </a:xfrm>
                      <a:prstGeom prst="rect">
                        <a:avLst/>
                      </a:prstGeom>
                    </p:spPr>
                  </p:pic>
                </p:oleObj>
              </mc:Fallback>
            </mc:AlternateContent>
          </a:graphicData>
        </a:graphic>
      </p:graphicFrame>
    </p:spTree>
    <p:extLst>
      <p:ext uri="{BB962C8B-B14F-4D97-AF65-F5344CB8AC3E}">
        <p14:creationId xmlns:p14="http://schemas.microsoft.com/office/powerpoint/2010/main" val="1164619776"/>
      </p:ext>
    </p:extLst>
  </p:cSld>
  <p:clrMapOvr>
    <a:masterClrMapping/>
  </p:clrMapOvr>
  <p:transition advTm="18857"/>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800100" y="1189582"/>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）计算</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由上文得                    ，即 ，所以得到</a:t>
            </a:r>
            <a:endParaRPr lang="en-US" altLang="zh-CN" sz="2400" b="1" dirty="0">
              <a:latin typeface="Times New Roman" pitchFamily="18" charset="0"/>
              <a:ea typeface="微软雅黑" pitchFamily="34" charset="-122"/>
            </a:endParaRPr>
          </a:p>
        </p:txBody>
      </p:sp>
      <p:graphicFrame>
        <p:nvGraphicFramePr>
          <p:cNvPr id="5" name="对象 4">
            <a:extLst>
              <a:ext uri="{FF2B5EF4-FFF2-40B4-BE49-F238E27FC236}">
                <a16:creationId xmlns:a16="http://schemas.microsoft.com/office/drawing/2014/main" id="{ED60133C-9445-0974-7B54-6DE91683F148}"/>
              </a:ext>
            </a:extLst>
          </p:cNvPr>
          <p:cNvGraphicFramePr>
            <a:graphicFrameLocks noChangeAspect="1"/>
          </p:cNvGraphicFramePr>
          <p:nvPr>
            <p:extLst>
              <p:ext uri="{D42A27DB-BD31-4B8C-83A1-F6EECF244321}">
                <p14:modId xmlns:p14="http://schemas.microsoft.com/office/powerpoint/2010/main" val="819870528"/>
              </p:ext>
            </p:extLst>
          </p:nvPr>
        </p:nvGraphicFramePr>
        <p:xfrm>
          <a:off x="3081637" y="1288813"/>
          <a:ext cx="516569" cy="516569"/>
        </p:xfrm>
        <a:graphic>
          <a:graphicData uri="http://schemas.openxmlformats.org/presentationml/2006/ole">
            <mc:AlternateContent xmlns:mc="http://schemas.openxmlformats.org/markup-compatibility/2006">
              <mc:Choice xmlns:v="urn:schemas-microsoft-com:vml" Requires="v">
                <p:oleObj name="Equation" r:id="rId3" imgW="218705" imgH="219590" progId="Equation.DSMT4">
                  <p:embed/>
                </p:oleObj>
              </mc:Choice>
              <mc:Fallback>
                <p:oleObj name="Equation" r:id="rId3" imgW="218705" imgH="219590" progId="Equation.DSMT4">
                  <p:embed/>
                  <p:pic>
                    <p:nvPicPr>
                      <p:cNvPr id="0" name=""/>
                      <p:cNvPicPr/>
                      <p:nvPr/>
                    </p:nvPicPr>
                    <p:blipFill>
                      <a:blip r:embed="rId4"/>
                      <a:stretch>
                        <a:fillRect/>
                      </a:stretch>
                    </p:blipFill>
                    <p:spPr>
                      <a:xfrm>
                        <a:off x="3081637" y="1288813"/>
                        <a:ext cx="516569" cy="516569"/>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5808F594-BFB0-143D-4F3D-C1BAD78F2656}"/>
              </a:ext>
            </a:extLst>
          </p:cNvPr>
          <p:cNvGraphicFramePr>
            <a:graphicFrameLocks noChangeAspect="1"/>
          </p:cNvGraphicFramePr>
          <p:nvPr>
            <p:extLst>
              <p:ext uri="{D42A27DB-BD31-4B8C-83A1-F6EECF244321}">
                <p14:modId xmlns:p14="http://schemas.microsoft.com/office/powerpoint/2010/main" val="1677037139"/>
              </p:ext>
            </p:extLst>
          </p:nvPr>
        </p:nvGraphicFramePr>
        <p:xfrm>
          <a:off x="2829769" y="1915487"/>
          <a:ext cx="1487087" cy="469608"/>
        </p:xfrm>
        <a:graphic>
          <a:graphicData uri="http://schemas.openxmlformats.org/presentationml/2006/ole">
            <mc:AlternateContent xmlns:mc="http://schemas.openxmlformats.org/markup-compatibility/2006">
              <mc:Choice xmlns:v="urn:schemas-microsoft-com:vml" Requires="v">
                <p:oleObj name="Equation" r:id="rId5" imgW="693462" imgH="219590" progId="Equation.DSMT4">
                  <p:embed/>
                </p:oleObj>
              </mc:Choice>
              <mc:Fallback>
                <p:oleObj name="Equation" r:id="rId5" imgW="693462" imgH="219590" progId="Equation.DSMT4">
                  <p:embed/>
                  <p:pic>
                    <p:nvPicPr>
                      <p:cNvPr id="0" name=""/>
                      <p:cNvPicPr/>
                      <p:nvPr/>
                    </p:nvPicPr>
                    <p:blipFill>
                      <a:blip r:embed="rId6"/>
                      <a:stretch>
                        <a:fillRect/>
                      </a:stretch>
                    </p:blipFill>
                    <p:spPr>
                      <a:xfrm>
                        <a:off x="2829769" y="1915487"/>
                        <a:ext cx="1487087" cy="469608"/>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79112A43-24C8-8D2A-EBE7-A9F20691A40F}"/>
              </a:ext>
            </a:extLst>
          </p:cNvPr>
          <p:cNvGraphicFramePr>
            <a:graphicFrameLocks noChangeAspect="1"/>
          </p:cNvGraphicFramePr>
          <p:nvPr>
            <p:extLst>
              <p:ext uri="{D42A27DB-BD31-4B8C-83A1-F6EECF244321}">
                <p14:modId xmlns:p14="http://schemas.microsoft.com/office/powerpoint/2010/main" val="1767241449"/>
              </p:ext>
            </p:extLst>
          </p:nvPr>
        </p:nvGraphicFramePr>
        <p:xfrm>
          <a:off x="6602636" y="1928367"/>
          <a:ext cx="1487087" cy="469608"/>
        </p:xfrm>
        <a:graphic>
          <a:graphicData uri="http://schemas.openxmlformats.org/presentationml/2006/ole">
            <mc:AlternateContent xmlns:mc="http://schemas.openxmlformats.org/markup-compatibility/2006">
              <mc:Choice xmlns:v="urn:schemas-microsoft-com:vml" Requires="v">
                <p:oleObj name="Equation" r:id="rId7" imgW="693462" imgH="219590" progId="Equation.DSMT4">
                  <p:embed/>
                </p:oleObj>
              </mc:Choice>
              <mc:Fallback>
                <p:oleObj name="Equation" r:id="rId7" imgW="693462" imgH="219590" progId="Equation.DSMT4">
                  <p:embed/>
                  <p:pic>
                    <p:nvPicPr>
                      <p:cNvPr id="0" name=""/>
                      <p:cNvPicPr/>
                      <p:nvPr/>
                    </p:nvPicPr>
                    <p:blipFill>
                      <a:blip r:embed="rId8"/>
                      <a:stretch>
                        <a:fillRect/>
                      </a:stretch>
                    </p:blipFill>
                    <p:spPr>
                      <a:xfrm>
                        <a:off x="6602636" y="1928367"/>
                        <a:ext cx="1487087" cy="46960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B03DF5B1-9CE3-19A3-4E5F-2A4877787431}"/>
              </a:ext>
            </a:extLst>
          </p:cNvPr>
          <p:cNvGraphicFramePr>
            <a:graphicFrameLocks noChangeAspect="1"/>
          </p:cNvGraphicFramePr>
          <p:nvPr>
            <p:extLst>
              <p:ext uri="{D42A27DB-BD31-4B8C-83A1-F6EECF244321}">
                <p14:modId xmlns:p14="http://schemas.microsoft.com/office/powerpoint/2010/main" val="3243531466"/>
              </p:ext>
            </p:extLst>
          </p:nvPr>
        </p:nvGraphicFramePr>
        <p:xfrm>
          <a:off x="1347636" y="2763724"/>
          <a:ext cx="4012074" cy="1330552"/>
        </p:xfrm>
        <a:graphic>
          <a:graphicData uri="http://schemas.openxmlformats.org/presentationml/2006/ole">
            <mc:AlternateContent xmlns:mc="http://schemas.openxmlformats.org/markup-compatibility/2006">
              <mc:Choice xmlns:v="urn:schemas-microsoft-com:vml" Requires="v">
                <p:oleObj name="Equation" r:id="rId9" imgW="1871738" imgH="620188" progId="Equation.DSMT4">
                  <p:embed/>
                </p:oleObj>
              </mc:Choice>
              <mc:Fallback>
                <p:oleObj name="Equation" r:id="rId9" imgW="1871738" imgH="620188" progId="Equation.DSMT4">
                  <p:embed/>
                  <p:pic>
                    <p:nvPicPr>
                      <p:cNvPr id="0" name=""/>
                      <p:cNvPicPr/>
                      <p:nvPr/>
                    </p:nvPicPr>
                    <p:blipFill>
                      <a:blip r:embed="rId10"/>
                      <a:stretch>
                        <a:fillRect/>
                      </a:stretch>
                    </p:blipFill>
                    <p:spPr>
                      <a:xfrm>
                        <a:off x="1347636" y="2763724"/>
                        <a:ext cx="4012074" cy="1330552"/>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05483533-A589-8F7B-D773-D2240C8CB4E8}"/>
              </a:ext>
            </a:extLst>
          </p:cNvPr>
          <p:cNvGraphicFramePr>
            <a:graphicFrameLocks noChangeAspect="1"/>
          </p:cNvGraphicFramePr>
          <p:nvPr>
            <p:extLst>
              <p:ext uri="{D42A27DB-BD31-4B8C-83A1-F6EECF244321}">
                <p14:modId xmlns:p14="http://schemas.microsoft.com/office/powerpoint/2010/main" val="2229237166"/>
              </p:ext>
            </p:extLst>
          </p:nvPr>
        </p:nvGraphicFramePr>
        <p:xfrm>
          <a:off x="5907245" y="2728309"/>
          <a:ext cx="3664973" cy="1330552"/>
        </p:xfrm>
        <a:graphic>
          <a:graphicData uri="http://schemas.openxmlformats.org/presentationml/2006/ole">
            <mc:AlternateContent xmlns:mc="http://schemas.openxmlformats.org/markup-compatibility/2006">
              <mc:Choice xmlns:v="urn:schemas-microsoft-com:vml" Requires="v">
                <p:oleObj name="Equation" r:id="rId11" imgW="1710492" imgH="620188" progId="Equation.DSMT4">
                  <p:embed/>
                </p:oleObj>
              </mc:Choice>
              <mc:Fallback>
                <p:oleObj name="Equation" r:id="rId11" imgW="1710492" imgH="620188" progId="Equation.DSMT4">
                  <p:embed/>
                  <p:pic>
                    <p:nvPicPr>
                      <p:cNvPr id="0" name=""/>
                      <p:cNvPicPr/>
                      <p:nvPr/>
                    </p:nvPicPr>
                    <p:blipFill>
                      <a:blip r:embed="rId12"/>
                      <a:stretch>
                        <a:fillRect/>
                      </a:stretch>
                    </p:blipFill>
                    <p:spPr>
                      <a:xfrm>
                        <a:off x="5907245" y="2728309"/>
                        <a:ext cx="3664973" cy="1330552"/>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8896ECE6-20FF-6971-454B-FABA7DE8D3D7}"/>
              </a:ext>
            </a:extLst>
          </p:cNvPr>
          <p:cNvGraphicFramePr>
            <a:graphicFrameLocks noChangeAspect="1"/>
          </p:cNvGraphicFramePr>
          <p:nvPr>
            <p:extLst>
              <p:ext uri="{D42A27DB-BD31-4B8C-83A1-F6EECF244321}">
                <p14:modId xmlns:p14="http://schemas.microsoft.com/office/powerpoint/2010/main" val="222384818"/>
              </p:ext>
            </p:extLst>
          </p:nvPr>
        </p:nvGraphicFramePr>
        <p:xfrm>
          <a:off x="1945220" y="4238635"/>
          <a:ext cx="2994594" cy="1330552"/>
        </p:xfrm>
        <a:graphic>
          <a:graphicData uri="http://schemas.openxmlformats.org/presentationml/2006/ole">
            <mc:AlternateContent xmlns:mc="http://schemas.openxmlformats.org/markup-compatibility/2006">
              <mc:Choice xmlns:v="urn:schemas-microsoft-com:vml" Requires="v">
                <p:oleObj name="Equation" r:id="rId13" imgW="1396621" imgH="620188" progId="Equation.DSMT4">
                  <p:embed/>
                </p:oleObj>
              </mc:Choice>
              <mc:Fallback>
                <p:oleObj name="Equation" r:id="rId13" imgW="1396621" imgH="620188" progId="Equation.DSMT4">
                  <p:embed/>
                  <p:pic>
                    <p:nvPicPr>
                      <p:cNvPr id="0" name=""/>
                      <p:cNvPicPr/>
                      <p:nvPr/>
                    </p:nvPicPr>
                    <p:blipFill>
                      <a:blip r:embed="rId14"/>
                      <a:stretch>
                        <a:fillRect/>
                      </a:stretch>
                    </p:blipFill>
                    <p:spPr>
                      <a:xfrm>
                        <a:off x="1945220" y="4238635"/>
                        <a:ext cx="2994594" cy="1330552"/>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7A69D19D-1B40-95FC-39B7-2A9A5E8D634D}"/>
              </a:ext>
            </a:extLst>
          </p:cNvPr>
          <p:cNvGraphicFramePr>
            <a:graphicFrameLocks noChangeAspect="1"/>
          </p:cNvGraphicFramePr>
          <p:nvPr>
            <p:extLst>
              <p:ext uri="{D42A27DB-BD31-4B8C-83A1-F6EECF244321}">
                <p14:modId xmlns:p14="http://schemas.microsoft.com/office/powerpoint/2010/main" val="2965454769"/>
              </p:ext>
            </p:extLst>
          </p:nvPr>
        </p:nvGraphicFramePr>
        <p:xfrm>
          <a:off x="5109144" y="4216180"/>
          <a:ext cx="1973711" cy="1330552"/>
        </p:xfrm>
        <a:graphic>
          <a:graphicData uri="http://schemas.openxmlformats.org/presentationml/2006/ole">
            <mc:AlternateContent xmlns:mc="http://schemas.openxmlformats.org/markup-compatibility/2006">
              <mc:Choice xmlns:v="urn:schemas-microsoft-com:vml" Requires="v">
                <p:oleObj name="Equation" r:id="rId15" imgW="921504" imgH="620188" progId="Equation.DSMT4">
                  <p:embed/>
                </p:oleObj>
              </mc:Choice>
              <mc:Fallback>
                <p:oleObj name="Equation" r:id="rId15" imgW="921504" imgH="620188" progId="Equation.DSMT4">
                  <p:embed/>
                  <p:pic>
                    <p:nvPicPr>
                      <p:cNvPr id="0" name=""/>
                      <p:cNvPicPr/>
                      <p:nvPr/>
                    </p:nvPicPr>
                    <p:blipFill>
                      <a:blip r:embed="rId16"/>
                      <a:stretch>
                        <a:fillRect/>
                      </a:stretch>
                    </p:blipFill>
                    <p:spPr>
                      <a:xfrm>
                        <a:off x="5109144" y="4216180"/>
                        <a:ext cx="1973711" cy="1330552"/>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60A943D9-2A71-B475-C11F-3DE7897C82AE}"/>
              </a:ext>
            </a:extLst>
          </p:cNvPr>
          <p:cNvGraphicFramePr>
            <a:graphicFrameLocks noChangeAspect="1"/>
          </p:cNvGraphicFramePr>
          <p:nvPr>
            <p:extLst>
              <p:ext uri="{D42A27DB-BD31-4B8C-83A1-F6EECF244321}">
                <p14:modId xmlns:p14="http://schemas.microsoft.com/office/powerpoint/2010/main" val="2941806944"/>
              </p:ext>
            </p:extLst>
          </p:nvPr>
        </p:nvGraphicFramePr>
        <p:xfrm>
          <a:off x="7797422" y="4216180"/>
          <a:ext cx="1201241" cy="1330552"/>
        </p:xfrm>
        <a:graphic>
          <a:graphicData uri="http://schemas.openxmlformats.org/presentationml/2006/ole">
            <mc:AlternateContent xmlns:mc="http://schemas.openxmlformats.org/markup-compatibility/2006">
              <mc:Choice xmlns:v="urn:schemas-microsoft-com:vml" Requires="v">
                <p:oleObj name="Equation" r:id="rId17" imgW="560588" imgH="620188" progId="Equation.DSMT4">
                  <p:embed/>
                </p:oleObj>
              </mc:Choice>
              <mc:Fallback>
                <p:oleObj name="Equation" r:id="rId17" imgW="560588" imgH="620188" progId="Equation.DSMT4">
                  <p:embed/>
                  <p:pic>
                    <p:nvPicPr>
                      <p:cNvPr id="0" name=""/>
                      <p:cNvPicPr/>
                      <p:nvPr/>
                    </p:nvPicPr>
                    <p:blipFill>
                      <a:blip r:embed="rId18"/>
                      <a:stretch>
                        <a:fillRect/>
                      </a:stretch>
                    </p:blipFill>
                    <p:spPr>
                      <a:xfrm>
                        <a:off x="7797422" y="4216180"/>
                        <a:ext cx="1201241" cy="1330552"/>
                      </a:xfrm>
                      <a:prstGeom prst="rect">
                        <a:avLst/>
                      </a:prstGeom>
                    </p:spPr>
                  </p:pic>
                </p:oleObj>
              </mc:Fallback>
            </mc:AlternateContent>
          </a:graphicData>
        </a:graphic>
      </p:graphicFrame>
    </p:spTree>
    <p:extLst>
      <p:ext uri="{BB962C8B-B14F-4D97-AF65-F5344CB8AC3E}">
        <p14:creationId xmlns:p14="http://schemas.microsoft.com/office/powerpoint/2010/main" val="3520977706"/>
      </p:ext>
    </p:extLst>
  </p:cSld>
  <p:clrMapOvr>
    <a:masterClrMapping/>
  </p:clrMapOvr>
  <p:transition advTm="18857"/>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）计算          的每一列</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由上文可以得到</a:t>
            </a: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30968852-2739-C28A-78D0-A00B1922C046}"/>
              </a:ext>
            </a:extLst>
          </p:cNvPr>
          <p:cNvGraphicFramePr>
            <a:graphicFrameLocks noChangeAspect="1"/>
          </p:cNvGraphicFramePr>
          <p:nvPr>
            <p:extLst>
              <p:ext uri="{D42A27DB-BD31-4B8C-83A1-F6EECF244321}">
                <p14:modId xmlns:p14="http://schemas.microsoft.com/office/powerpoint/2010/main" val="340659790"/>
              </p:ext>
            </p:extLst>
          </p:nvPr>
        </p:nvGraphicFramePr>
        <p:xfrm>
          <a:off x="2861554" y="1019701"/>
          <a:ext cx="790573" cy="494108"/>
        </p:xfrm>
        <a:graphic>
          <a:graphicData uri="http://schemas.openxmlformats.org/presentationml/2006/ole">
            <mc:AlternateContent xmlns:mc="http://schemas.openxmlformats.org/markup-compatibility/2006">
              <mc:Choice xmlns:v="urn:schemas-microsoft-com:vml" Requires="v">
                <p:oleObj name="Equation" r:id="rId3" imgW="304175" imgH="190744" progId="Equation.DSMT4">
                  <p:embed/>
                </p:oleObj>
              </mc:Choice>
              <mc:Fallback>
                <p:oleObj name="Equation" r:id="rId3" imgW="304175" imgH="190744" progId="Equation.DSMT4">
                  <p:embed/>
                  <p:pic>
                    <p:nvPicPr>
                      <p:cNvPr id="0" name=""/>
                      <p:cNvPicPr/>
                      <p:nvPr/>
                    </p:nvPicPr>
                    <p:blipFill>
                      <a:blip r:embed="rId4"/>
                      <a:stretch>
                        <a:fillRect/>
                      </a:stretch>
                    </p:blipFill>
                    <p:spPr>
                      <a:xfrm>
                        <a:off x="2861554" y="1019701"/>
                        <a:ext cx="790573" cy="494108"/>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FD4B7FFD-69A0-4FBA-104E-7FD0D364434F}"/>
              </a:ext>
            </a:extLst>
          </p:cNvPr>
          <p:cNvGraphicFramePr>
            <a:graphicFrameLocks noChangeAspect="1"/>
          </p:cNvGraphicFramePr>
          <p:nvPr>
            <p:extLst>
              <p:ext uri="{D42A27DB-BD31-4B8C-83A1-F6EECF244321}">
                <p14:modId xmlns:p14="http://schemas.microsoft.com/office/powerpoint/2010/main" val="1704273133"/>
              </p:ext>
            </p:extLst>
          </p:nvPr>
        </p:nvGraphicFramePr>
        <p:xfrm>
          <a:off x="790405" y="2272146"/>
          <a:ext cx="4932869" cy="2145826"/>
        </p:xfrm>
        <a:graphic>
          <a:graphicData uri="http://schemas.openxmlformats.org/presentationml/2006/ole">
            <mc:AlternateContent xmlns:mc="http://schemas.openxmlformats.org/markup-compatibility/2006">
              <mc:Choice xmlns:v="urn:schemas-microsoft-com:vml" Requires="v">
                <p:oleObj name="Equation" r:id="rId5" imgW="2783904" imgH="1211529" progId="Equation.DSMT4">
                  <p:embed/>
                </p:oleObj>
              </mc:Choice>
              <mc:Fallback>
                <p:oleObj name="Equation" r:id="rId5" imgW="2783904" imgH="1211529" progId="Equation.DSMT4">
                  <p:embed/>
                  <p:pic>
                    <p:nvPicPr>
                      <p:cNvPr id="0" name=""/>
                      <p:cNvPicPr/>
                      <p:nvPr/>
                    </p:nvPicPr>
                    <p:blipFill>
                      <a:blip r:embed="rId6"/>
                      <a:stretch>
                        <a:fillRect/>
                      </a:stretch>
                    </p:blipFill>
                    <p:spPr>
                      <a:xfrm>
                        <a:off x="790405" y="2272146"/>
                        <a:ext cx="4932869" cy="2145826"/>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203EE8B8-2825-EF20-CCFA-CAF93A4380ED}"/>
              </a:ext>
            </a:extLst>
          </p:cNvPr>
          <p:cNvGraphicFramePr>
            <a:graphicFrameLocks noChangeAspect="1"/>
          </p:cNvGraphicFramePr>
          <p:nvPr>
            <p:extLst>
              <p:ext uri="{D42A27DB-BD31-4B8C-83A1-F6EECF244321}">
                <p14:modId xmlns:p14="http://schemas.microsoft.com/office/powerpoint/2010/main" val="3374357113"/>
              </p:ext>
            </p:extLst>
          </p:nvPr>
        </p:nvGraphicFramePr>
        <p:xfrm>
          <a:off x="6414360" y="2269526"/>
          <a:ext cx="4527889" cy="2162700"/>
        </p:xfrm>
        <a:graphic>
          <a:graphicData uri="http://schemas.openxmlformats.org/presentationml/2006/ole">
            <mc:AlternateContent xmlns:mc="http://schemas.openxmlformats.org/markup-compatibility/2006">
              <mc:Choice xmlns:v="urn:schemas-microsoft-com:vml" Requires="v">
                <p:oleObj name="Equation" r:id="rId7" imgW="2555863" imgH="1221265" progId="Equation.DSMT4">
                  <p:embed/>
                </p:oleObj>
              </mc:Choice>
              <mc:Fallback>
                <p:oleObj name="Equation" r:id="rId7" imgW="2555863" imgH="1221265" progId="Equation.DSMT4">
                  <p:embed/>
                  <p:pic>
                    <p:nvPicPr>
                      <p:cNvPr id="0" name=""/>
                      <p:cNvPicPr/>
                      <p:nvPr/>
                    </p:nvPicPr>
                    <p:blipFill>
                      <a:blip r:embed="rId8"/>
                      <a:stretch>
                        <a:fillRect/>
                      </a:stretch>
                    </p:blipFill>
                    <p:spPr>
                      <a:xfrm>
                        <a:off x="6414360" y="2269526"/>
                        <a:ext cx="4527889" cy="21627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38A9365-60A6-2F24-41C2-DC714AAE4EF1}"/>
              </a:ext>
            </a:extLst>
          </p:cNvPr>
          <p:cNvGraphicFramePr>
            <a:graphicFrameLocks noChangeAspect="1"/>
          </p:cNvGraphicFramePr>
          <p:nvPr>
            <p:extLst>
              <p:ext uri="{D42A27DB-BD31-4B8C-83A1-F6EECF244321}">
                <p14:modId xmlns:p14="http://schemas.microsoft.com/office/powerpoint/2010/main" val="2498620071"/>
              </p:ext>
            </p:extLst>
          </p:nvPr>
        </p:nvGraphicFramePr>
        <p:xfrm>
          <a:off x="790405" y="4610037"/>
          <a:ext cx="3906360" cy="2196447"/>
        </p:xfrm>
        <a:graphic>
          <a:graphicData uri="http://schemas.openxmlformats.org/presentationml/2006/ole">
            <mc:AlternateContent xmlns:mc="http://schemas.openxmlformats.org/markup-compatibility/2006">
              <mc:Choice xmlns:v="urn:schemas-microsoft-com:vml" Requires="v">
                <p:oleObj name="Equation" r:id="rId9" imgW="2204283" imgH="1240375" progId="Equation.DSMT4">
                  <p:embed/>
                </p:oleObj>
              </mc:Choice>
              <mc:Fallback>
                <p:oleObj name="Equation" r:id="rId9" imgW="2204283" imgH="1240375" progId="Equation.DSMT4">
                  <p:embed/>
                  <p:pic>
                    <p:nvPicPr>
                      <p:cNvPr id="0" name=""/>
                      <p:cNvPicPr/>
                      <p:nvPr/>
                    </p:nvPicPr>
                    <p:blipFill>
                      <a:blip r:embed="rId10"/>
                      <a:stretch>
                        <a:fillRect/>
                      </a:stretch>
                    </p:blipFill>
                    <p:spPr>
                      <a:xfrm>
                        <a:off x="790405" y="4610037"/>
                        <a:ext cx="3906360" cy="219644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13A4819-38CD-45F6-8E46-36C507BD931F}"/>
              </a:ext>
            </a:extLst>
          </p:cNvPr>
          <p:cNvGraphicFramePr>
            <a:graphicFrameLocks noChangeAspect="1"/>
          </p:cNvGraphicFramePr>
          <p:nvPr>
            <p:extLst>
              <p:ext uri="{D42A27DB-BD31-4B8C-83A1-F6EECF244321}">
                <p14:modId xmlns:p14="http://schemas.microsoft.com/office/powerpoint/2010/main" val="1694608388"/>
              </p:ext>
            </p:extLst>
          </p:nvPr>
        </p:nvGraphicFramePr>
        <p:xfrm>
          <a:off x="4867942" y="4629689"/>
          <a:ext cx="3180772" cy="2196447"/>
        </p:xfrm>
        <a:graphic>
          <a:graphicData uri="http://schemas.openxmlformats.org/presentationml/2006/ole">
            <mc:AlternateContent xmlns:mc="http://schemas.openxmlformats.org/markup-compatibility/2006">
              <mc:Choice xmlns:v="urn:schemas-microsoft-com:vml" Requires="v">
                <p:oleObj name="Equation" r:id="rId11" imgW="1795963" imgH="1240375" progId="Equation.DSMT4">
                  <p:embed/>
                </p:oleObj>
              </mc:Choice>
              <mc:Fallback>
                <p:oleObj name="Equation" r:id="rId11" imgW="1795963" imgH="1240375" progId="Equation.DSMT4">
                  <p:embed/>
                  <p:pic>
                    <p:nvPicPr>
                      <p:cNvPr id="0" name=""/>
                      <p:cNvPicPr/>
                      <p:nvPr/>
                    </p:nvPicPr>
                    <p:blipFill>
                      <a:blip r:embed="rId12"/>
                      <a:stretch>
                        <a:fillRect/>
                      </a:stretch>
                    </p:blipFill>
                    <p:spPr>
                      <a:xfrm>
                        <a:off x="4867942" y="4629689"/>
                        <a:ext cx="3180772" cy="219644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31B593E-7477-A56F-D850-6D0721C543A1}"/>
              </a:ext>
            </a:extLst>
          </p:cNvPr>
          <p:cNvGraphicFramePr>
            <a:graphicFrameLocks noChangeAspect="1"/>
          </p:cNvGraphicFramePr>
          <p:nvPr>
            <p:extLst>
              <p:ext uri="{D42A27DB-BD31-4B8C-83A1-F6EECF244321}">
                <p14:modId xmlns:p14="http://schemas.microsoft.com/office/powerpoint/2010/main" val="2623517514"/>
              </p:ext>
            </p:extLst>
          </p:nvPr>
        </p:nvGraphicFramePr>
        <p:xfrm>
          <a:off x="8219891" y="4614232"/>
          <a:ext cx="2722358" cy="2159887"/>
        </p:xfrm>
        <a:graphic>
          <a:graphicData uri="http://schemas.openxmlformats.org/presentationml/2006/ole">
            <mc:AlternateContent xmlns:mc="http://schemas.openxmlformats.org/markup-compatibility/2006">
              <mc:Choice xmlns:v="urn:schemas-microsoft-com:vml" Requires="v">
                <p:oleObj name="Equation" r:id="rId13" imgW="1536480" imgH="1218960" progId="Equation.DSMT4">
                  <p:embed/>
                </p:oleObj>
              </mc:Choice>
              <mc:Fallback>
                <p:oleObj name="Equation" r:id="rId13" imgW="1536480" imgH="1218960" progId="Equation.DSMT4">
                  <p:embed/>
                  <p:pic>
                    <p:nvPicPr>
                      <p:cNvPr id="0" name=""/>
                      <p:cNvPicPr/>
                      <p:nvPr/>
                    </p:nvPicPr>
                    <p:blipFill>
                      <a:blip r:embed="rId14"/>
                      <a:stretch>
                        <a:fillRect/>
                      </a:stretch>
                    </p:blipFill>
                    <p:spPr>
                      <a:xfrm>
                        <a:off x="8219891" y="4614232"/>
                        <a:ext cx="2722358" cy="2159887"/>
                      </a:xfrm>
                      <a:prstGeom prst="rect">
                        <a:avLst/>
                      </a:prstGeom>
                    </p:spPr>
                  </p:pic>
                </p:oleObj>
              </mc:Fallback>
            </mc:AlternateContent>
          </a:graphicData>
        </a:graphic>
      </p:graphicFrame>
    </p:spTree>
    <p:extLst>
      <p:ext uri="{BB962C8B-B14F-4D97-AF65-F5344CB8AC3E}">
        <p14:creationId xmlns:p14="http://schemas.microsoft.com/office/powerpoint/2010/main" val="2151498627"/>
      </p:ext>
    </p:extLst>
  </p:cSld>
  <p:clrMapOvr>
    <a:masterClrMapping/>
  </p:clrMapOvr>
  <p:transition advTm="18857"/>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3.3.2  </a:t>
            </a:r>
            <a:r>
              <a:rPr lang="zh-CN" altLang="en-US" sz="2400" b="1" dirty="0">
                <a:latin typeface="Times New Roman" pitchFamily="18" charset="0"/>
                <a:ea typeface="微软雅黑" pitchFamily="34" charset="-122"/>
              </a:rPr>
              <a:t>基于微分变换法的雅可比矩阵计算方法</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微分变换法</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由于速度可以看成单位采样时间内的微分运动位移，因此，利用操作空间速度与关节空间速度微分运动的关系，可以得到基于微分变换法的雅可比矩阵。经过微分变换法求解的雅可比矩阵是相对于操作空间坐标系而言的。</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雅可比矩阵的前</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行与线速度有关，而后</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行与角速度有关，微分变换法的计算步骤如下。</a:t>
            </a:r>
            <a:endParaRPr lang="en-US" altLang="zh-CN" sz="2400" b="1" dirty="0">
              <a:latin typeface="Times New Roman" pitchFamily="18" charset="0"/>
              <a:ea typeface="微软雅黑" pitchFamily="34" charset="-122"/>
            </a:endParaRPr>
          </a:p>
        </p:txBody>
      </p:sp>
    </p:spTree>
    <p:extLst>
      <p:ext uri="{BB962C8B-B14F-4D97-AF65-F5344CB8AC3E}">
        <p14:creationId xmlns:p14="http://schemas.microsoft.com/office/powerpoint/2010/main" val="919186353"/>
      </p:ext>
    </p:extLst>
  </p:cSld>
  <p:clrMapOvr>
    <a:masterClrMapping/>
  </p:clrMapOvr>
  <p:transition advTm="18857"/>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）计算各个连杆间的变换矩阵</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）计算各个连杆到操作端连杆的变换矩阵</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）计算雅可比矩阵的各列元素</a:t>
            </a:r>
            <a:endParaRPr lang="en-US" altLang="zh-CN" sz="2400" b="1" dirty="0">
              <a:latin typeface="Times New Roman" pitchFamily="18" charset="0"/>
              <a:ea typeface="微软雅黑" pitchFamily="34" charset="-122"/>
            </a:endParaRPr>
          </a:p>
        </p:txBody>
      </p:sp>
      <p:pic>
        <p:nvPicPr>
          <p:cNvPr id="23554" name="Picture 2">
            <a:extLst>
              <a:ext uri="{FF2B5EF4-FFF2-40B4-BE49-F238E27FC236}">
                <a16:creationId xmlns:a16="http://schemas.microsoft.com/office/drawing/2014/main" id="{27DD549D-0A84-C775-9538-5BA0FAB136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2934" y="2996820"/>
            <a:ext cx="5325613" cy="2589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7CF5A39A-9F65-2378-4F7A-C16A8E655B79}"/>
              </a:ext>
            </a:extLst>
          </p:cNvPr>
          <p:cNvSpPr txBox="1"/>
          <p:nvPr/>
        </p:nvSpPr>
        <p:spPr>
          <a:xfrm>
            <a:off x="3030829" y="5586464"/>
            <a:ext cx="6130342"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3.2  </a:t>
            </a:r>
            <a:r>
              <a:rPr lang="zh-CN" altLang="zh-CN" sz="1800" kern="1000" dirty="0">
                <a:effectLst/>
                <a:latin typeface="Times New Roman" panose="02020603050405020304" pitchFamily="18" charset="0"/>
                <a:ea typeface="宋体" panose="02010600030101010101" pitchFamily="2" charset="-122"/>
              </a:rPr>
              <a:t>雅可比矩阵各个关节向量关系图</a:t>
            </a:r>
          </a:p>
        </p:txBody>
      </p:sp>
    </p:spTree>
    <p:extLst>
      <p:ext uri="{BB962C8B-B14F-4D97-AF65-F5344CB8AC3E}">
        <p14:creationId xmlns:p14="http://schemas.microsoft.com/office/powerpoint/2010/main" val="933267426"/>
      </p:ext>
    </p:extLst>
  </p:cSld>
  <p:clrMapOvr>
    <a:masterClrMapping/>
  </p:clrMapOvr>
  <p:transition advTm="18857"/>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．基于微分变换法的四足机器人雅可比矩阵推导</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根据上述微分变换法的计算过程，计算出各个连杆到末端连杆的变换矩阵 ，最终得到雅可比矩阵。但是，首先需要判断各个关节是转动关节还是移动关节，不同关节对应的计算方法也不相同。</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如果连杆     的微分转动      相当于微分运动矢量                                           ，可得出手爪相应的微分运动矢量为</a:t>
            </a: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5071E05E-F148-9342-527E-5EB05F92C527}"/>
              </a:ext>
            </a:extLst>
          </p:cNvPr>
          <p:cNvGraphicFramePr>
            <a:graphicFrameLocks noChangeAspect="1"/>
          </p:cNvGraphicFramePr>
          <p:nvPr>
            <p:extLst>
              <p:ext uri="{D42A27DB-BD31-4B8C-83A1-F6EECF244321}">
                <p14:modId xmlns:p14="http://schemas.microsoft.com/office/powerpoint/2010/main" val="846461387"/>
              </p:ext>
            </p:extLst>
          </p:nvPr>
        </p:nvGraphicFramePr>
        <p:xfrm>
          <a:off x="2770382" y="3468066"/>
          <a:ext cx="183761" cy="326682"/>
        </p:xfrm>
        <a:graphic>
          <a:graphicData uri="http://schemas.openxmlformats.org/presentationml/2006/ole">
            <mc:AlternateContent xmlns:mc="http://schemas.openxmlformats.org/markup-compatibility/2006">
              <mc:Choice xmlns:v="urn:schemas-microsoft-com:vml" Requires="v">
                <p:oleObj name="Equation" r:id="rId3" imgW="85471" imgH="152523" progId="Equation.DSMT4">
                  <p:embed/>
                </p:oleObj>
              </mc:Choice>
              <mc:Fallback>
                <p:oleObj name="Equation" r:id="rId3" imgW="85471" imgH="152523" progId="Equation.DSMT4">
                  <p:embed/>
                  <p:pic>
                    <p:nvPicPr>
                      <p:cNvPr id="0" name=""/>
                      <p:cNvPicPr/>
                      <p:nvPr/>
                    </p:nvPicPr>
                    <p:blipFill>
                      <a:blip r:embed="rId4"/>
                      <a:stretch>
                        <a:fillRect/>
                      </a:stretch>
                    </p:blipFill>
                    <p:spPr>
                      <a:xfrm>
                        <a:off x="2770382" y="3468066"/>
                        <a:ext cx="183761" cy="326682"/>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2B232680-99A3-2FC4-747A-14A82AA52DD8}"/>
              </a:ext>
            </a:extLst>
          </p:cNvPr>
          <p:cNvGraphicFramePr>
            <a:graphicFrameLocks noChangeAspect="1"/>
          </p:cNvGraphicFramePr>
          <p:nvPr>
            <p:extLst>
              <p:ext uri="{D42A27DB-BD31-4B8C-83A1-F6EECF244321}">
                <p14:modId xmlns:p14="http://schemas.microsoft.com/office/powerpoint/2010/main" val="3668726131"/>
              </p:ext>
            </p:extLst>
          </p:nvPr>
        </p:nvGraphicFramePr>
        <p:xfrm>
          <a:off x="4581036" y="3406813"/>
          <a:ext cx="469608" cy="449189"/>
        </p:xfrm>
        <a:graphic>
          <a:graphicData uri="http://schemas.openxmlformats.org/presentationml/2006/ole">
            <mc:AlternateContent xmlns:mc="http://schemas.openxmlformats.org/markup-compatibility/2006">
              <mc:Choice xmlns:v="urn:schemas-microsoft-com:vml" Requires="v">
                <p:oleObj name="Equation" r:id="rId5" imgW="218705" imgH="209854" progId="Equation.DSMT4">
                  <p:embed/>
                </p:oleObj>
              </mc:Choice>
              <mc:Fallback>
                <p:oleObj name="Equation" r:id="rId5" imgW="218705" imgH="209854" progId="Equation.DSMT4">
                  <p:embed/>
                  <p:pic>
                    <p:nvPicPr>
                      <p:cNvPr id="0" name=""/>
                      <p:cNvPicPr/>
                      <p:nvPr/>
                    </p:nvPicPr>
                    <p:blipFill>
                      <a:blip r:embed="rId6"/>
                      <a:stretch>
                        <a:fillRect/>
                      </a:stretch>
                    </p:blipFill>
                    <p:spPr>
                      <a:xfrm>
                        <a:off x="4581036" y="3406813"/>
                        <a:ext cx="469608" cy="449189"/>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29899717-558B-24B8-E30F-45B95FB23AC5}"/>
              </a:ext>
            </a:extLst>
          </p:cNvPr>
          <p:cNvGraphicFramePr>
            <a:graphicFrameLocks noChangeAspect="1"/>
          </p:cNvGraphicFramePr>
          <p:nvPr>
            <p:extLst>
              <p:ext uri="{D42A27DB-BD31-4B8C-83A1-F6EECF244321}">
                <p14:modId xmlns:p14="http://schemas.microsoft.com/office/powerpoint/2010/main" val="995375762"/>
              </p:ext>
            </p:extLst>
          </p:nvPr>
        </p:nvGraphicFramePr>
        <p:xfrm>
          <a:off x="7812023" y="3411583"/>
          <a:ext cx="3219189" cy="469608"/>
        </p:xfrm>
        <a:graphic>
          <a:graphicData uri="http://schemas.openxmlformats.org/presentationml/2006/ole">
            <mc:AlternateContent xmlns:mc="http://schemas.openxmlformats.org/markup-compatibility/2006">
              <mc:Choice xmlns:v="urn:schemas-microsoft-com:vml" Requires="v">
                <p:oleObj name="Equation" r:id="rId7" imgW="1501125" imgH="219590" progId="Equation.DSMT4">
                  <p:embed/>
                </p:oleObj>
              </mc:Choice>
              <mc:Fallback>
                <p:oleObj name="Equation" r:id="rId7" imgW="1501125" imgH="219590" progId="Equation.DSMT4">
                  <p:embed/>
                  <p:pic>
                    <p:nvPicPr>
                      <p:cNvPr id="0" name=""/>
                      <p:cNvPicPr/>
                      <p:nvPr/>
                    </p:nvPicPr>
                    <p:blipFill>
                      <a:blip r:embed="rId8"/>
                      <a:stretch>
                        <a:fillRect/>
                      </a:stretch>
                    </p:blipFill>
                    <p:spPr>
                      <a:xfrm>
                        <a:off x="7812023" y="3411583"/>
                        <a:ext cx="3219189" cy="469608"/>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74E96A7C-F249-A950-155A-0B7E37636FE9}"/>
              </a:ext>
            </a:extLst>
          </p:cNvPr>
          <p:cNvGraphicFramePr>
            <a:graphicFrameLocks noChangeAspect="1"/>
          </p:cNvGraphicFramePr>
          <p:nvPr>
            <p:extLst>
              <p:ext uri="{D42A27DB-BD31-4B8C-83A1-F6EECF244321}">
                <p14:modId xmlns:p14="http://schemas.microsoft.com/office/powerpoint/2010/main" val="4236684391"/>
              </p:ext>
            </p:extLst>
          </p:nvPr>
        </p:nvGraphicFramePr>
        <p:xfrm>
          <a:off x="5600346" y="3968721"/>
          <a:ext cx="2188011" cy="2806729"/>
        </p:xfrm>
        <a:graphic>
          <a:graphicData uri="http://schemas.openxmlformats.org/presentationml/2006/ole">
            <mc:AlternateContent xmlns:mc="http://schemas.openxmlformats.org/markup-compatibility/2006">
              <mc:Choice xmlns:v="urn:schemas-microsoft-com:vml" Requires="v">
                <p:oleObj name="Equation" r:id="rId9" imgW="1235376" imgH="1583642" progId="Equation.DSMT4">
                  <p:embed/>
                </p:oleObj>
              </mc:Choice>
              <mc:Fallback>
                <p:oleObj name="Equation" r:id="rId9" imgW="1235376" imgH="1583642" progId="Equation.DSMT4">
                  <p:embed/>
                  <p:pic>
                    <p:nvPicPr>
                      <p:cNvPr id="0" name=""/>
                      <p:cNvPicPr/>
                      <p:nvPr/>
                    </p:nvPicPr>
                    <p:blipFill>
                      <a:blip r:embed="rId10"/>
                      <a:stretch>
                        <a:fillRect/>
                      </a:stretch>
                    </p:blipFill>
                    <p:spPr>
                      <a:xfrm>
                        <a:off x="5600346" y="3968721"/>
                        <a:ext cx="2188011" cy="2806729"/>
                      </a:xfrm>
                      <a:prstGeom prst="rect">
                        <a:avLst/>
                      </a:prstGeom>
                    </p:spPr>
                  </p:pic>
                </p:oleObj>
              </mc:Fallback>
            </mc:AlternateContent>
          </a:graphicData>
        </a:graphic>
      </p:graphicFrame>
    </p:spTree>
    <p:extLst>
      <p:ext uri="{BB962C8B-B14F-4D97-AF65-F5344CB8AC3E}">
        <p14:creationId xmlns:p14="http://schemas.microsoft.com/office/powerpoint/2010/main" val="658200616"/>
      </p:ext>
    </p:extLst>
  </p:cSld>
  <p:clrMapOvr>
    <a:masterClrMapping/>
  </p:clrMapOvr>
  <p:transition advTm="18857"/>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关节      是移动关节，连杆      相对于连杆       作微分移动         ，即                                               ，可得出手爪相应的微分运动矢量为</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利用手爪相应的微分运动矢量矩阵可以得到机器人雅可比矩阵的各个列矢量，各个列矢量的求取将取决于各个连杆到末端连杆的变换矩阵 。</a:t>
            </a: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01445FBD-131B-F5D5-9F59-67DEC5BFABCC}"/>
              </a:ext>
            </a:extLst>
          </p:cNvPr>
          <p:cNvGraphicFramePr>
            <a:graphicFrameLocks noChangeAspect="1"/>
          </p:cNvGraphicFramePr>
          <p:nvPr>
            <p:extLst>
              <p:ext uri="{D42A27DB-BD31-4B8C-83A1-F6EECF244321}">
                <p14:modId xmlns:p14="http://schemas.microsoft.com/office/powerpoint/2010/main" val="30431099"/>
              </p:ext>
            </p:extLst>
          </p:nvPr>
        </p:nvGraphicFramePr>
        <p:xfrm>
          <a:off x="2179852" y="1088103"/>
          <a:ext cx="202137" cy="359350"/>
        </p:xfrm>
        <a:graphic>
          <a:graphicData uri="http://schemas.openxmlformats.org/presentationml/2006/ole">
            <mc:AlternateContent xmlns:mc="http://schemas.openxmlformats.org/markup-compatibility/2006">
              <mc:Choice xmlns:v="urn:schemas-microsoft-com:vml" Requires="v">
                <p:oleObj name="Equation" r:id="rId3" imgW="85471" imgH="152523" progId="Equation.DSMT4">
                  <p:embed/>
                </p:oleObj>
              </mc:Choice>
              <mc:Fallback>
                <p:oleObj name="Equation" r:id="rId3" imgW="85471" imgH="152523" progId="Equation.DSMT4">
                  <p:embed/>
                  <p:pic>
                    <p:nvPicPr>
                      <p:cNvPr id="0" name=""/>
                      <p:cNvPicPr/>
                      <p:nvPr/>
                    </p:nvPicPr>
                    <p:blipFill>
                      <a:blip r:embed="rId4"/>
                      <a:stretch>
                        <a:fillRect/>
                      </a:stretch>
                    </p:blipFill>
                    <p:spPr>
                      <a:xfrm>
                        <a:off x="2179852" y="1088103"/>
                        <a:ext cx="202137" cy="35935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41A8FFB8-D757-5122-B1C5-D1FBAAE8C167}"/>
              </a:ext>
            </a:extLst>
          </p:cNvPr>
          <p:cNvGraphicFramePr>
            <a:graphicFrameLocks noChangeAspect="1"/>
          </p:cNvGraphicFramePr>
          <p:nvPr>
            <p:extLst>
              <p:ext uri="{D42A27DB-BD31-4B8C-83A1-F6EECF244321}">
                <p14:modId xmlns:p14="http://schemas.microsoft.com/office/powerpoint/2010/main" val="1244324057"/>
              </p:ext>
            </p:extLst>
          </p:nvPr>
        </p:nvGraphicFramePr>
        <p:xfrm>
          <a:off x="5072912" y="1091278"/>
          <a:ext cx="202137" cy="359350"/>
        </p:xfrm>
        <a:graphic>
          <a:graphicData uri="http://schemas.openxmlformats.org/presentationml/2006/ole">
            <mc:AlternateContent xmlns:mc="http://schemas.openxmlformats.org/markup-compatibility/2006">
              <mc:Choice xmlns:v="urn:schemas-microsoft-com:vml" Requires="v">
                <p:oleObj name="Equation" r:id="rId5" imgW="85326" imgH="152645" progId="Equation.DSMT4">
                  <p:embed/>
                </p:oleObj>
              </mc:Choice>
              <mc:Fallback>
                <p:oleObj name="Equation" r:id="rId5" imgW="85326" imgH="152645" progId="Equation.DSMT4">
                  <p:embed/>
                  <p:pic>
                    <p:nvPicPr>
                      <p:cNvPr id="0" name=""/>
                      <p:cNvPicPr/>
                      <p:nvPr/>
                    </p:nvPicPr>
                    <p:blipFill>
                      <a:blip r:embed="rId6"/>
                      <a:stretch>
                        <a:fillRect/>
                      </a:stretch>
                    </p:blipFill>
                    <p:spPr>
                      <a:xfrm>
                        <a:off x="5072912" y="1091278"/>
                        <a:ext cx="202137" cy="35935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DC537577-85AA-C286-EFF6-99A26514D4DC}"/>
              </a:ext>
            </a:extLst>
          </p:cNvPr>
          <p:cNvGraphicFramePr>
            <a:graphicFrameLocks noChangeAspect="1"/>
          </p:cNvGraphicFramePr>
          <p:nvPr>
            <p:extLst>
              <p:ext uri="{D42A27DB-BD31-4B8C-83A1-F6EECF244321}">
                <p14:modId xmlns:p14="http://schemas.microsoft.com/office/powerpoint/2010/main" val="3092985918"/>
              </p:ext>
            </p:extLst>
          </p:nvPr>
        </p:nvGraphicFramePr>
        <p:xfrm>
          <a:off x="6951038" y="1075167"/>
          <a:ext cx="606405" cy="404272"/>
        </p:xfrm>
        <a:graphic>
          <a:graphicData uri="http://schemas.openxmlformats.org/presentationml/2006/ole">
            <mc:AlternateContent xmlns:mc="http://schemas.openxmlformats.org/markup-compatibility/2006">
              <mc:Choice xmlns:v="urn:schemas-microsoft-com:vml" Requires="v">
                <p:oleObj name="Equation" r:id="rId7" imgW="256412" imgH="171633" progId="Equation.DSMT4">
                  <p:embed/>
                </p:oleObj>
              </mc:Choice>
              <mc:Fallback>
                <p:oleObj name="Equation" r:id="rId7" imgW="256412" imgH="171633" progId="Equation.DSMT4">
                  <p:embed/>
                  <p:pic>
                    <p:nvPicPr>
                      <p:cNvPr id="0" name=""/>
                      <p:cNvPicPr/>
                      <p:nvPr/>
                    </p:nvPicPr>
                    <p:blipFill>
                      <a:blip r:embed="rId8"/>
                      <a:stretch>
                        <a:fillRect/>
                      </a:stretch>
                    </p:blipFill>
                    <p:spPr>
                      <a:xfrm>
                        <a:off x="6951038" y="1075167"/>
                        <a:ext cx="606405" cy="404272"/>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CFB137EC-6E48-DB01-69D7-5EC0C8905FD7}"/>
              </a:ext>
            </a:extLst>
          </p:cNvPr>
          <p:cNvGraphicFramePr>
            <a:graphicFrameLocks noChangeAspect="1"/>
          </p:cNvGraphicFramePr>
          <p:nvPr>
            <p:extLst>
              <p:ext uri="{D42A27DB-BD31-4B8C-83A1-F6EECF244321}">
                <p14:modId xmlns:p14="http://schemas.microsoft.com/office/powerpoint/2010/main" val="2753374151"/>
              </p:ext>
            </p:extLst>
          </p:nvPr>
        </p:nvGraphicFramePr>
        <p:xfrm>
          <a:off x="9142891" y="1030249"/>
          <a:ext cx="516569" cy="494108"/>
        </p:xfrm>
        <a:graphic>
          <a:graphicData uri="http://schemas.openxmlformats.org/presentationml/2006/ole">
            <mc:AlternateContent xmlns:mc="http://schemas.openxmlformats.org/markup-compatibility/2006">
              <mc:Choice xmlns:v="urn:schemas-microsoft-com:vml" Requires="v">
                <p:oleObj name="Equation" r:id="rId9" imgW="218705" imgH="209854" progId="Equation.DSMT4">
                  <p:embed/>
                </p:oleObj>
              </mc:Choice>
              <mc:Fallback>
                <p:oleObj name="Equation" r:id="rId9" imgW="218705" imgH="209854" progId="Equation.DSMT4">
                  <p:embed/>
                  <p:pic>
                    <p:nvPicPr>
                      <p:cNvPr id="0" name=""/>
                      <p:cNvPicPr/>
                      <p:nvPr/>
                    </p:nvPicPr>
                    <p:blipFill>
                      <a:blip r:embed="rId10"/>
                      <a:stretch>
                        <a:fillRect/>
                      </a:stretch>
                    </p:blipFill>
                    <p:spPr>
                      <a:xfrm>
                        <a:off x="9142891" y="1030249"/>
                        <a:ext cx="516569" cy="49410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89A852B3-A28B-EA49-5A4B-59AD7B8B71E9}"/>
              </a:ext>
            </a:extLst>
          </p:cNvPr>
          <p:cNvGraphicFramePr>
            <a:graphicFrameLocks noChangeAspect="1"/>
          </p:cNvGraphicFramePr>
          <p:nvPr>
            <p:extLst>
              <p:ext uri="{D42A27DB-BD31-4B8C-83A1-F6EECF244321}">
                <p14:modId xmlns:p14="http://schemas.microsoft.com/office/powerpoint/2010/main" val="2818997653"/>
              </p:ext>
            </p:extLst>
          </p:nvPr>
        </p:nvGraphicFramePr>
        <p:xfrm>
          <a:off x="1058880" y="1546319"/>
          <a:ext cx="3518647" cy="516569"/>
        </p:xfrm>
        <a:graphic>
          <a:graphicData uri="http://schemas.openxmlformats.org/presentationml/2006/ole">
            <mc:AlternateContent xmlns:mc="http://schemas.openxmlformats.org/markup-compatibility/2006">
              <mc:Choice xmlns:v="urn:schemas-microsoft-com:vml" Requires="v">
                <p:oleObj name="Equation" r:id="rId11" imgW="1491788" imgH="219590" progId="Equation.DSMT4">
                  <p:embed/>
                </p:oleObj>
              </mc:Choice>
              <mc:Fallback>
                <p:oleObj name="Equation" r:id="rId11" imgW="1491788" imgH="219590" progId="Equation.DSMT4">
                  <p:embed/>
                  <p:pic>
                    <p:nvPicPr>
                      <p:cNvPr id="0" name=""/>
                      <p:cNvPicPr/>
                      <p:nvPr/>
                    </p:nvPicPr>
                    <p:blipFill>
                      <a:blip r:embed="rId12"/>
                      <a:stretch>
                        <a:fillRect/>
                      </a:stretch>
                    </p:blipFill>
                    <p:spPr>
                      <a:xfrm>
                        <a:off x="1058880" y="1546319"/>
                        <a:ext cx="3518647" cy="516569"/>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910EB856-5AB4-0459-B6AC-DFF80A6B3AC9}"/>
              </a:ext>
            </a:extLst>
          </p:cNvPr>
          <p:cNvGraphicFramePr>
            <a:graphicFrameLocks noChangeAspect="1"/>
          </p:cNvGraphicFramePr>
          <p:nvPr>
            <p:extLst>
              <p:ext uri="{D42A27DB-BD31-4B8C-83A1-F6EECF244321}">
                <p14:modId xmlns:p14="http://schemas.microsoft.com/office/powerpoint/2010/main" val="2872049097"/>
              </p:ext>
            </p:extLst>
          </p:nvPr>
        </p:nvGraphicFramePr>
        <p:xfrm>
          <a:off x="4997358" y="2257100"/>
          <a:ext cx="2197283" cy="2901012"/>
        </p:xfrm>
        <a:graphic>
          <a:graphicData uri="http://schemas.openxmlformats.org/presentationml/2006/ole">
            <mc:AlternateContent xmlns:mc="http://schemas.openxmlformats.org/markup-compatibility/2006">
              <mc:Choice xmlns:v="urn:schemas-microsoft-com:vml" Requires="v">
                <p:oleObj name="Equation" r:id="rId13" imgW="931200" imgH="1230640" progId="Equation.DSMT4">
                  <p:embed/>
                </p:oleObj>
              </mc:Choice>
              <mc:Fallback>
                <p:oleObj name="Equation" r:id="rId13" imgW="931200" imgH="1230640" progId="Equation.DSMT4">
                  <p:embed/>
                  <p:pic>
                    <p:nvPicPr>
                      <p:cNvPr id="0" name=""/>
                      <p:cNvPicPr/>
                      <p:nvPr/>
                    </p:nvPicPr>
                    <p:blipFill>
                      <a:blip r:embed="rId14"/>
                      <a:stretch>
                        <a:fillRect/>
                      </a:stretch>
                    </p:blipFill>
                    <p:spPr>
                      <a:xfrm>
                        <a:off x="4997358" y="2257100"/>
                        <a:ext cx="2197283" cy="2901012"/>
                      </a:xfrm>
                      <a:prstGeom prst="rect">
                        <a:avLst/>
                      </a:prstGeom>
                    </p:spPr>
                  </p:pic>
                </p:oleObj>
              </mc:Fallback>
            </mc:AlternateContent>
          </a:graphicData>
        </a:graphic>
      </p:graphicFrame>
    </p:spTree>
    <p:extLst>
      <p:ext uri="{BB962C8B-B14F-4D97-AF65-F5344CB8AC3E}">
        <p14:creationId xmlns:p14="http://schemas.microsoft.com/office/powerpoint/2010/main" val="1392346119"/>
      </p:ext>
    </p:extLst>
  </p:cSld>
  <p:clrMapOvr>
    <a:masterClrMapping/>
  </p:clrMapOvr>
  <p:transition advTm="18857"/>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对于转动关节，求解雅可比矩阵的第     列则按相应的微分运动矢量矩阵计算；对于移动关节，则按微分运动矢量矩阵的矩阵表示计算，由此得到雅可比矩阵的第      列为</a:t>
            </a:r>
            <a:endParaRPr lang="en-US" altLang="zh-CN" sz="2400" b="1" dirty="0">
              <a:latin typeface="Times New Roman" pitchFamily="18" charset="0"/>
              <a:ea typeface="微软雅黑" pitchFamily="34" charset="-122"/>
            </a:endParaRPr>
          </a:p>
        </p:txBody>
      </p:sp>
      <p:graphicFrame>
        <p:nvGraphicFramePr>
          <p:cNvPr id="5" name="对象 4">
            <a:extLst>
              <a:ext uri="{FF2B5EF4-FFF2-40B4-BE49-F238E27FC236}">
                <a16:creationId xmlns:a16="http://schemas.microsoft.com/office/drawing/2014/main" id="{64A20F8C-0145-AC87-1A11-3DBDE465D5FE}"/>
              </a:ext>
            </a:extLst>
          </p:cNvPr>
          <p:cNvGraphicFramePr>
            <a:graphicFrameLocks noChangeAspect="1"/>
          </p:cNvGraphicFramePr>
          <p:nvPr>
            <p:extLst>
              <p:ext uri="{D42A27DB-BD31-4B8C-83A1-F6EECF244321}">
                <p14:modId xmlns:p14="http://schemas.microsoft.com/office/powerpoint/2010/main" val="1628174031"/>
              </p:ext>
            </p:extLst>
          </p:nvPr>
        </p:nvGraphicFramePr>
        <p:xfrm>
          <a:off x="6418207" y="1025224"/>
          <a:ext cx="244586" cy="434814"/>
        </p:xfrm>
        <a:graphic>
          <a:graphicData uri="http://schemas.openxmlformats.org/presentationml/2006/ole">
            <mc:AlternateContent xmlns:mc="http://schemas.openxmlformats.org/markup-compatibility/2006">
              <mc:Choice xmlns:v="urn:schemas-microsoft-com:vml" Requires="v">
                <p:oleObj name="Equation" r:id="rId3" imgW="85471" imgH="152523" progId="Equation.DSMT4">
                  <p:embed/>
                </p:oleObj>
              </mc:Choice>
              <mc:Fallback>
                <p:oleObj name="Equation" r:id="rId3" imgW="85471" imgH="152523" progId="Equation.DSMT4">
                  <p:embed/>
                  <p:pic>
                    <p:nvPicPr>
                      <p:cNvPr id="0" name=""/>
                      <p:cNvPicPr/>
                      <p:nvPr/>
                    </p:nvPicPr>
                    <p:blipFill>
                      <a:blip r:embed="rId4"/>
                      <a:stretch>
                        <a:fillRect/>
                      </a:stretch>
                    </p:blipFill>
                    <p:spPr>
                      <a:xfrm>
                        <a:off x="6418207" y="1025224"/>
                        <a:ext cx="244586" cy="434814"/>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FB00FAE7-5302-08C7-44F9-3345CA0A9935}"/>
              </a:ext>
            </a:extLst>
          </p:cNvPr>
          <p:cNvGraphicFramePr>
            <a:graphicFrameLocks noChangeAspect="1"/>
          </p:cNvGraphicFramePr>
          <p:nvPr>
            <p:extLst>
              <p:ext uri="{D42A27DB-BD31-4B8C-83A1-F6EECF244321}">
                <p14:modId xmlns:p14="http://schemas.microsoft.com/office/powerpoint/2010/main" val="713607999"/>
              </p:ext>
            </p:extLst>
          </p:nvPr>
        </p:nvGraphicFramePr>
        <p:xfrm>
          <a:off x="2428875" y="2181225"/>
          <a:ext cx="246063" cy="434975"/>
        </p:xfrm>
        <a:graphic>
          <a:graphicData uri="http://schemas.openxmlformats.org/presentationml/2006/ole">
            <mc:AlternateContent xmlns:mc="http://schemas.openxmlformats.org/markup-compatibility/2006">
              <mc:Choice xmlns:v="urn:schemas-microsoft-com:vml" Requires="v">
                <p:oleObj name="Equation" r:id="rId5" imgW="245538" imgH="434536" progId="Equation.DSMT4">
                  <p:embed/>
                </p:oleObj>
              </mc:Choice>
              <mc:Fallback>
                <p:oleObj name="Equation" r:id="rId5" imgW="245538" imgH="434536" progId="Equation.DSMT4">
                  <p:embed/>
                  <p:pic>
                    <p:nvPicPr>
                      <p:cNvPr id="0" name=""/>
                      <p:cNvPicPr/>
                      <p:nvPr/>
                    </p:nvPicPr>
                    <p:blipFill>
                      <a:blip r:embed="rId6"/>
                      <a:stretch>
                        <a:fillRect/>
                      </a:stretch>
                    </p:blipFill>
                    <p:spPr>
                      <a:xfrm>
                        <a:off x="2428875" y="2181225"/>
                        <a:ext cx="246063" cy="434975"/>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0DFA2F2B-D550-5972-70CB-B6C7BE601363}"/>
              </a:ext>
            </a:extLst>
          </p:cNvPr>
          <p:cNvGraphicFramePr>
            <a:graphicFrameLocks noChangeAspect="1"/>
          </p:cNvGraphicFramePr>
          <p:nvPr>
            <p:extLst>
              <p:ext uri="{D42A27DB-BD31-4B8C-83A1-F6EECF244321}">
                <p14:modId xmlns:p14="http://schemas.microsoft.com/office/powerpoint/2010/main" val="3738143676"/>
              </p:ext>
            </p:extLst>
          </p:nvPr>
        </p:nvGraphicFramePr>
        <p:xfrm>
          <a:off x="3263819" y="3112579"/>
          <a:ext cx="5664360" cy="2434654"/>
        </p:xfrm>
        <a:graphic>
          <a:graphicData uri="http://schemas.openxmlformats.org/presentationml/2006/ole">
            <mc:AlternateContent xmlns:mc="http://schemas.openxmlformats.org/markup-compatibility/2006">
              <mc:Choice xmlns:v="urn:schemas-microsoft-com:vml" Requires="v">
                <p:oleObj name="Equation" r:id="rId7" imgW="2907442" imgH="1249750" progId="Equation.DSMT4">
                  <p:embed/>
                </p:oleObj>
              </mc:Choice>
              <mc:Fallback>
                <p:oleObj name="Equation" r:id="rId7" imgW="2907442" imgH="1249750" progId="Equation.DSMT4">
                  <p:embed/>
                  <p:pic>
                    <p:nvPicPr>
                      <p:cNvPr id="0" name=""/>
                      <p:cNvPicPr/>
                      <p:nvPr/>
                    </p:nvPicPr>
                    <p:blipFill>
                      <a:blip r:embed="rId8"/>
                      <a:stretch>
                        <a:fillRect/>
                      </a:stretch>
                    </p:blipFill>
                    <p:spPr>
                      <a:xfrm>
                        <a:off x="3263819" y="3112579"/>
                        <a:ext cx="5664360" cy="2434654"/>
                      </a:xfrm>
                      <a:prstGeom prst="rect">
                        <a:avLst/>
                      </a:prstGeom>
                    </p:spPr>
                  </p:pic>
                </p:oleObj>
              </mc:Fallback>
            </mc:AlternateContent>
          </a:graphicData>
        </a:graphic>
      </p:graphicFrame>
    </p:spTree>
    <p:extLst>
      <p:ext uri="{BB962C8B-B14F-4D97-AF65-F5344CB8AC3E}">
        <p14:creationId xmlns:p14="http://schemas.microsoft.com/office/powerpoint/2010/main" val="3092779083"/>
      </p:ext>
    </p:extLst>
  </p:cSld>
  <p:clrMapOvr>
    <a:masterClrMapping/>
  </p:clrMapOvr>
  <p:transition advTm="18857"/>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根据上述基于微分变换法的计算步骤，接下来需要求各个连杆到机器人末端连杆的变换矩阵：</a:t>
            </a:r>
            <a:endParaRPr lang="en-US" altLang="zh-CN" sz="2400" b="1" dirty="0">
              <a:latin typeface="Times New Roman" pitchFamily="18" charset="0"/>
              <a:ea typeface="微软雅黑" pitchFamily="34" charset="-122"/>
            </a:endParaRPr>
          </a:p>
        </p:txBody>
      </p:sp>
      <p:sp>
        <p:nvSpPr>
          <p:cNvPr id="5" name="Rectangle 2">
            <a:extLst>
              <a:ext uri="{FF2B5EF4-FFF2-40B4-BE49-F238E27FC236}">
                <a16:creationId xmlns:a16="http://schemas.microsoft.com/office/drawing/2014/main" id="{42BCB91B-53DF-5794-01CF-F6120431534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54EA8913-6691-1D69-1B1D-6B207D18CC9E}"/>
              </a:ext>
            </a:extLst>
          </p:cNvPr>
          <p:cNvGraphicFramePr>
            <a:graphicFrameLocks noChangeAspect="1"/>
          </p:cNvGraphicFramePr>
          <p:nvPr>
            <p:extLst>
              <p:ext uri="{D42A27DB-BD31-4B8C-83A1-F6EECF244321}">
                <p14:modId xmlns:p14="http://schemas.microsoft.com/office/powerpoint/2010/main" val="1541333850"/>
              </p:ext>
            </p:extLst>
          </p:nvPr>
        </p:nvGraphicFramePr>
        <p:xfrm>
          <a:off x="2594666" y="2400482"/>
          <a:ext cx="6682151" cy="1439925"/>
        </p:xfrm>
        <a:graphic>
          <a:graphicData uri="http://schemas.openxmlformats.org/presentationml/2006/ole">
            <mc:AlternateContent xmlns:mc="http://schemas.openxmlformats.org/markup-compatibility/2006">
              <mc:Choice xmlns:v="urn:schemas-microsoft-com:vml" Requires="v">
                <p:oleObj name="Equation" r:id="rId3" imgW="3771900" imgH="812800" progId="Equation.DSMT4">
                  <p:embed/>
                </p:oleObj>
              </mc:Choice>
              <mc:Fallback>
                <p:oleObj name="Equation" r:id="rId3" imgW="3771900" imgH="8128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4666" y="2400482"/>
                        <a:ext cx="6682151" cy="143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49550864"/>
      </p:ext>
    </p:extLst>
  </p:cSld>
  <p:clrMapOvr>
    <a:masterClrMapping/>
  </p:clrMapOvr>
  <p:transition advTm="18857"/>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通过变换矩阵求得最终的雅可比矩阵结果</a:t>
            </a:r>
            <a:endParaRPr lang="en-US" altLang="zh-CN" sz="2400" b="1" dirty="0">
              <a:latin typeface="Times New Roman" pitchFamily="18" charset="0"/>
              <a:ea typeface="微软雅黑" pitchFamily="34" charset="-122"/>
            </a:endParaRPr>
          </a:p>
        </p:txBody>
      </p:sp>
      <p:grpSp>
        <p:nvGrpSpPr>
          <p:cNvPr id="5" name="组合 4">
            <a:extLst>
              <a:ext uri="{FF2B5EF4-FFF2-40B4-BE49-F238E27FC236}">
                <a16:creationId xmlns:a16="http://schemas.microsoft.com/office/drawing/2014/main" id="{43C531A9-7BF5-1869-60C4-D3ABC560FA78}"/>
              </a:ext>
            </a:extLst>
          </p:cNvPr>
          <p:cNvGrpSpPr/>
          <p:nvPr/>
        </p:nvGrpSpPr>
        <p:grpSpPr>
          <a:xfrm>
            <a:off x="1874044" y="2166720"/>
            <a:ext cx="8443912" cy="1983647"/>
            <a:chOff x="1360488" y="2548150"/>
            <a:chExt cx="7032625" cy="1231688"/>
          </a:xfrm>
        </p:grpSpPr>
        <p:graphicFrame>
          <p:nvGraphicFramePr>
            <p:cNvPr id="3" name="对象 2">
              <a:extLst>
                <a:ext uri="{FF2B5EF4-FFF2-40B4-BE49-F238E27FC236}">
                  <a16:creationId xmlns:a16="http://schemas.microsoft.com/office/drawing/2014/main" id="{7C169179-39FC-952A-555A-95025EDEF8A8}"/>
                </a:ext>
              </a:extLst>
            </p:cNvPr>
            <p:cNvGraphicFramePr>
              <a:graphicFrameLocks noChangeAspect="1"/>
            </p:cNvGraphicFramePr>
            <p:nvPr>
              <p:extLst>
                <p:ext uri="{D42A27DB-BD31-4B8C-83A1-F6EECF244321}">
                  <p14:modId xmlns:p14="http://schemas.microsoft.com/office/powerpoint/2010/main" val="3819754311"/>
                </p:ext>
              </p:extLst>
            </p:nvPr>
          </p:nvGraphicFramePr>
          <p:xfrm>
            <a:off x="1360488" y="2548150"/>
            <a:ext cx="5254625" cy="1220787"/>
          </p:xfrm>
          <a:graphic>
            <a:graphicData uri="http://schemas.openxmlformats.org/presentationml/2006/ole">
              <mc:AlternateContent xmlns:mc="http://schemas.openxmlformats.org/markup-compatibility/2006">
                <mc:Choice xmlns:v="urn:schemas-microsoft-com:vml" Requires="v">
                  <p:oleObj name="Equation" r:id="rId3" imgW="5254296" imgH="1221265" progId="Equation.DSMT4">
                    <p:embed/>
                  </p:oleObj>
                </mc:Choice>
                <mc:Fallback>
                  <p:oleObj name="Equation" r:id="rId3" imgW="5254296" imgH="1221265" progId="Equation.DSMT4">
                    <p:embed/>
                    <p:pic>
                      <p:nvPicPr>
                        <p:cNvPr id="0" name=""/>
                        <p:cNvPicPr/>
                        <p:nvPr/>
                      </p:nvPicPr>
                      <p:blipFill>
                        <a:blip r:embed="rId4"/>
                        <a:stretch>
                          <a:fillRect/>
                        </a:stretch>
                      </p:blipFill>
                      <p:spPr>
                        <a:xfrm>
                          <a:off x="1360488" y="2548150"/>
                          <a:ext cx="5254625" cy="1220787"/>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16535456-D336-BCA2-5CFD-CDBF4682D31F}"/>
                </a:ext>
              </a:extLst>
            </p:cNvPr>
            <p:cNvGraphicFramePr>
              <a:graphicFrameLocks noChangeAspect="1"/>
            </p:cNvGraphicFramePr>
            <p:nvPr>
              <p:extLst>
                <p:ext uri="{D42A27DB-BD31-4B8C-83A1-F6EECF244321}">
                  <p14:modId xmlns:p14="http://schemas.microsoft.com/office/powerpoint/2010/main" val="909102764"/>
                </p:ext>
              </p:extLst>
            </p:nvPr>
          </p:nvGraphicFramePr>
          <p:xfrm>
            <a:off x="6464300" y="2568575"/>
            <a:ext cx="1928813" cy="1211263"/>
          </p:xfrm>
          <a:graphic>
            <a:graphicData uri="http://schemas.openxmlformats.org/presentationml/2006/ole">
              <mc:AlternateContent xmlns:mc="http://schemas.openxmlformats.org/markup-compatibility/2006">
                <mc:Choice xmlns:v="urn:schemas-microsoft-com:vml" Requires="v">
                  <p:oleObj name="Equation" r:id="rId5" imgW="1928838" imgH="1211529" progId="Equation.DSMT4">
                    <p:embed/>
                  </p:oleObj>
                </mc:Choice>
                <mc:Fallback>
                  <p:oleObj name="Equation" r:id="rId5" imgW="1928838" imgH="1211529" progId="Equation.DSMT4">
                    <p:embed/>
                    <p:pic>
                      <p:nvPicPr>
                        <p:cNvPr id="0" name=""/>
                        <p:cNvPicPr/>
                        <p:nvPr/>
                      </p:nvPicPr>
                      <p:blipFill>
                        <a:blip r:embed="rId6"/>
                        <a:stretch>
                          <a:fillRect/>
                        </a:stretch>
                      </p:blipFill>
                      <p:spPr>
                        <a:xfrm>
                          <a:off x="6464300" y="2568575"/>
                          <a:ext cx="1928813" cy="1211263"/>
                        </a:xfrm>
                        <a:prstGeom prst="rect">
                          <a:avLst/>
                        </a:prstGeom>
                      </p:spPr>
                    </p:pic>
                  </p:oleObj>
                </mc:Fallback>
              </mc:AlternateContent>
            </a:graphicData>
          </a:graphic>
        </p:graphicFrame>
      </p:grpSp>
    </p:spTree>
    <p:extLst>
      <p:ext uri="{BB962C8B-B14F-4D97-AF65-F5344CB8AC3E}">
        <p14:creationId xmlns:p14="http://schemas.microsoft.com/office/powerpoint/2010/main" val="4025925469"/>
      </p:ext>
    </p:extLst>
  </p:cSld>
  <p:clrMapOvr>
    <a:masterClrMapping/>
  </p:clrMapOvr>
  <p:transition advTm="18857"/>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800100" y="561975"/>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3.3.3  </a:t>
            </a:r>
            <a:r>
              <a:rPr lang="zh-CN" altLang="en-US" sz="2400" b="1" dirty="0">
                <a:latin typeface="Times New Roman" pitchFamily="18" charset="0"/>
                <a:ea typeface="微软雅黑" pitchFamily="34" charset="-122"/>
              </a:rPr>
              <a:t>基于连杆速度法的雅可比矩阵计算方法</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连杆速度法</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连杆速度法从基坐标系的原点出发，依次计算下一个关节连杆的线速度和角速度，直到得到手爪坐标系相对于自身的线速度和角速度，利用得到的矩阵右乘手爪坐标系相对于基坐标系的旋转矩阵，得到最终的相对于基坐标系的雅可比矩阵。</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连杆速度传递是指已知基座速度和各个关节的旋转角度，从基座速度开始，经过各个关节，依次推导下一个关节的角速度和线速度，最后得到末端执行器相对于基坐标系的广义速度。将                           提出来，雅可比矩阵可表示为：</a:t>
            </a: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31621C62-E052-C63C-3BF5-8D7C70A9736A}"/>
              </a:ext>
            </a:extLst>
          </p:cNvPr>
          <p:cNvGraphicFramePr>
            <a:graphicFrameLocks noChangeAspect="1"/>
          </p:cNvGraphicFramePr>
          <p:nvPr>
            <p:extLst>
              <p:ext uri="{D42A27DB-BD31-4B8C-83A1-F6EECF244321}">
                <p14:modId xmlns:p14="http://schemas.microsoft.com/office/powerpoint/2010/main" val="2406404597"/>
              </p:ext>
            </p:extLst>
          </p:nvPr>
        </p:nvGraphicFramePr>
        <p:xfrm>
          <a:off x="5942399" y="5306778"/>
          <a:ext cx="1296215" cy="426916"/>
        </p:xfrm>
        <a:graphic>
          <a:graphicData uri="http://schemas.openxmlformats.org/presentationml/2006/ole">
            <mc:AlternateContent xmlns:mc="http://schemas.openxmlformats.org/markup-compatibility/2006">
              <mc:Choice xmlns:v="urn:schemas-microsoft-com:vml" Requires="v">
                <p:oleObj name="Equation" r:id="rId3" imgW="665092" imgH="219590" progId="Equation.DSMT4">
                  <p:embed/>
                </p:oleObj>
              </mc:Choice>
              <mc:Fallback>
                <p:oleObj name="Equation" r:id="rId3" imgW="665092" imgH="219590" progId="Equation.DSMT4">
                  <p:embed/>
                  <p:pic>
                    <p:nvPicPr>
                      <p:cNvPr id="0" name=""/>
                      <p:cNvPicPr/>
                      <p:nvPr/>
                    </p:nvPicPr>
                    <p:blipFill>
                      <a:blip r:embed="rId4"/>
                      <a:stretch>
                        <a:fillRect/>
                      </a:stretch>
                    </p:blipFill>
                    <p:spPr>
                      <a:xfrm>
                        <a:off x="5942399" y="5306778"/>
                        <a:ext cx="1296215" cy="426916"/>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B10518D3-145A-8636-A1A2-DB8A421CE93E}"/>
              </a:ext>
            </a:extLst>
          </p:cNvPr>
          <p:cNvGraphicFramePr>
            <a:graphicFrameLocks noChangeAspect="1"/>
          </p:cNvGraphicFramePr>
          <p:nvPr>
            <p:extLst>
              <p:ext uri="{D42A27DB-BD31-4B8C-83A1-F6EECF244321}">
                <p14:modId xmlns:p14="http://schemas.microsoft.com/office/powerpoint/2010/main" val="1011329302"/>
              </p:ext>
            </p:extLst>
          </p:nvPr>
        </p:nvGraphicFramePr>
        <p:xfrm>
          <a:off x="7314814" y="5332178"/>
          <a:ext cx="519724" cy="426916"/>
        </p:xfrm>
        <a:graphic>
          <a:graphicData uri="http://schemas.openxmlformats.org/presentationml/2006/ole">
            <mc:AlternateContent xmlns:mc="http://schemas.openxmlformats.org/markup-compatibility/2006">
              <mc:Choice xmlns:v="urn:schemas-microsoft-com:vml" Requires="v">
                <p:oleObj name="Equation" r:id="rId5" imgW="266109" imgH="219590" progId="Equation.DSMT4">
                  <p:embed/>
                </p:oleObj>
              </mc:Choice>
              <mc:Fallback>
                <p:oleObj name="Equation" r:id="rId5" imgW="266109" imgH="219590" progId="Equation.DSMT4">
                  <p:embed/>
                  <p:pic>
                    <p:nvPicPr>
                      <p:cNvPr id="0" name=""/>
                      <p:cNvPicPr/>
                      <p:nvPr/>
                    </p:nvPicPr>
                    <p:blipFill>
                      <a:blip r:embed="rId6"/>
                      <a:stretch>
                        <a:fillRect/>
                      </a:stretch>
                    </p:blipFill>
                    <p:spPr>
                      <a:xfrm>
                        <a:off x="7314814" y="5332178"/>
                        <a:ext cx="519724" cy="426916"/>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2092E4E2-DB8F-24E3-98A3-12883A089CA8}"/>
              </a:ext>
            </a:extLst>
          </p:cNvPr>
          <p:cNvGraphicFramePr>
            <a:graphicFrameLocks noChangeAspect="1"/>
          </p:cNvGraphicFramePr>
          <p:nvPr>
            <p:extLst>
              <p:ext uri="{D42A27DB-BD31-4B8C-83A1-F6EECF244321}">
                <p14:modId xmlns:p14="http://schemas.microsoft.com/office/powerpoint/2010/main" val="2971138847"/>
              </p:ext>
            </p:extLst>
          </p:nvPr>
        </p:nvGraphicFramePr>
        <p:xfrm>
          <a:off x="5096766" y="5798123"/>
          <a:ext cx="1691265" cy="898377"/>
        </p:xfrm>
        <a:graphic>
          <a:graphicData uri="http://schemas.openxmlformats.org/presentationml/2006/ole">
            <mc:AlternateContent xmlns:mc="http://schemas.openxmlformats.org/markup-compatibility/2006">
              <mc:Choice xmlns:v="urn:schemas-microsoft-com:vml" Requires="v">
                <p:oleObj name="Equation" r:id="rId7" imgW="788629" imgH="419708" progId="Equation.DSMT4">
                  <p:embed/>
                </p:oleObj>
              </mc:Choice>
              <mc:Fallback>
                <p:oleObj name="Equation" r:id="rId7" imgW="788629" imgH="419708" progId="Equation.DSMT4">
                  <p:embed/>
                  <p:pic>
                    <p:nvPicPr>
                      <p:cNvPr id="0" name=""/>
                      <p:cNvPicPr/>
                      <p:nvPr/>
                    </p:nvPicPr>
                    <p:blipFill>
                      <a:blip r:embed="rId8"/>
                      <a:stretch>
                        <a:fillRect/>
                      </a:stretch>
                    </p:blipFill>
                    <p:spPr>
                      <a:xfrm>
                        <a:off x="5096766" y="5798123"/>
                        <a:ext cx="1691265" cy="898377"/>
                      </a:xfrm>
                      <a:prstGeom prst="rect">
                        <a:avLst/>
                      </a:prstGeom>
                    </p:spPr>
                  </p:pic>
                </p:oleObj>
              </mc:Fallback>
            </mc:AlternateContent>
          </a:graphicData>
        </a:graphic>
      </p:graphicFrame>
    </p:spTree>
    <p:extLst>
      <p:ext uri="{BB962C8B-B14F-4D97-AF65-F5344CB8AC3E}">
        <p14:creationId xmlns:p14="http://schemas.microsoft.com/office/powerpoint/2010/main" val="868233078"/>
      </p:ext>
    </p:extLst>
  </p:cSld>
  <p:clrMapOvr>
    <a:masterClrMapping/>
  </p:clrMapOvr>
  <p:transition advTm="18857"/>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01741" y="1907988"/>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）角速度的传递</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）线速度的传递</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）雅可比矩阵求解</a:t>
            </a: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5EC6AA67-0905-DD40-59D9-1725FCD77C3F}"/>
              </a:ext>
            </a:extLst>
          </p:cNvPr>
          <p:cNvGraphicFramePr>
            <a:graphicFrameLocks noChangeAspect="1"/>
          </p:cNvGraphicFramePr>
          <p:nvPr>
            <p:extLst>
              <p:ext uri="{D42A27DB-BD31-4B8C-83A1-F6EECF244321}">
                <p14:modId xmlns:p14="http://schemas.microsoft.com/office/powerpoint/2010/main" val="721717550"/>
              </p:ext>
            </p:extLst>
          </p:nvPr>
        </p:nvGraphicFramePr>
        <p:xfrm>
          <a:off x="4803907" y="2082413"/>
          <a:ext cx="3321276" cy="387937"/>
        </p:xfrm>
        <a:graphic>
          <a:graphicData uri="http://schemas.openxmlformats.org/presentationml/2006/ole">
            <mc:AlternateContent xmlns:mc="http://schemas.openxmlformats.org/markup-compatibility/2006">
              <mc:Choice xmlns:v="urn:schemas-microsoft-com:vml" Requires="v">
                <p:oleObj name="Equation" r:id="rId3" imgW="1548888" imgH="181369" progId="Equation.DSMT4">
                  <p:embed/>
                </p:oleObj>
              </mc:Choice>
              <mc:Fallback>
                <p:oleObj name="Equation" r:id="rId3" imgW="1548888" imgH="181369" progId="Equation.DSMT4">
                  <p:embed/>
                  <p:pic>
                    <p:nvPicPr>
                      <p:cNvPr id="0" name=""/>
                      <p:cNvPicPr/>
                      <p:nvPr/>
                    </p:nvPicPr>
                    <p:blipFill>
                      <a:blip r:embed="rId4"/>
                      <a:stretch>
                        <a:fillRect/>
                      </a:stretch>
                    </p:blipFill>
                    <p:spPr>
                      <a:xfrm>
                        <a:off x="4803907" y="2082413"/>
                        <a:ext cx="3321276" cy="387937"/>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1F85B65E-F3D7-B4EA-4A47-DA2899C25B3A}"/>
              </a:ext>
            </a:extLst>
          </p:cNvPr>
          <p:cNvGraphicFramePr>
            <a:graphicFrameLocks noChangeAspect="1"/>
          </p:cNvGraphicFramePr>
          <p:nvPr>
            <p:extLst>
              <p:ext uri="{D42A27DB-BD31-4B8C-83A1-F6EECF244321}">
                <p14:modId xmlns:p14="http://schemas.microsoft.com/office/powerpoint/2010/main" val="3011640145"/>
              </p:ext>
            </p:extLst>
          </p:nvPr>
        </p:nvGraphicFramePr>
        <p:xfrm>
          <a:off x="4752862" y="3368111"/>
          <a:ext cx="3423367" cy="469608"/>
        </p:xfrm>
        <a:graphic>
          <a:graphicData uri="http://schemas.openxmlformats.org/presentationml/2006/ole">
            <mc:AlternateContent xmlns:mc="http://schemas.openxmlformats.org/markup-compatibility/2006">
              <mc:Choice xmlns:v="urn:schemas-microsoft-com:vml" Requires="v">
                <p:oleObj name="Equation" r:id="rId5" imgW="1596292" imgH="219590" progId="Equation.DSMT4">
                  <p:embed/>
                </p:oleObj>
              </mc:Choice>
              <mc:Fallback>
                <p:oleObj name="Equation" r:id="rId5" imgW="1596292" imgH="219590" progId="Equation.DSMT4">
                  <p:embed/>
                  <p:pic>
                    <p:nvPicPr>
                      <p:cNvPr id="0" name=""/>
                      <p:cNvPicPr/>
                      <p:nvPr/>
                    </p:nvPicPr>
                    <p:blipFill>
                      <a:blip r:embed="rId6"/>
                      <a:stretch>
                        <a:fillRect/>
                      </a:stretch>
                    </p:blipFill>
                    <p:spPr>
                      <a:xfrm>
                        <a:off x="4752862" y="3368111"/>
                        <a:ext cx="3423367" cy="46960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83A14F06-1E96-3C13-25B5-59E9F934CDB1}"/>
              </a:ext>
            </a:extLst>
          </p:cNvPr>
          <p:cNvGraphicFramePr>
            <a:graphicFrameLocks noChangeAspect="1"/>
          </p:cNvGraphicFramePr>
          <p:nvPr>
            <p:extLst>
              <p:ext uri="{D42A27DB-BD31-4B8C-83A1-F6EECF244321}">
                <p14:modId xmlns:p14="http://schemas.microsoft.com/office/powerpoint/2010/main" val="3922203451"/>
              </p:ext>
            </p:extLst>
          </p:nvPr>
        </p:nvGraphicFramePr>
        <p:xfrm>
          <a:off x="4752862" y="4566862"/>
          <a:ext cx="3321276" cy="469608"/>
        </p:xfrm>
        <a:graphic>
          <a:graphicData uri="http://schemas.openxmlformats.org/presentationml/2006/ole">
            <mc:AlternateContent xmlns:mc="http://schemas.openxmlformats.org/markup-compatibility/2006">
              <mc:Choice xmlns:v="urn:schemas-microsoft-com:vml" Requires="v">
                <p:oleObj name="Equation" r:id="rId7" imgW="1548888" imgH="219590" progId="Equation.DSMT4">
                  <p:embed/>
                </p:oleObj>
              </mc:Choice>
              <mc:Fallback>
                <p:oleObj name="Equation" r:id="rId7" imgW="1548888" imgH="219590" progId="Equation.DSMT4">
                  <p:embed/>
                  <p:pic>
                    <p:nvPicPr>
                      <p:cNvPr id="0" name=""/>
                      <p:cNvPicPr/>
                      <p:nvPr/>
                    </p:nvPicPr>
                    <p:blipFill>
                      <a:blip r:embed="rId8"/>
                      <a:stretch>
                        <a:fillRect/>
                      </a:stretch>
                    </p:blipFill>
                    <p:spPr>
                      <a:xfrm>
                        <a:off x="4752862" y="4566862"/>
                        <a:ext cx="3321276" cy="469608"/>
                      </a:xfrm>
                      <a:prstGeom prst="rect">
                        <a:avLst/>
                      </a:prstGeom>
                    </p:spPr>
                  </p:pic>
                </p:oleObj>
              </mc:Fallback>
            </mc:AlternateContent>
          </a:graphicData>
        </a:graphic>
      </p:graphicFrame>
    </p:spTree>
    <p:extLst>
      <p:ext uri="{BB962C8B-B14F-4D97-AF65-F5344CB8AC3E}">
        <p14:creationId xmlns:p14="http://schemas.microsoft.com/office/powerpoint/2010/main" val="157371098"/>
      </p:ext>
    </p:extLst>
  </p:cSld>
  <p:clrMapOvr>
    <a:masterClrMapping/>
  </p:clrMapOvr>
  <p:transition advTm="18857"/>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．基于连杆速度法的四足机器人雅可比矩阵推导</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）末端执行器相对于极坐标系的角速度计算</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先计算各个关节相对其自身坐标系的角速度：         </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）末端执行器相对于基坐标系的线速度计算</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计算各个关节相对其自身坐标系的线速度 ：</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）末端执行器相对于基坐标系的速度雅可比矩阵</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84F937A0-4059-3B12-E764-3B999B17E92C}"/>
              </a:ext>
            </a:extLst>
          </p:cNvPr>
          <p:cNvGraphicFramePr>
            <a:graphicFrameLocks noChangeAspect="1"/>
          </p:cNvGraphicFramePr>
          <p:nvPr>
            <p:extLst>
              <p:ext uri="{D42A27DB-BD31-4B8C-83A1-F6EECF244321}">
                <p14:modId xmlns:p14="http://schemas.microsoft.com/office/powerpoint/2010/main" val="468067519"/>
              </p:ext>
            </p:extLst>
          </p:nvPr>
        </p:nvGraphicFramePr>
        <p:xfrm>
          <a:off x="7336428" y="2216740"/>
          <a:ext cx="516344" cy="516344"/>
        </p:xfrm>
        <a:graphic>
          <a:graphicData uri="http://schemas.openxmlformats.org/presentationml/2006/ole">
            <mc:AlternateContent xmlns:mc="http://schemas.openxmlformats.org/markup-compatibility/2006">
              <mc:Choice xmlns:v="urn:schemas-microsoft-com:vml" Requires="v">
                <p:oleObj name="Equation" r:id="rId3" imgW="180638" imgH="181369" progId="Equation.DSMT4">
                  <p:embed/>
                </p:oleObj>
              </mc:Choice>
              <mc:Fallback>
                <p:oleObj name="Equation" r:id="rId3" imgW="180638" imgH="181369" progId="Equation.DSMT4">
                  <p:embed/>
                  <p:pic>
                    <p:nvPicPr>
                      <p:cNvPr id="0" name=""/>
                      <p:cNvPicPr/>
                      <p:nvPr/>
                    </p:nvPicPr>
                    <p:blipFill>
                      <a:blip r:embed="rId4"/>
                      <a:stretch>
                        <a:fillRect/>
                      </a:stretch>
                    </p:blipFill>
                    <p:spPr>
                      <a:xfrm>
                        <a:off x="7336428" y="2216740"/>
                        <a:ext cx="516344" cy="516344"/>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AE47B3EA-7D0E-207C-F2E6-C13F6B4A957B}"/>
              </a:ext>
            </a:extLst>
          </p:cNvPr>
          <p:cNvGraphicFramePr>
            <a:graphicFrameLocks noChangeAspect="1"/>
          </p:cNvGraphicFramePr>
          <p:nvPr>
            <p:extLst>
              <p:ext uri="{D42A27DB-BD31-4B8C-83A1-F6EECF244321}">
                <p14:modId xmlns:p14="http://schemas.microsoft.com/office/powerpoint/2010/main" val="4260728466"/>
              </p:ext>
            </p:extLst>
          </p:nvPr>
        </p:nvGraphicFramePr>
        <p:xfrm>
          <a:off x="7372250" y="3497297"/>
          <a:ext cx="444699" cy="568226"/>
        </p:xfrm>
        <a:graphic>
          <a:graphicData uri="http://schemas.openxmlformats.org/presentationml/2006/ole">
            <mc:AlternateContent xmlns:mc="http://schemas.openxmlformats.org/markup-compatibility/2006">
              <mc:Choice xmlns:v="urn:schemas-microsoft-com:vml" Requires="v">
                <p:oleObj name="Equation" r:id="rId5" imgW="170941" imgH="219590" progId="Equation.DSMT4">
                  <p:embed/>
                </p:oleObj>
              </mc:Choice>
              <mc:Fallback>
                <p:oleObj name="Equation" r:id="rId5" imgW="170941" imgH="219590" progId="Equation.DSMT4">
                  <p:embed/>
                  <p:pic>
                    <p:nvPicPr>
                      <p:cNvPr id="0" name=""/>
                      <p:cNvPicPr/>
                      <p:nvPr/>
                    </p:nvPicPr>
                    <p:blipFill>
                      <a:blip r:embed="rId6"/>
                      <a:stretch>
                        <a:fillRect/>
                      </a:stretch>
                    </p:blipFill>
                    <p:spPr>
                      <a:xfrm>
                        <a:off x="7372250" y="3497297"/>
                        <a:ext cx="444699" cy="568226"/>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CC0C0927-0A74-A848-B1E2-A02A3D0B6CDD}"/>
              </a:ext>
            </a:extLst>
          </p:cNvPr>
          <p:cNvGraphicFramePr>
            <a:graphicFrameLocks noChangeAspect="1"/>
          </p:cNvGraphicFramePr>
          <p:nvPr>
            <p:extLst>
              <p:ext uri="{D42A27DB-BD31-4B8C-83A1-F6EECF244321}">
                <p14:modId xmlns:p14="http://schemas.microsoft.com/office/powerpoint/2010/main" val="3262096177"/>
              </p:ext>
            </p:extLst>
          </p:nvPr>
        </p:nvGraphicFramePr>
        <p:xfrm>
          <a:off x="3548264" y="4729485"/>
          <a:ext cx="5095472" cy="1966091"/>
        </p:xfrm>
        <a:graphic>
          <a:graphicData uri="http://schemas.openxmlformats.org/presentationml/2006/ole">
            <mc:AlternateContent xmlns:mc="http://schemas.openxmlformats.org/markup-compatibility/2006">
              <mc:Choice xmlns:v="urn:schemas-microsoft-com:vml" Requires="v">
                <p:oleObj name="Equation" r:id="rId7" imgW="3164213" imgH="1221265" progId="Equation.DSMT4">
                  <p:embed/>
                </p:oleObj>
              </mc:Choice>
              <mc:Fallback>
                <p:oleObj name="Equation" r:id="rId7" imgW="3164213" imgH="1221265" progId="Equation.DSMT4">
                  <p:embed/>
                  <p:pic>
                    <p:nvPicPr>
                      <p:cNvPr id="0" name=""/>
                      <p:cNvPicPr/>
                      <p:nvPr/>
                    </p:nvPicPr>
                    <p:blipFill>
                      <a:blip r:embed="rId8"/>
                      <a:stretch>
                        <a:fillRect/>
                      </a:stretch>
                    </p:blipFill>
                    <p:spPr>
                      <a:xfrm>
                        <a:off x="3548264" y="4729485"/>
                        <a:ext cx="5095472" cy="1966091"/>
                      </a:xfrm>
                      <a:prstGeom prst="rect">
                        <a:avLst/>
                      </a:prstGeom>
                    </p:spPr>
                  </p:pic>
                </p:oleObj>
              </mc:Fallback>
            </mc:AlternateContent>
          </a:graphicData>
        </a:graphic>
      </p:graphicFrame>
    </p:spTree>
    <p:extLst>
      <p:ext uri="{BB962C8B-B14F-4D97-AF65-F5344CB8AC3E}">
        <p14:creationId xmlns:p14="http://schemas.microsoft.com/office/powerpoint/2010/main" val="3375308480"/>
      </p:ext>
    </p:extLst>
  </p:cSld>
  <p:clrMapOvr>
    <a:masterClrMapping/>
  </p:clrMapOvr>
  <p:transition advTm="18857"/>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3.3.4  </a:t>
            </a:r>
            <a:r>
              <a:rPr lang="zh-CN" altLang="en-US" sz="2400" b="1" dirty="0">
                <a:latin typeface="Times New Roman" pitchFamily="18" charset="0"/>
                <a:ea typeface="微软雅黑" pitchFamily="34" charset="-122"/>
              </a:rPr>
              <a:t>雅可比矩阵计算方法的比较</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种雅可比矩阵的计算方法都是基于四足机器人正运动学的。因此，要推导雅可比矩阵，首先要建立各个关节的坐标系和齐次变换矩阵。</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p:txBody>
      </p:sp>
      <p:graphicFrame>
        <p:nvGraphicFramePr>
          <p:cNvPr id="6" name="表格 5">
            <a:extLst>
              <a:ext uri="{FF2B5EF4-FFF2-40B4-BE49-F238E27FC236}">
                <a16:creationId xmlns:a16="http://schemas.microsoft.com/office/drawing/2014/main" id="{B25B46A1-015B-760D-F875-57DBACE3AABD}"/>
              </a:ext>
            </a:extLst>
          </p:cNvPr>
          <p:cNvGraphicFramePr>
            <a:graphicFrameLocks noGrp="1"/>
          </p:cNvGraphicFramePr>
          <p:nvPr>
            <p:extLst>
              <p:ext uri="{D42A27DB-BD31-4B8C-83A1-F6EECF244321}">
                <p14:modId xmlns:p14="http://schemas.microsoft.com/office/powerpoint/2010/main" val="2149829339"/>
              </p:ext>
            </p:extLst>
          </p:nvPr>
        </p:nvGraphicFramePr>
        <p:xfrm>
          <a:off x="2873057" y="2990339"/>
          <a:ext cx="6445886" cy="2693950"/>
        </p:xfrm>
        <a:graphic>
          <a:graphicData uri="http://schemas.openxmlformats.org/drawingml/2006/table">
            <a:tbl>
              <a:tblPr firstRow="1" firstCol="1" bandRow="1">
                <a:tableStyleId>{5C22544A-7EE6-4342-B048-85BDC9FD1C3A}</a:tableStyleId>
              </a:tblPr>
              <a:tblGrid>
                <a:gridCol w="2131083">
                  <a:extLst>
                    <a:ext uri="{9D8B030D-6E8A-4147-A177-3AD203B41FA5}">
                      <a16:colId xmlns:a16="http://schemas.microsoft.com/office/drawing/2014/main" val="1063854302"/>
                    </a:ext>
                  </a:extLst>
                </a:gridCol>
                <a:gridCol w="1279853">
                  <a:extLst>
                    <a:ext uri="{9D8B030D-6E8A-4147-A177-3AD203B41FA5}">
                      <a16:colId xmlns:a16="http://schemas.microsoft.com/office/drawing/2014/main" val="740396946"/>
                    </a:ext>
                  </a:extLst>
                </a:gridCol>
                <a:gridCol w="1491908">
                  <a:extLst>
                    <a:ext uri="{9D8B030D-6E8A-4147-A177-3AD203B41FA5}">
                      <a16:colId xmlns:a16="http://schemas.microsoft.com/office/drawing/2014/main" val="2190277777"/>
                    </a:ext>
                  </a:extLst>
                </a:gridCol>
                <a:gridCol w="1543042">
                  <a:extLst>
                    <a:ext uri="{9D8B030D-6E8A-4147-A177-3AD203B41FA5}">
                      <a16:colId xmlns:a16="http://schemas.microsoft.com/office/drawing/2014/main" val="1058360212"/>
                    </a:ext>
                  </a:extLst>
                </a:gridCol>
              </a:tblGrid>
              <a:tr h="538790">
                <a:tc>
                  <a:txBody>
                    <a:bodyPr/>
                    <a:lstStyle/>
                    <a:p>
                      <a:pPr indent="269875" algn="ctr" fontAlgn="ctr">
                        <a:lnSpc>
                          <a:spcPts val="1595"/>
                        </a:lnSpc>
                      </a:pPr>
                      <a:r>
                        <a:rPr lang="zh-CN" sz="1300" kern="1000">
                          <a:effectLst/>
                        </a:rPr>
                        <a:t>方法</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r>
                        <a:rPr lang="en-US" sz="1300" kern="750">
                          <a:effectLst/>
                        </a:rPr>
                        <a:t>+</a:t>
                      </a:r>
                      <a:r>
                        <a:rPr lang="zh-CN" sz="1300" kern="750">
                          <a:effectLst/>
                        </a:rPr>
                        <a:t>、</a:t>
                      </a:r>
                      <a:r>
                        <a:rPr lang="en-US" sz="1300" kern="750">
                          <a:effectLst/>
                        </a:rPr>
                        <a:t>-</a:t>
                      </a:r>
                      <a:endParaRPr lang="zh-CN" sz="1300" kern="75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dirty="0">
                          <a:effectLst/>
                        </a:rPr>
                        <a:t>×</a:t>
                      </a:r>
                      <a:r>
                        <a:rPr lang="zh-CN" sz="1300" kern="1000" dirty="0">
                          <a:effectLst/>
                        </a:rPr>
                        <a:t>、</a:t>
                      </a:r>
                      <a:r>
                        <a:rPr lang="en-US" sz="1300" kern="1000" dirty="0">
                          <a:effectLst/>
                        </a:rPr>
                        <a:t>÷</a:t>
                      </a:r>
                      <a:endParaRPr lang="zh-CN" sz="1900" kern="1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zh-CN" sz="1300" kern="1000">
                          <a:effectLst/>
                        </a:rPr>
                        <a:t>计算量</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972545359"/>
                  </a:ext>
                </a:extLst>
              </a:tr>
              <a:tr h="538790">
                <a:tc>
                  <a:txBody>
                    <a:bodyPr/>
                    <a:lstStyle/>
                    <a:p>
                      <a:pPr indent="269875" algn="ctr" fontAlgn="ctr">
                        <a:lnSpc>
                          <a:spcPts val="1595"/>
                        </a:lnSpc>
                      </a:pPr>
                      <a:r>
                        <a:rPr lang="zh-CN" sz="1300" kern="1000">
                          <a:effectLst/>
                        </a:rPr>
                        <a:t>正运动学法</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a:effectLst/>
                        </a:rPr>
                        <a:t>192</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a:effectLst/>
                        </a:rPr>
                        <a:t>256</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a:effectLst/>
                        </a:rPr>
                        <a:t>704</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337283612"/>
                  </a:ext>
                </a:extLst>
              </a:tr>
              <a:tr h="538790">
                <a:tc>
                  <a:txBody>
                    <a:bodyPr/>
                    <a:lstStyle/>
                    <a:p>
                      <a:pPr indent="269875" algn="ctr" fontAlgn="ctr">
                        <a:lnSpc>
                          <a:spcPts val="1595"/>
                        </a:lnSpc>
                      </a:pPr>
                      <a:r>
                        <a:rPr lang="zh-CN" sz="1300" kern="1000">
                          <a:effectLst/>
                        </a:rPr>
                        <a:t>微分变换法</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a:effectLst/>
                        </a:rPr>
                        <a:t>485</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a:effectLst/>
                        </a:rPr>
                        <a:t>665</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a:effectLst/>
                        </a:rPr>
                        <a:t>1815</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33625938"/>
                  </a:ext>
                </a:extLst>
              </a:tr>
              <a:tr h="538790">
                <a:tc>
                  <a:txBody>
                    <a:bodyPr/>
                    <a:lstStyle/>
                    <a:p>
                      <a:pPr indent="269875" algn="ctr" fontAlgn="ctr">
                        <a:lnSpc>
                          <a:spcPts val="1595"/>
                        </a:lnSpc>
                      </a:pPr>
                      <a:r>
                        <a:rPr lang="zh-CN" sz="1300" kern="1000">
                          <a:effectLst/>
                        </a:rPr>
                        <a:t>矢量积法</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a:effectLst/>
                        </a:rPr>
                        <a:t>261</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a:effectLst/>
                        </a:rPr>
                        <a:t>375</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dirty="0">
                          <a:effectLst/>
                        </a:rPr>
                        <a:t>1011</a:t>
                      </a:r>
                      <a:endParaRPr lang="zh-CN" sz="19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419743951"/>
                  </a:ext>
                </a:extLst>
              </a:tr>
              <a:tr h="538790">
                <a:tc>
                  <a:txBody>
                    <a:bodyPr/>
                    <a:lstStyle/>
                    <a:p>
                      <a:pPr indent="269875" algn="ctr" fontAlgn="ctr">
                        <a:lnSpc>
                          <a:spcPts val="1595"/>
                        </a:lnSpc>
                      </a:pPr>
                      <a:r>
                        <a:rPr lang="zh-CN" sz="1300" kern="1000">
                          <a:effectLst/>
                        </a:rPr>
                        <a:t>连杆速度法</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a:effectLst/>
                        </a:rPr>
                        <a:t>66</a:t>
                      </a:r>
                      <a:endParaRPr lang="zh-CN" sz="19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dirty="0">
                          <a:effectLst/>
                        </a:rPr>
                        <a:t>84</a:t>
                      </a:r>
                      <a:endParaRPr lang="zh-CN" sz="1900" kern="1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fontAlgn="ctr">
                        <a:lnSpc>
                          <a:spcPts val="1595"/>
                        </a:lnSpc>
                      </a:pPr>
                      <a:r>
                        <a:rPr lang="en-US" sz="1300" kern="1000" dirty="0">
                          <a:effectLst/>
                        </a:rPr>
                        <a:t>234</a:t>
                      </a:r>
                      <a:endParaRPr lang="zh-CN" sz="19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541285438"/>
                  </a:ext>
                </a:extLst>
              </a:tr>
            </a:tbl>
          </a:graphicData>
        </a:graphic>
      </p:graphicFrame>
    </p:spTree>
    <p:extLst>
      <p:ext uri="{BB962C8B-B14F-4D97-AF65-F5344CB8AC3E}">
        <p14:creationId xmlns:p14="http://schemas.microsoft.com/office/powerpoint/2010/main" val="765464500"/>
      </p:ext>
    </p:extLst>
  </p:cSld>
  <p:clrMapOvr>
    <a:masterClrMapping/>
  </p:clrMapOvr>
  <p:transition advTm="18857"/>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3.3 </a:t>
            </a:r>
            <a:r>
              <a:rPr lang="zh-CN" altLang="en-US" sz="2800" b="1" dirty="0">
                <a:latin typeface="Times New Roman" pitchFamily="18" charset="0"/>
                <a:ea typeface="华文中宋" pitchFamily="2" charset="-122"/>
              </a:rPr>
              <a:t>四足机器人雅可比矩阵的一般求解方法</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如表所示，连杆速度法推导雅可比矩阵的计算量比其他</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种方法要少，其原因是该方法在推导雅可比矩阵时只需要计算连杆速度，其他坐标的速度为零，从而减少了计算量；微分变换法和矢量积法计算量的不同在于微分变换法计算 的齐次变换矩阵，矢量积法计算 的旋转矩阵。由于正运动学法只计算雅可比矩阵的线速度，因此计算量小于微分变换法和矢量积法。而基于其他</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种方法的雅可比矩阵包括线速度矩阵和角速度矩阵。因此，在</a:t>
            </a: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种方法中，微分变换法的计算量最大。</a:t>
            </a:r>
            <a:endParaRPr lang="en-US" altLang="zh-CN" sz="2400" b="1" dirty="0">
              <a:latin typeface="Times New Roman" pitchFamily="18" charset="0"/>
              <a:ea typeface="微软雅黑" pitchFamily="34" charset="-122"/>
            </a:endParaRPr>
          </a:p>
        </p:txBody>
      </p:sp>
    </p:spTree>
    <p:extLst>
      <p:ext uri="{BB962C8B-B14F-4D97-AF65-F5344CB8AC3E}">
        <p14:creationId xmlns:p14="http://schemas.microsoft.com/office/powerpoint/2010/main" val="1529225347"/>
      </p:ext>
    </p:extLst>
  </p:cSld>
  <p:clrMapOvr>
    <a:masterClrMapping/>
  </p:clrMapOvr>
  <p:transition advTm="18857"/>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3.4 </a:t>
            </a:r>
            <a:r>
              <a:rPr lang="zh-CN" altLang="en-US" sz="2800" b="1" dirty="0">
                <a:latin typeface="Times New Roman" pitchFamily="18" charset="0"/>
                <a:ea typeface="华文中宋" pitchFamily="2" charset="-122"/>
              </a:rPr>
              <a:t>静态力</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0" y="1189582"/>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本节介绍静态力和力距的表示方法，以及它们在坐标系之间的变换和等效关节力矩的计算方法。</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力和力矩都是矢量，要相对于某个确定的坐标系来进行描述。利用矢量 表示力，矢量       表示力矩，力与力矩合在一起用矢量       表示，称为广义力矢量 。从而三者之间的关系如下：</a:t>
            </a:r>
            <a:endParaRPr lang="en-US" altLang="zh-CN" sz="2400" b="1" dirty="0">
              <a:latin typeface="Times New Roman" pitchFamily="18" charset="0"/>
              <a:ea typeface="微软雅黑" pitchFamily="34" charset="-122"/>
            </a:endParaRPr>
          </a:p>
        </p:txBody>
      </p:sp>
      <p:graphicFrame>
        <p:nvGraphicFramePr>
          <p:cNvPr id="13" name="对象 12">
            <a:extLst>
              <a:ext uri="{FF2B5EF4-FFF2-40B4-BE49-F238E27FC236}">
                <a16:creationId xmlns:a16="http://schemas.microsoft.com/office/drawing/2014/main" id="{E8EC8BD9-3242-7E37-B6F5-CCBADEDDC934}"/>
              </a:ext>
            </a:extLst>
          </p:cNvPr>
          <p:cNvGraphicFramePr>
            <a:graphicFrameLocks noChangeAspect="1"/>
          </p:cNvGraphicFramePr>
          <p:nvPr>
            <p:extLst>
              <p:ext uri="{D42A27DB-BD31-4B8C-83A1-F6EECF244321}">
                <p14:modId xmlns:p14="http://schemas.microsoft.com/office/powerpoint/2010/main" val="868917913"/>
              </p:ext>
            </p:extLst>
          </p:nvPr>
        </p:nvGraphicFramePr>
        <p:xfrm>
          <a:off x="10904958" y="2534838"/>
          <a:ext cx="326682" cy="408354"/>
        </p:xfrm>
        <a:graphic>
          <a:graphicData uri="http://schemas.openxmlformats.org/presentationml/2006/ole">
            <mc:AlternateContent xmlns:mc="http://schemas.openxmlformats.org/markup-compatibility/2006">
              <mc:Choice xmlns:v="urn:schemas-microsoft-com:vml" Requires="v">
                <p:oleObj name="Equation" r:id="rId3" imgW="151908" imgH="190744" progId="Equation.DSMT4">
                  <p:embed/>
                </p:oleObj>
              </mc:Choice>
              <mc:Fallback>
                <p:oleObj name="Equation" r:id="rId3" imgW="151908" imgH="190744" progId="Equation.DSMT4">
                  <p:embed/>
                  <p:pic>
                    <p:nvPicPr>
                      <p:cNvPr id="0" name=""/>
                      <p:cNvPicPr/>
                      <p:nvPr/>
                    </p:nvPicPr>
                    <p:blipFill>
                      <a:blip r:embed="rId4"/>
                      <a:stretch>
                        <a:fillRect/>
                      </a:stretch>
                    </p:blipFill>
                    <p:spPr>
                      <a:xfrm>
                        <a:off x="10904958" y="2534838"/>
                        <a:ext cx="326682" cy="408354"/>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B708AB5B-D922-D66D-DF04-9FC30CBD480F}"/>
              </a:ext>
            </a:extLst>
          </p:cNvPr>
          <p:cNvGraphicFramePr>
            <a:graphicFrameLocks noChangeAspect="1"/>
          </p:cNvGraphicFramePr>
          <p:nvPr>
            <p:extLst>
              <p:ext uri="{D42A27DB-BD31-4B8C-83A1-F6EECF244321}">
                <p14:modId xmlns:p14="http://schemas.microsoft.com/office/powerpoint/2010/main" val="546131643"/>
              </p:ext>
            </p:extLst>
          </p:nvPr>
        </p:nvGraphicFramePr>
        <p:xfrm>
          <a:off x="2659597" y="3132944"/>
          <a:ext cx="367520" cy="265430"/>
        </p:xfrm>
        <a:graphic>
          <a:graphicData uri="http://schemas.openxmlformats.org/presentationml/2006/ole">
            <mc:AlternateContent xmlns:mc="http://schemas.openxmlformats.org/markup-compatibility/2006">
              <mc:Choice xmlns:v="urn:schemas-microsoft-com:vml" Requires="v">
                <p:oleObj name="Equation" r:id="rId5" imgW="170941" imgH="124038" progId="Equation.DSMT4">
                  <p:embed/>
                </p:oleObj>
              </mc:Choice>
              <mc:Fallback>
                <p:oleObj name="Equation" r:id="rId5" imgW="170941" imgH="124038" progId="Equation.DSMT4">
                  <p:embed/>
                  <p:pic>
                    <p:nvPicPr>
                      <p:cNvPr id="0" name=""/>
                      <p:cNvPicPr/>
                      <p:nvPr/>
                    </p:nvPicPr>
                    <p:blipFill>
                      <a:blip r:embed="rId6"/>
                      <a:stretch>
                        <a:fillRect/>
                      </a:stretch>
                    </p:blipFill>
                    <p:spPr>
                      <a:xfrm>
                        <a:off x="2659597" y="3132944"/>
                        <a:ext cx="367520" cy="26543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D3C70429-6F8C-2039-DADC-6A7BDF625302}"/>
              </a:ext>
            </a:extLst>
          </p:cNvPr>
          <p:cNvGraphicFramePr>
            <a:graphicFrameLocks noChangeAspect="1"/>
          </p:cNvGraphicFramePr>
          <p:nvPr>
            <p:extLst>
              <p:ext uri="{D42A27DB-BD31-4B8C-83A1-F6EECF244321}">
                <p14:modId xmlns:p14="http://schemas.microsoft.com/office/powerpoint/2010/main" val="980508154"/>
              </p:ext>
            </p:extLst>
          </p:nvPr>
        </p:nvGraphicFramePr>
        <p:xfrm>
          <a:off x="8100895" y="3102318"/>
          <a:ext cx="326682" cy="326682"/>
        </p:xfrm>
        <a:graphic>
          <a:graphicData uri="http://schemas.openxmlformats.org/presentationml/2006/ole">
            <mc:AlternateContent xmlns:mc="http://schemas.openxmlformats.org/markup-compatibility/2006">
              <mc:Choice xmlns:v="urn:schemas-microsoft-com:vml" Requires="v">
                <p:oleObj name="Equation" r:id="rId7" imgW="151908" imgH="152523" progId="Equation.DSMT4">
                  <p:embed/>
                </p:oleObj>
              </mc:Choice>
              <mc:Fallback>
                <p:oleObj name="Equation" r:id="rId7" imgW="151908" imgH="152523" progId="Equation.DSMT4">
                  <p:embed/>
                  <p:pic>
                    <p:nvPicPr>
                      <p:cNvPr id="0" name=""/>
                      <p:cNvPicPr/>
                      <p:nvPr/>
                    </p:nvPicPr>
                    <p:blipFill>
                      <a:blip r:embed="rId8"/>
                      <a:stretch>
                        <a:fillRect/>
                      </a:stretch>
                    </p:blipFill>
                    <p:spPr>
                      <a:xfrm>
                        <a:off x="8100895" y="3102318"/>
                        <a:ext cx="326682" cy="326682"/>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C0311806-9A76-652A-A444-7DFDB8A88176}"/>
              </a:ext>
            </a:extLst>
          </p:cNvPr>
          <p:cNvGraphicFramePr>
            <a:graphicFrameLocks noChangeAspect="1"/>
          </p:cNvGraphicFramePr>
          <p:nvPr>
            <p:extLst>
              <p:ext uri="{D42A27DB-BD31-4B8C-83A1-F6EECF244321}">
                <p14:modId xmlns:p14="http://schemas.microsoft.com/office/powerpoint/2010/main" val="1813646534"/>
              </p:ext>
            </p:extLst>
          </p:nvPr>
        </p:nvGraphicFramePr>
        <p:xfrm>
          <a:off x="3909286" y="4700810"/>
          <a:ext cx="4052909" cy="510443"/>
        </p:xfrm>
        <a:graphic>
          <a:graphicData uri="http://schemas.openxmlformats.org/presentationml/2006/ole">
            <mc:AlternateContent xmlns:mc="http://schemas.openxmlformats.org/markup-compatibility/2006">
              <mc:Choice xmlns:v="urn:schemas-microsoft-com:vml" Requires="v">
                <p:oleObj name="Equation" r:id="rId9" imgW="1890771" imgH="238340" progId="Equation.DSMT4">
                  <p:embed/>
                </p:oleObj>
              </mc:Choice>
              <mc:Fallback>
                <p:oleObj name="Equation" r:id="rId9" imgW="1890771" imgH="238340" progId="Equation.DSMT4">
                  <p:embed/>
                  <p:pic>
                    <p:nvPicPr>
                      <p:cNvPr id="0" name=""/>
                      <p:cNvPicPr/>
                      <p:nvPr/>
                    </p:nvPicPr>
                    <p:blipFill>
                      <a:blip r:embed="rId10"/>
                      <a:stretch>
                        <a:fillRect/>
                      </a:stretch>
                    </p:blipFill>
                    <p:spPr>
                      <a:xfrm>
                        <a:off x="3909286" y="4700810"/>
                        <a:ext cx="4052909" cy="510443"/>
                      </a:xfrm>
                      <a:prstGeom prst="rect">
                        <a:avLst/>
                      </a:prstGeom>
                    </p:spPr>
                  </p:pic>
                </p:oleObj>
              </mc:Fallback>
            </mc:AlternateContent>
          </a:graphicData>
        </a:graphic>
      </p:graphicFrame>
    </p:spTree>
    <p:extLst>
      <p:ext uri="{BB962C8B-B14F-4D97-AF65-F5344CB8AC3E}">
        <p14:creationId xmlns:p14="http://schemas.microsoft.com/office/powerpoint/2010/main" val="1390819122"/>
      </p:ext>
    </p:extLst>
  </p:cSld>
  <p:clrMapOvr>
    <a:masterClrMapping/>
  </p:clrMapOvr>
  <p:transition advTm="18857"/>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3.4 </a:t>
            </a:r>
            <a:r>
              <a:rPr lang="zh-CN" altLang="en-US" sz="2800" b="1" dirty="0">
                <a:latin typeface="Times New Roman" pitchFamily="18" charset="0"/>
                <a:ea typeface="华文中宋" pitchFamily="2" charset="-122"/>
              </a:rPr>
              <a:t>静态力</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3.4.1  </a:t>
            </a:r>
            <a:r>
              <a:rPr lang="zh-CN" altLang="en-US" sz="2400" b="1" dirty="0">
                <a:latin typeface="Times New Roman" pitchFamily="18" charset="0"/>
                <a:ea typeface="微软雅黑" pitchFamily="34" charset="-122"/>
              </a:rPr>
              <a:t>坐标系之间力的变换</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力和力矩在坐标系之间的变换形式与微分平移和微分旋转的变换形式相同，有</a:t>
            </a: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E3CC6EA5-F949-8EA3-2908-3C98C1E787E7}"/>
              </a:ext>
            </a:extLst>
          </p:cNvPr>
          <p:cNvGraphicFramePr>
            <a:graphicFrameLocks noChangeAspect="1"/>
          </p:cNvGraphicFramePr>
          <p:nvPr>
            <p:extLst>
              <p:ext uri="{D42A27DB-BD31-4B8C-83A1-F6EECF244321}">
                <p14:modId xmlns:p14="http://schemas.microsoft.com/office/powerpoint/2010/main" val="2524857532"/>
              </p:ext>
            </p:extLst>
          </p:nvPr>
        </p:nvGraphicFramePr>
        <p:xfrm>
          <a:off x="3741738" y="2642317"/>
          <a:ext cx="2824235" cy="1547966"/>
        </p:xfrm>
        <a:graphic>
          <a:graphicData uri="http://schemas.openxmlformats.org/presentationml/2006/ole">
            <mc:AlternateContent xmlns:mc="http://schemas.openxmlformats.org/markup-compatibility/2006">
              <mc:Choice xmlns:v="urn:schemas-microsoft-com:vml" Requires="v">
                <p:oleObj name="Equation" r:id="rId3" imgW="1254409" imgH="686894" progId="Equation.DSMT4">
                  <p:embed/>
                </p:oleObj>
              </mc:Choice>
              <mc:Fallback>
                <p:oleObj name="Equation" r:id="rId3" imgW="1254409" imgH="686894" progId="Equation.DSMT4">
                  <p:embed/>
                  <p:pic>
                    <p:nvPicPr>
                      <p:cNvPr id="0" name=""/>
                      <p:cNvPicPr/>
                      <p:nvPr/>
                    </p:nvPicPr>
                    <p:blipFill>
                      <a:blip r:embed="rId4"/>
                      <a:stretch>
                        <a:fillRect/>
                      </a:stretch>
                    </p:blipFill>
                    <p:spPr>
                      <a:xfrm>
                        <a:off x="3741738" y="2642317"/>
                        <a:ext cx="2824235" cy="1547966"/>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D9E3F74A-7B6C-9D6A-2C14-D1A281C1FD69}"/>
              </a:ext>
            </a:extLst>
          </p:cNvPr>
          <p:cNvGraphicFramePr>
            <a:graphicFrameLocks noChangeAspect="1"/>
          </p:cNvGraphicFramePr>
          <p:nvPr>
            <p:extLst>
              <p:ext uri="{D42A27DB-BD31-4B8C-83A1-F6EECF244321}">
                <p14:modId xmlns:p14="http://schemas.microsoft.com/office/powerpoint/2010/main" val="505385250"/>
              </p:ext>
            </p:extLst>
          </p:nvPr>
        </p:nvGraphicFramePr>
        <p:xfrm>
          <a:off x="6860381" y="2655017"/>
          <a:ext cx="1369219" cy="1547966"/>
        </p:xfrm>
        <a:graphic>
          <a:graphicData uri="http://schemas.openxmlformats.org/presentationml/2006/ole">
            <mc:AlternateContent xmlns:mc="http://schemas.openxmlformats.org/markup-compatibility/2006">
              <mc:Choice xmlns:v="urn:schemas-microsoft-com:vml" Requires="v">
                <p:oleObj name="Equation" r:id="rId5" imgW="607992" imgH="686894" progId="Equation.DSMT4">
                  <p:embed/>
                </p:oleObj>
              </mc:Choice>
              <mc:Fallback>
                <p:oleObj name="Equation" r:id="rId5" imgW="607992" imgH="686894" progId="Equation.DSMT4">
                  <p:embed/>
                  <p:pic>
                    <p:nvPicPr>
                      <p:cNvPr id="0" name=""/>
                      <p:cNvPicPr/>
                      <p:nvPr/>
                    </p:nvPicPr>
                    <p:blipFill>
                      <a:blip r:embed="rId6"/>
                      <a:stretch>
                        <a:fillRect/>
                      </a:stretch>
                    </p:blipFill>
                    <p:spPr>
                      <a:xfrm>
                        <a:off x="6860381" y="2655017"/>
                        <a:ext cx="1369219" cy="1547966"/>
                      </a:xfrm>
                      <a:prstGeom prst="rect">
                        <a:avLst/>
                      </a:prstGeom>
                    </p:spPr>
                  </p:pic>
                </p:oleObj>
              </mc:Fallback>
            </mc:AlternateContent>
          </a:graphicData>
        </a:graphic>
      </p:graphicFrame>
    </p:spTree>
    <p:extLst>
      <p:ext uri="{BB962C8B-B14F-4D97-AF65-F5344CB8AC3E}">
        <p14:creationId xmlns:p14="http://schemas.microsoft.com/office/powerpoint/2010/main" val="643743427"/>
      </p:ext>
    </p:extLst>
  </p:cSld>
  <p:clrMapOvr>
    <a:masterClrMapping/>
  </p:clrMapOvr>
  <p:transition advTm="18857"/>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3.4 </a:t>
            </a:r>
            <a:r>
              <a:rPr lang="zh-CN" altLang="en-US" sz="2800" b="1" dirty="0">
                <a:latin typeface="Times New Roman" pitchFamily="18" charset="0"/>
                <a:ea typeface="华文中宋" pitchFamily="2" charset="-122"/>
              </a:rPr>
              <a:t>静态力</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3.4.2  </a:t>
            </a:r>
            <a:r>
              <a:rPr lang="zh-CN" altLang="en-US" sz="2400" b="1" dirty="0">
                <a:latin typeface="Times New Roman" pitchFamily="18" charset="0"/>
                <a:ea typeface="微软雅黑" pitchFamily="34" charset="-122"/>
              </a:rPr>
              <a:t>力雅可比矩阵</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机器人与外界环境相互作用时，在接触的地方产生的力      和力矩      统称为末端广义力</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操作力</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矢量，记为</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利用虚功原理，令各个关节的虚位移为        ，末端执行器相应的虚位移为        ，各个关节所做的虚功之和与末端执行器所做的虚功应该相等，即关节力所做虚功：</a:t>
            </a: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B6677E42-C639-64F3-863F-6EF5323746D2}"/>
              </a:ext>
            </a:extLst>
          </p:cNvPr>
          <p:cNvGraphicFramePr>
            <a:graphicFrameLocks noChangeAspect="1"/>
          </p:cNvGraphicFramePr>
          <p:nvPr>
            <p:extLst>
              <p:ext uri="{D42A27DB-BD31-4B8C-83A1-F6EECF244321}">
                <p14:modId xmlns:p14="http://schemas.microsoft.com/office/powerpoint/2010/main" val="135144907"/>
              </p:ext>
            </p:extLst>
          </p:nvPr>
        </p:nvGraphicFramePr>
        <p:xfrm>
          <a:off x="8819545" y="1683581"/>
          <a:ext cx="359350" cy="449189"/>
        </p:xfrm>
        <a:graphic>
          <a:graphicData uri="http://schemas.openxmlformats.org/presentationml/2006/ole">
            <mc:AlternateContent xmlns:mc="http://schemas.openxmlformats.org/markup-compatibility/2006">
              <mc:Choice xmlns:v="urn:schemas-microsoft-com:vml" Requires="v">
                <p:oleObj name="Equation" r:id="rId3" imgW="151908" imgH="190744" progId="Equation.DSMT4">
                  <p:embed/>
                </p:oleObj>
              </mc:Choice>
              <mc:Fallback>
                <p:oleObj name="Equation" r:id="rId3" imgW="151908" imgH="190744" progId="Equation.DSMT4">
                  <p:embed/>
                  <p:pic>
                    <p:nvPicPr>
                      <p:cNvPr id="0" name=""/>
                      <p:cNvPicPr/>
                      <p:nvPr/>
                    </p:nvPicPr>
                    <p:blipFill>
                      <a:blip r:embed="rId4"/>
                      <a:stretch>
                        <a:fillRect/>
                      </a:stretch>
                    </p:blipFill>
                    <p:spPr>
                      <a:xfrm>
                        <a:off x="8819545" y="1683581"/>
                        <a:ext cx="359350" cy="449189"/>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B79F63EF-AEA9-3D65-23CD-605221FD94FB}"/>
              </a:ext>
            </a:extLst>
          </p:cNvPr>
          <p:cNvGraphicFramePr>
            <a:graphicFrameLocks noChangeAspect="1"/>
          </p:cNvGraphicFramePr>
          <p:nvPr>
            <p:extLst>
              <p:ext uri="{D42A27DB-BD31-4B8C-83A1-F6EECF244321}">
                <p14:modId xmlns:p14="http://schemas.microsoft.com/office/powerpoint/2010/main" val="722028376"/>
              </p:ext>
            </p:extLst>
          </p:nvPr>
        </p:nvGraphicFramePr>
        <p:xfrm>
          <a:off x="10189639" y="1762189"/>
          <a:ext cx="404272" cy="291973"/>
        </p:xfrm>
        <a:graphic>
          <a:graphicData uri="http://schemas.openxmlformats.org/presentationml/2006/ole">
            <mc:AlternateContent xmlns:mc="http://schemas.openxmlformats.org/markup-compatibility/2006">
              <mc:Choice xmlns:v="urn:schemas-microsoft-com:vml" Requires="v">
                <p:oleObj name="Equation" r:id="rId5" imgW="170941" imgH="124038" progId="Equation.DSMT4">
                  <p:embed/>
                </p:oleObj>
              </mc:Choice>
              <mc:Fallback>
                <p:oleObj name="Equation" r:id="rId5" imgW="170941" imgH="124038" progId="Equation.DSMT4">
                  <p:embed/>
                  <p:pic>
                    <p:nvPicPr>
                      <p:cNvPr id="0" name=""/>
                      <p:cNvPicPr/>
                      <p:nvPr/>
                    </p:nvPicPr>
                    <p:blipFill>
                      <a:blip r:embed="rId6"/>
                      <a:stretch>
                        <a:fillRect/>
                      </a:stretch>
                    </p:blipFill>
                    <p:spPr>
                      <a:xfrm>
                        <a:off x="10189639" y="1762189"/>
                        <a:ext cx="404272" cy="291973"/>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B4922400-9530-4A62-463A-B11E9BF8CC47}"/>
              </a:ext>
            </a:extLst>
          </p:cNvPr>
          <p:cNvGraphicFramePr>
            <a:graphicFrameLocks noChangeAspect="1"/>
          </p:cNvGraphicFramePr>
          <p:nvPr>
            <p:extLst>
              <p:ext uri="{D42A27DB-BD31-4B8C-83A1-F6EECF244321}">
                <p14:modId xmlns:p14="http://schemas.microsoft.com/office/powerpoint/2010/main" val="4010284622"/>
              </p:ext>
            </p:extLst>
          </p:nvPr>
        </p:nvGraphicFramePr>
        <p:xfrm>
          <a:off x="5331206" y="2664437"/>
          <a:ext cx="1209068" cy="988215"/>
        </p:xfrm>
        <a:graphic>
          <a:graphicData uri="http://schemas.openxmlformats.org/presentationml/2006/ole">
            <mc:AlternateContent xmlns:mc="http://schemas.openxmlformats.org/markup-compatibility/2006">
              <mc:Choice xmlns:v="urn:schemas-microsoft-com:vml" Requires="v">
                <p:oleObj name="Equation" r:id="rId7" imgW="513184" imgH="419708" progId="Equation.DSMT4">
                  <p:embed/>
                </p:oleObj>
              </mc:Choice>
              <mc:Fallback>
                <p:oleObj name="Equation" r:id="rId7" imgW="513184" imgH="419708" progId="Equation.DSMT4">
                  <p:embed/>
                  <p:pic>
                    <p:nvPicPr>
                      <p:cNvPr id="0" name=""/>
                      <p:cNvPicPr/>
                      <p:nvPr/>
                    </p:nvPicPr>
                    <p:blipFill>
                      <a:blip r:embed="rId8"/>
                      <a:stretch>
                        <a:fillRect/>
                      </a:stretch>
                    </p:blipFill>
                    <p:spPr>
                      <a:xfrm>
                        <a:off x="5331206" y="2664437"/>
                        <a:ext cx="1209068" cy="98821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F8C67192-06DA-0952-DE2B-CD980A6E1ADB}"/>
              </a:ext>
            </a:extLst>
          </p:cNvPr>
          <p:cNvGraphicFramePr>
            <a:graphicFrameLocks noChangeAspect="1"/>
          </p:cNvGraphicFramePr>
          <p:nvPr>
            <p:extLst>
              <p:ext uri="{D42A27DB-BD31-4B8C-83A1-F6EECF244321}">
                <p14:modId xmlns:p14="http://schemas.microsoft.com/office/powerpoint/2010/main" val="2090003103"/>
              </p:ext>
            </p:extLst>
          </p:nvPr>
        </p:nvGraphicFramePr>
        <p:xfrm>
          <a:off x="6675916" y="4069359"/>
          <a:ext cx="516569" cy="494108"/>
        </p:xfrm>
        <a:graphic>
          <a:graphicData uri="http://schemas.openxmlformats.org/presentationml/2006/ole">
            <mc:AlternateContent xmlns:mc="http://schemas.openxmlformats.org/markup-compatibility/2006">
              <mc:Choice xmlns:v="urn:schemas-microsoft-com:vml" Requires="v">
                <p:oleObj name="Equation" r:id="rId9" imgW="218705" imgH="209854" progId="Equation.DSMT4">
                  <p:embed/>
                </p:oleObj>
              </mc:Choice>
              <mc:Fallback>
                <p:oleObj name="Equation" r:id="rId9" imgW="218705" imgH="209854" progId="Equation.DSMT4">
                  <p:embed/>
                  <p:pic>
                    <p:nvPicPr>
                      <p:cNvPr id="0" name=""/>
                      <p:cNvPicPr/>
                      <p:nvPr/>
                    </p:nvPicPr>
                    <p:blipFill>
                      <a:blip r:embed="rId10"/>
                      <a:stretch>
                        <a:fillRect/>
                      </a:stretch>
                    </p:blipFill>
                    <p:spPr>
                      <a:xfrm>
                        <a:off x="6675916" y="4069359"/>
                        <a:ext cx="516569" cy="49410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CB90670-7992-2731-106F-8AC378A02102}"/>
              </a:ext>
            </a:extLst>
          </p:cNvPr>
          <p:cNvGraphicFramePr>
            <a:graphicFrameLocks noChangeAspect="1"/>
          </p:cNvGraphicFramePr>
          <p:nvPr>
            <p:extLst>
              <p:ext uri="{D42A27DB-BD31-4B8C-83A1-F6EECF244321}">
                <p14:modId xmlns:p14="http://schemas.microsoft.com/office/powerpoint/2010/main" val="757593379"/>
              </p:ext>
            </p:extLst>
          </p:nvPr>
        </p:nvGraphicFramePr>
        <p:xfrm>
          <a:off x="1144064" y="4652367"/>
          <a:ext cx="404272" cy="494108"/>
        </p:xfrm>
        <a:graphic>
          <a:graphicData uri="http://schemas.openxmlformats.org/presentationml/2006/ole">
            <mc:AlternateContent xmlns:mc="http://schemas.openxmlformats.org/markup-compatibility/2006">
              <mc:Choice xmlns:v="urn:schemas-microsoft-com:vml" Requires="v">
                <p:oleObj name="Equation" r:id="rId11" imgW="170941" imgH="209854" progId="Equation.DSMT4">
                  <p:embed/>
                </p:oleObj>
              </mc:Choice>
              <mc:Fallback>
                <p:oleObj name="Equation" r:id="rId11" imgW="170941" imgH="209854" progId="Equation.DSMT4">
                  <p:embed/>
                  <p:pic>
                    <p:nvPicPr>
                      <p:cNvPr id="0" name=""/>
                      <p:cNvPicPr/>
                      <p:nvPr/>
                    </p:nvPicPr>
                    <p:blipFill>
                      <a:blip r:embed="rId12"/>
                      <a:stretch>
                        <a:fillRect/>
                      </a:stretch>
                    </p:blipFill>
                    <p:spPr>
                      <a:xfrm>
                        <a:off x="1144064" y="4652367"/>
                        <a:ext cx="404272" cy="49410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8BF7F7D3-6EEF-803C-ABAD-68790C4706C4}"/>
              </a:ext>
            </a:extLst>
          </p:cNvPr>
          <p:cNvGraphicFramePr>
            <a:graphicFrameLocks noChangeAspect="1"/>
          </p:cNvGraphicFramePr>
          <p:nvPr>
            <p:extLst>
              <p:ext uri="{D42A27DB-BD31-4B8C-83A1-F6EECF244321}">
                <p14:modId xmlns:p14="http://schemas.microsoft.com/office/powerpoint/2010/main" val="2386645767"/>
              </p:ext>
            </p:extLst>
          </p:nvPr>
        </p:nvGraphicFramePr>
        <p:xfrm>
          <a:off x="3619843" y="5518526"/>
          <a:ext cx="4952312" cy="516569"/>
        </p:xfrm>
        <a:graphic>
          <a:graphicData uri="http://schemas.openxmlformats.org/presentationml/2006/ole">
            <mc:AlternateContent xmlns:mc="http://schemas.openxmlformats.org/markup-compatibility/2006">
              <mc:Choice xmlns:v="urn:schemas-microsoft-com:vml" Requires="v">
                <p:oleObj name="Equation" r:id="rId13" imgW="2099779" imgH="219590" progId="Equation.DSMT4">
                  <p:embed/>
                </p:oleObj>
              </mc:Choice>
              <mc:Fallback>
                <p:oleObj name="Equation" r:id="rId13" imgW="2099779" imgH="219590" progId="Equation.DSMT4">
                  <p:embed/>
                  <p:pic>
                    <p:nvPicPr>
                      <p:cNvPr id="0" name=""/>
                      <p:cNvPicPr/>
                      <p:nvPr/>
                    </p:nvPicPr>
                    <p:blipFill>
                      <a:blip r:embed="rId14"/>
                      <a:stretch>
                        <a:fillRect/>
                      </a:stretch>
                    </p:blipFill>
                    <p:spPr>
                      <a:xfrm>
                        <a:off x="3619843" y="5518526"/>
                        <a:ext cx="4952312" cy="516569"/>
                      </a:xfrm>
                      <a:prstGeom prst="rect">
                        <a:avLst/>
                      </a:prstGeom>
                    </p:spPr>
                  </p:pic>
                </p:oleObj>
              </mc:Fallback>
            </mc:AlternateContent>
          </a:graphicData>
        </a:graphic>
      </p:graphicFrame>
    </p:spTree>
    <p:extLst>
      <p:ext uri="{BB962C8B-B14F-4D97-AF65-F5344CB8AC3E}">
        <p14:creationId xmlns:p14="http://schemas.microsoft.com/office/powerpoint/2010/main" val="2537207422"/>
      </p:ext>
    </p:extLst>
  </p:cSld>
  <p:clrMapOvr>
    <a:masterClrMapping/>
  </p:clrMapOvr>
  <p:transition advTm="18857"/>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3.4 </a:t>
            </a:r>
            <a:r>
              <a:rPr lang="zh-CN" altLang="en-US" sz="2800" b="1" dirty="0">
                <a:latin typeface="Times New Roman" pitchFamily="18" charset="0"/>
                <a:ea typeface="华文中宋" pitchFamily="2" charset="-122"/>
              </a:rPr>
              <a:t>静态力</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末端执行器所做虚功</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 称为操作臂的力雅可比矩阵，它表示在静态平衡状态下，操作力向关节力映射的线性关系。</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endParaRPr lang="en-US" altLang="zh-CN" sz="2400" b="1" dirty="0">
              <a:latin typeface="Times New Roman" pitchFamily="18" charset="0"/>
              <a:ea typeface="微软雅黑" pitchFamily="34" charset="-122"/>
            </a:endParaRPr>
          </a:p>
        </p:txBody>
      </p:sp>
      <p:graphicFrame>
        <p:nvGraphicFramePr>
          <p:cNvPr id="3" name="对象 2">
            <a:extLst>
              <a:ext uri="{FF2B5EF4-FFF2-40B4-BE49-F238E27FC236}">
                <a16:creationId xmlns:a16="http://schemas.microsoft.com/office/drawing/2014/main" id="{EB56014E-2E62-04B5-FF0E-B2E287C3ACFE}"/>
              </a:ext>
            </a:extLst>
          </p:cNvPr>
          <p:cNvGraphicFramePr>
            <a:graphicFrameLocks noChangeAspect="1"/>
          </p:cNvGraphicFramePr>
          <p:nvPr>
            <p:extLst>
              <p:ext uri="{D42A27DB-BD31-4B8C-83A1-F6EECF244321}">
                <p14:modId xmlns:p14="http://schemas.microsoft.com/office/powerpoint/2010/main" val="2541209407"/>
              </p:ext>
            </p:extLst>
          </p:nvPr>
        </p:nvGraphicFramePr>
        <p:xfrm>
          <a:off x="4479279" y="1579708"/>
          <a:ext cx="2912924" cy="469608"/>
        </p:xfrm>
        <a:graphic>
          <a:graphicData uri="http://schemas.openxmlformats.org/presentationml/2006/ole">
            <mc:AlternateContent xmlns:mc="http://schemas.openxmlformats.org/markup-compatibility/2006">
              <mc:Choice xmlns:v="urn:schemas-microsoft-com:vml" Requires="v">
                <p:oleObj name="Equation" r:id="rId3" imgW="1358913" imgH="219590" progId="Equation.DSMT4">
                  <p:embed/>
                </p:oleObj>
              </mc:Choice>
              <mc:Fallback>
                <p:oleObj name="Equation" r:id="rId3" imgW="1358913" imgH="219590" progId="Equation.DSMT4">
                  <p:embed/>
                  <p:pic>
                    <p:nvPicPr>
                      <p:cNvPr id="0" name=""/>
                      <p:cNvPicPr/>
                      <p:nvPr/>
                    </p:nvPicPr>
                    <p:blipFill>
                      <a:blip r:embed="rId4"/>
                      <a:stretch>
                        <a:fillRect/>
                      </a:stretch>
                    </p:blipFill>
                    <p:spPr>
                      <a:xfrm>
                        <a:off x="4479279" y="1579708"/>
                        <a:ext cx="2912924" cy="469608"/>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9D89F32D-9360-FEE8-7A25-C7D32E23582C}"/>
              </a:ext>
            </a:extLst>
          </p:cNvPr>
          <p:cNvGraphicFramePr>
            <a:graphicFrameLocks noChangeAspect="1"/>
          </p:cNvGraphicFramePr>
          <p:nvPr>
            <p:extLst>
              <p:ext uri="{D42A27DB-BD31-4B8C-83A1-F6EECF244321}">
                <p14:modId xmlns:p14="http://schemas.microsoft.com/office/powerpoint/2010/main" val="467217021"/>
              </p:ext>
            </p:extLst>
          </p:nvPr>
        </p:nvGraphicFramePr>
        <p:xfrm>
          <a:off x="5212614" y="2194034"/>
          <a:ext cx="1446253" cy="469608"/>
        </p:xfrm>
        <a:graphic>
          <a:graphicData uri="http://schemas.openxmlformats.org/presentationml/2006/ole">
            <mc:AlternateContent xmlns:mc="http://schemas.openxmlformats.org/markup-compatibility/2006">
              <mc:Choice xmlns:v="urn:schemas-microsoft-com:vml" Requires="v">
                <p:oleObj name="Equation" r:id="rId5" imgW="674788" imgH="219590" progId="Equation.DSMT4">
                  <p:embed/>
                </p:oleObj>
              </mc:Choice>
              <mc:Fallback>
                <p:oleObj name="Equation" r:id="rId5" imgW="674788" imgH="219590" progId="Equation.DSMT4">
                  <p:embed/>
                  <p:pic>
                    <p:nvPicPr>
                      <p:cNvPr id="0" name=""/>
                      <p:cNvPicPr/>
                      <p:nvPr/>
                    </p:nvPicPr>
                    <p:blipFill>
                      <a:blip r:embed="rId6"/>
                      <a:stretch>
                        <a:fillRect/>
                      </a:stretch>
                    </p:blipFill>
                    <p:spPr>
                      <a:xfrm>
                        <a:off x="5212614" y="2194034"/>
                        <a:ext cx="1446253" cy="46960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0E8756A5-42A9-E550-3398-0A2BE6FA997D}"/>
              </a:ext>
            </a:extLst>
          </p:cNvPr>
          <p:cNvGraphicFramePr>
            <a:graphicFrameLocks noChangeAspect="1"/>
          </p:cNvGraphicFramePr>
          <p:nvPr>
            <p:extLst>
              <p:ext uri="{D42A27DB-BD31-4B8C-83A1-F6EECF244321}">
                <p14:modId xmlns:p14="http://schemas.microsoft.com/office/powerpoint/2010/main" val="2536383272"/>
              </p:ext>
            </p:extLst>
          </p:nvPr>
        </p:nvGraphicFramePr>
        <p:xfrm>
          <a:off x="746446" y="2923739"/>
          <a:ext cx="772471" cy="469608"/>
        </p:xfrm>
        <a:graphic>
          <a:graphicData uri="http://schemas.openxmlformats.org/presentationml/2006/ole">
            <mc:AlternateContent xmlns:mc="http://schemas.openxmlformats.org/markup-compatibility/2006">
              <mc:Choice xmlns:v="urn:schemas-microsoft-com:vml" Requires="v">
                <p:oleObj name="Equation" r:id="rId7" imgW="360916" imgH="219590" progId="Equation.DSMT4">
                  <p:embed/>
                </p:oleObj>
              </mc:Choice>
              <mc:Fallback>
                <p:oleObj name="Equation" r:id="rId7" imgW="360916" imgH="219590" progId="Equation.DSMT4">
                  <p:embed/>
                  <p:pic>
                    <p:nvPicPr>
                      <p:cNvPr id="0" name=""/>
                      <p:cNvPicPr/>
                      <p:nvPr/>
                    </p:nvPicPr>
                    <p:blipFill>
                      <a:blip r:embed="rId8"/>
                      <a:stretch>
                        <a:fillRect/>
                      </a:stretch>
                    </p:blipFill>
                    <p:spPr>
                      <a:xfrm>
                        <a:off x="746446" y="2923739"/>
                        <a:ext cx="772471" cy="469608"/>
                      </a:xfrm>
                      <a:prstGeom prst="rect">
                        <a:avLst/>
                      </a:prstGeom>
                    </p:spPr>
                  </p:pic>
                </p:oleObj>
              </mc:Fallback>
            </mc:AlternateContent>
          </a:graphicData>
        </a:graphic>
      </p:graphicFrame>
    </p:spTree>
    <p:extLst>
      <p:ext uri="{BB962C8B-B14F-4D97-AF65-F5344CB8AC3E}">
        <p14:creationId xmlns:p14="http://schemas.microsoft.com/office/powerpoint/2010/main" val="3718990990"/>
      </p:ext>
    </p:extLst>
  </p:cSld>
  <p:clrMapOvr>
    <a:masterClrMapping/>
  </p:clrMapOvr>
  <p:transition advTm="18857"/>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3.4 </a:t>
            </a:r>
            <a:r>
              <a:rPr lang="zh-CN" altLang="en-US" sz="2800" b="1" dirty="0">
                <a:latin typeface="Times New Roman" pitchFamily="18" charset="0"/>
                <a:ea typeface="华文中宋" pitchFamily="2" charset="-122"/>
              </a:rPr>
              <a:t>静态力</a:t>
            </a:r>
          </a:p>
        </p:txBody>
      </p:sp>
      <p:sp>
        <p:nvSpPr>
          <p:cNvPr id="2" name="内容占位符 2">
            <a:extLst>
              <a:ext uri="{FF2B5EF4-FFF2-40B4-BE49-F238E27FC236}">
                <a16:creationId xmlns:a16="http://schemas.microsoft.com/office/drawing/2014/main" id="{3CFE6DE6-8CCF-088E-474F-6A78316740AF}"/>
              </a:ext>
            </a:extLst>
          </p:cNvPr>
          <p:cNvSpPr>
            <a:spLocks noChangeArrowheads="1"/>
          </p:cNvSpPr>
          <p:nvPr/>
        </p:nvSpPr>
        <p:spPr bwMode="auto">
          <a:xfrm>
            <a:off x="639841" y="919126"/>
            <a:ext cx="10591800" cy="447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50000"/>
              </a:lnSpc>
              <a:spcBef>
                <a:spcPct val="10000"/>
              </a:spcBef>
              <a:spcAft>
                <a:spcPct val="10000"/>
              </a:spcAft>
            </a:pPr>
            <a:r>
              <a:rPr lang="en-US" altLang="zh-CN" sz="2400" b="1" dirty="0">
                <a:latin typeface="Times New Roman" pitchFamily="18" charset="0"/>
                <a:ea typeface="微软雅黑" pitchFamily="34" charset="-122"/>
              </a:rPr>
              <a:t>3.4.3  </a:t>
            </a:r>
            <a:r>
              <a:rPr lang="zh-CN" altLang="en-US" sz="2400" b="1" dirty="0">
                <a:latin typeface="Times New Roman" pitchFamily="18" charset="0"/>
                <a:ea typeface="微软雅黑" pitchFamily="34" charset="-122"/>
              </a:rPr>
              <a:t>雅可比矩阵的奇异性</a:t>
            </a:r>
            <a:endParaRPr lang="en-US" altLang="zh-CN" sz="2400" b="1" dirty="0">
              <a:latin typeface="Times New Roman" pitchFamily="18" charset="0"/>
              <a:ea typeface="微软雅黑" pitchFamily="34" charset="-122"/>
            </a:endParaRPr>
          </a:p>
          <a:p>
            <a:pPr indent="720000">
              <a:lnSpc>
                <a:spcPct val="150000"/>
              </a:lnSpc>
              <a:spcBef>
                <a:spcPct val="10000"/>
              </a:spcBef>
              <a:spcAft>
                <a:spcPct val="10000"/>
              </a:spcAft>
            </a:pPr>
            <a:r>
              <a:rPr lang="zh-CN" altLang="en-US" sz="2400" b="1" dirty="0">
                <a:latin typeface="Times New Roman" pitchFamily="18" charset="0"/>
                <a:ea typeface="微软雅黑" pitchFamily="34" charset="-122"/>
              </a:rPr>
              <a:t>机器人腿的雅可比矩阵依赖形位      ，关节空间的奇异形位       定义为，机器人          的雅可比矩阵的秩不是满秩的关节形位      ，即满足</a:t>
            </a:r>
            <a:endParaRPr lang="en-US" altLang="zh-CN" sz="2400" b="1" dirty="0">
              <a:latin typeface="Times New Roman" pitchFamily="18" charset="0"/>
              <a:ea typeface="微软雅黑" pitchFamily="34" charset="-122"/>
            </a:endParaRPr>
          </a:p>
        </p:txBody>
      </p:sp>
      <p:graphicFrame>
        <p:nvGraphicFramePr>
          <p:cNvPr id="13" name="对象 12">
            <a:extLst>
              <a:ext uri="{FF2B5EF4-FFF2-40B4-BE49-F238E27FC236}">
                <a16:creationId xmlns:a16="http://schemas.microsoft.com/office/drawing/2014/main" id="{BBD623BD-72CD-A856-C182-B4A13D7A56D4}"/>
              </a:ext>
            </a:extLst>
          </p:cNvPr>
          <p:cNvGraphicFramePr>
            <a:graphicFrameLocks noChangeAspect="1"/>
          </p:cNvGraphicFramePr>
          <p:nvPr>
            <p:extLst>
              <p:ext uri="{D42A27DB-BD31-4B8C-83A1-F6EECF244321}">
                <p14:modId xmlns:p14="http://schemas.microsoft.com/office/powerpoint/2010/main" val="3719347568"/>
              </p:ext>
            </p:extLst>
          </p:nvPr>
        </p:nvGraphicFramePr>
        <p:xfrm>
          <a:off x="4279741" y="3155654"/>
          <a:ext cx="3632519" cy="543519"/>
        </p:xfrm>
        <a:graphic>
          <a:graphicData uri="http://schemas.openxmlformats.org/presentationml/2006/ole">
            <mc:AlternateContent xmlns:mc="http://schemas.openxmlformats.org/markup-compatibility/2006">
              <mc:Choice xmlns:v="urn:schemas-microsoft-com:vml" Requires="v">
                <p:oleObj name="Equation" r:id="rId3" imgW="1273083" imgH="190744" progId="Equation.DSMT4">
                  <p:embed/>
                </p:oleObj>
              </mc:Choice>
              <mc:Fallback>
                <p:oleObj name="Equation" r:id="rId3" imgW="1273083" imgH="190744" progId="Equation.DSMT4">
                  <p:embed/>
                  <p:pic>
                    <p:nvPicPr>
                      <p:cNvPr id="0" name=""/>
                      <p:cNvPicPr/>
                      <p:nvPr/>
                    </p:nvPicPr>
                    <p:blipFill>
                      <a:blip r:embed="rId4"/>
                      <a:stretch>
                        <a:fillRect/>
                      </a:stretch>
                    </p:blipFill>
                    <p:spPr>
                      <a:xfrm>
                        <a:off x="4279741" y="3155654"/>
                        <a:ext cx="3632519" cy="543519"/>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563F6C54-4072-B131-34C8-9518BFEB0EF3}"/>
              </a:ext>
            </a:extLst>
          </p:cNvPr>
          <p:cNvGraphicFramePr>
            <a:graphicFrameLocks noChangeAspect="1"/>
          </p:cNvGraphicFramePr>
          <p:nvPr>
            <p:extLst>
              <p:ext uri="{D42A27DB-BD31-4B8C-83A1-F6EECF244321}">
                <p14:modId xmlns:p14="http://schemas.microsoft.com/office/powerpoint/2010/main" val="1203084256"/>
              </p:ext>
            </p:extLst>
          </p:nvPr>
        </p:nvGraphicFramePr>
        <p:xfrm>
          <a:off x="5769890" y="1679656"/>
          <a:ext cx="326110" cy="434814"/>
        </p:xfrm>
        <a:graphic>
          <a:graphicData uri="http://schemas.openxmlformats.org/presentationml/2006/ole">
            <mc:AlternateContent xmlns:mc="http://schemas.openxmlformats.org/markup-compatibility/2006">
              <mc:Choice xmlns:v="urn:schemas-microsoft-com:vml" Requires="v">
                <p:oleObj name="Equation" r:id="rId5" imgW="114200" imgH="152523" progId="Equation.DSMT4">
                  <p:embed/>
                </p:oleObj>
              </mc:Choice>
              <mc:Fallback>
                <p:oleObj name="Equation" r:id="rId5" imgW="114200" imgH="152523" progId="Equation.DSMT4">
                  <p:embed/>
                  <p:pic>
                    <p:nvPicPr>
                      <p:cNvPr id="0" name=""/>
                      <p:cNvPicPr/>
                      <p:nvPr/>
                    </p:nvPicPr>
                    <p:blipFill>
                      <a:blip r:embed="rId6"/>
                      <a:stretch>
                        <a:fillRect/>
                      </a:stretch>
                    </p:blipFill>
                    <p:spPr>
                      <a:xfrm>
                        <a:off x="5769890" y="1679656"/>
                        <a:ext cx="326110" cy="434814"/>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8A330008-F2EB-58E0-B690-D8FF08F2DE5C}"/>
              </a:ext>
            </a:extLst>
          </p:cNvPr>
          <p:cNvGraphicFramePr>
            <a:graphicFrameLocks noChangeAspect="1"/>
          </p:cNvGraphicFramePr>
          <p:nvPr>
            <p:extLst>
              <p:ext uri="{D42A27DB-BD31-4B8C-83A1-F6EECF244321}">
                <p14:modId xmlns:p14="http://schemas.microsoft.com/office/powerpoint/2010/main" val="563645448"/>
              </p:ext>
            </p:extLst>
          </p:nvPr>
        </p:nvGraphicFramePr>
        <p:xfrm>
          <a:off x="7657765" y="2237059"/>
          <a:ext cx="326110" cy="434814"/>
        </p:xfrm>
        <a:graphic>
          <a:graphicData uri="http://schemas.openxmlformats.org/presentationml/2006/ole">
            <mc:AlternateContent xmlns:mc="http://schemas.openxmlformats.org/markup-compatibility/2006">
              <mc:Choice xmlns:v="urn:schemas-microsoft-com:vml" Requires="v">
                <p:oleObj name="Equation" r:id="rId7" imgW="114200" imgH="152523" progId="Equation.DSMT4">
                  <p:embed/>
                </p:oleObj>
              </mc:Choice>
              <mc:Fallback>
                <p:oleObj name="Equation" r:id="rId7" imgW="114200" imgH="152523" progId="Equation.DSMT4">
                  <p:embed/>
                  <p:pic>
                    <p:nvPicPr>
                      <p:cNvPr id="0" name=""/>
                      <p:cNvPicPr/>
                      <p:nvPr/>
                    </p:nvPicPr>
                    <p:blipFill>
                      <a:blip r:embed="rId6"/>
                      <a:stretch>
                        <a:fillRect/>
                      </a:stretch>
                    </p:blipFill>
                    <p:spPr>
                      <a:xfrm>
                        <a:off x="7657765" y="2237059"/>
                        <a:ext cx="326110" cy="434814"/>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5330FA0C-0833-C8DD-4C92-AF9E664A6819}"/>
              </a:ext>
            </a:extLst>
          </p:cNvPr>
          <p:cNvGraphicFramePr>
            <a:graphicFrameLocks noChangeAspect="1"/>
          </p:cNvGraphicFramePr>
          <p:nvPr>
            <p:extLst>
              <p:ext uri="{D42A27DB-BD31-4B8C-83A1-F6EECF244321}">
                <p14:modId xmlns:p14="http://schemas.microsoft.com/office/powerpoint/2010/main" val="4286816920"/>
              </p:ext>
            </p:extLst>
          </p:nvPr>
        </p:nvGraphicFramePr>
        <p:xfrm>
          <a:off x="9276220" y="1679656"/>
          <a:ext cx="326110" cy="434814"/>
        </p:xfrm>
        <a:graphic>
          <a:graphicData uri="http://schemas.openxmlformats.org/presentationml/2006/ole">
            <mc:AlternateContent xmlns:mc="http://schemas.openxmlformats.org/markup-compatibility/2006">
              <mc:Choice xmlns:v="urn:schemas-microsoft-com:vml" Requires="v">
                <p:oleObj name="Equation" r:id="rId8" imgW="114200" imgH="152523" progId="Equation.DSMT4">
                  <p:embed/>
                </p:oleObj>
              </mc:Choice>
              <mc:Fallback>
                <p:oleObj name="Equation" r:id="rId8" imgW="114200" imgH="152523" progId="Equation.DSMT4">
                  <p:embed/>
                  <p:pic>
                    <p:nvPicPr>
                      <p:cNvPr id="0" name=""/>
                      <p:cNvPicPr/>
                      <p:nvPr/>
                    </p:nvPicPr>
                    <p:blipFill>
                      <a:blip r:embed="rId6"/>
                      <a:stretch>
                        <a:fillRect/>
                      </a:stretch>
                    </p:blipFill>
                    <p:spPr>
                      <a:xfrm>
                        <a:off x="9276220" y="1679656"/>
                        <a:ext cx="326110" cy="434814"/>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6FCFA545-0DB8-290D-5D18-A770D4C9BC2F}"/>
              </a:ext>
            </a:extLst>
          </p:cNvPr>
          <p:cNvGraphicFramePr>
            <a:graphicFrameLocks noChangeAspect="1"/>
          </p:cNvGraphicFramePr>
          <p:nvPr>
            <p:extLst>
              <p:ext uri="{D42A27DB-BD31-4B8C-83A1-F6EECF244321}">
                <p14:modId xmlns:p14="http://schemas.microsoft.com/office/powerpoint/2010/main" val="2801744137"/>
              </p:ext>
            </p:extLst>
          </p:nvPr>
        </p:nvGraphicFramePr>
        <p:xfrm>
          <a:off x="1599543" y="2182704"/>
          <a:ext cx="837927" cy="489169"/>
        </p:xfrm>
        <a:graphic>
          <a:graphicData uri="http://schemas.openxmlformats.org/presentationml/2006/ole">
            <mc:AlternateContent xmlns:mc="http://schemas.openxmlformats.org/markup-compatibility/2006">
              <mc:Choice xmlns:v="urn:schemas-microsoft-com:vml" Requires="v">
                <p:oleObj name="Equation" r:id="rId9" imgW="294479" imgH="171633" progId="Equation.DSMT4">
                  <p:embed/>
                </p:oleObj>
              </mc:Choice>
              <mc:Fallback>
                <p:oleObj name="Equation" r:id="rId9" imgW="294479" imgH="171633" progId="Equation.DSMT4">
                  <p:embed/>
                  <p:pic>
                    <p:nvPicPr>
                      <p:cNvPr id="0" name=""/>
                      <p:cNvPicPr/>
                      <p:nvPr/>
                    </p:nvPicPr>
                    <p:blipFill>
                      <a:blip r:embed="rId10"/>
                      <a:stretch>
                        <a:fillRect/>
                      </a:stretch>
                    </p:blipFill>
                    <p:spPr>
                      <a:xfrm>
                        <a:off x="1599543" y="2182704"/>
                        <a:ext cx="837927" cy="489169"/>
                      </a:xfrm>
                      <a:prstGeom prst="rect">
                        <a:avLst/>
                      </a:prstGeom>
                    </p:spPr>
                  </p:pic>
                </p:oleObj>
              </mc:Fallback>
            </mc:AlternateContent>
          </a:graphicData>
        </a:graphic>
      </p:graphicFrame>
    </p:spTree>
    <p:extLst>
      <p:ext uri="{BB962C8B-B14F-4D97-AF65-F5344CB8AC3E}">
        <p14:creationId xmlns:p14="http://schemas.microsoft.com/office/powerpoint/2010/main" val="3733179655"/>
      </p:ext>
    </p:extLst>
  </p:cSld>
  <p:clrMapOvr>
    <a:masterClrMapping/>
  </p:clrMapOvr>
  <p:transition advTm="18857"/>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A3YTM3NGM4NjQ1MjY4MmM1MzFiMWQ3MWE3NTU2OD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4038</TotalTime>
  <Words>2674</Words>
  <Application>Microsoft Office PowerPoint</Application>
  <PresentationFormat>宽屏</PresentationFormat>
  <Paragraphs>226</Paragraphs>
  <Slides>37</Slides>
  <Notes>36</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46" baseType="lpstr">
      <vt:lpstr>等线</vt:lpstr>
      <vt:lpstr>等线 Light</vt:lpstr>
      <vt:lpstr>微软雅黑</vt:lpstr>
      <vt:lpstr>Arial</vt:lpstr>
      <vt:lpstr>Calibri</vt:lpstr>
      <vt:lpstr>Times New Roman</vt:lpstr>
      <vt:lpstr>Office 主题​​</vt:lpstr>
      <vt:lpstr>Equation</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libin ribben</dc:creator>
  <cp:lastModifiedBy>liu weilong</cp:lastModifiedBy>
  <cp:revision>413</cp:revision>
  <dcterms:created xsi:type="dcterms:W3CDTF">2019-06-19T02:08:00Z</dcterms:created>
  <dcterms:modified xsi:type="dcterms:W3CDTF">2023-06-06T01:50:10Z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2052-11.1.0.11636</vt:lpwstr>
  </property>
  <property fmtid="{D5CDD505-2E9C-101B-9397-08002B2CF9AE}" pid="3" name="ICV">
    <vt:lpwstr>82CFBE4CAFC14D248354FA9E7AB4A679</vt:lpwstr>
  </property>
</Properties>
</file>