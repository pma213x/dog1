
<file path=[Content_Types].xml><?xml version="1.0" encoding="utf-8"?>
<Types xmlns="http://schemas.openxmlformats.org/package/2006/content-types">
  <Default Extension="bin" ContentType="application/vnd.openxmlformats-officedocument.oleObject"/>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3" r:id="rId1"/>
  </p:sldMasterIdLst>
  <p:notesMasterIdLst>
    <p:notesMasterId r:id="rId29"/>
  </p:notesMasterIdLst>
  <p:sldIdLst>
    <p:sldId id="410" r:id="rId2"/>
    <p:sldId id="598" r:id="rId3"/>
    <p:sldId id="596" r:id="rId4"/>
    <p:sldId id="597" r:id="rId5"/>
    <p:sldId id="599" r:id="rId6"/>
    <p:sldId id="601" r:id="rId7"/>
    <p:sldId id="602" r:id="rId8"/>
    <p:sldId id="603" r:id="rId9"/>
    <p:sldId id="604" r:id="rId10"/>
    <p:sldId id="606" r:id="rId11"/>
    <p:sldId id="605" r:id="rId12"/>
    <p:sldId id="607" r:id="rId13"/>
    <p:sldId id="608" r:id="rId14"/>
    <p:sldId id="609" r:id="rId15"/>
    <p:sldId id="610" r:id="rId16"/>
    <p:sldId id="611" r:id="rId17"/>
    <p:sldId id="612" r:id="rId18"/>
    <p:sldId id="613" r:id="rId19"/>
    <p:sldId id="614" r:id="rId20"/>
    <p:sldId id="615" r:id="rId21"/>
    <p:sldId id="616" r:id="rId22"/>
    <p:sldId id="617" r:id="rId23"/>
    <p:sldId id="618" r:id="rId24"/>
    <p:sldId id="619" r:id="rId25"/>
    <p:sldId id="621" r:id="rId26"/>
    <p:sldId id="620" r:id="rId27"/>
    <p:sldId id="622" r:id="rId28"/>
  </p:sldIdLst>
  <p:sldSz cx="12192000" cy="6858000"/>
  <p:notesSz cx="6858000" cy="9144000"/>
  <p:custDataLst>
    <p:tags r:id="rId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0">
          <p15:clr>
            <a:srgbClr val="A4A3A4"/>
          </p15:clr>
        </p15:guide>
        <p15:guide id="2" pos="366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00CC99"/>
    <a:srgbClr val="D9D9D9"/>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78" autoAdjust="0"/>
    <p:restoredTop sz="94607" autoAdjust="0"/>
  </p:normalViewPr>
  <p:slideViewPr>
    <p:cSldViewPr snapToGrid="0" showGuides="1">
      <p:cViewPr varScale="1">
        <p:scale>
          <a:sx n="104" d="100"/>
          <a:sy n="104" d="100"/>
        </p:scale>
        <p:origin x="1026" y="114"/>
      </p:cViewPr>
      <p:guideLst>
        <p:guide orient="horz" pos="2120"/>
        <p:guide pos="3667"/>
      </p:guideLst>
    </p:cSldViewPr>
  </p:slideViewPr>
  <p:notesTextViewPr>
    <p:cViewPr>
      <p:scale>
        <a:sx n="3" d="2"/>
        <a:sy n="3" d="2"/>
      </p:scale>
      <p:origin x="0" y="0"/>
    </p:cViewPr>
  </p:notesTextViewPr>
  <p:gridSpacing cx="72006" cy="72006"/>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ags" Target="tags/tag1.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84.wmf"/><Relationship Id="rId13" Type="http://schemas.openxmlformats.org/officeDocument/2006/relationships/image" Target="../media/image89.emf"/><Relationship Id="rId3" Type="http://schemas.openxmlformats.org/officeDocument/2006/relationships/image" Target="../media/image79.wmf"/><Relationship Id="rId7" Type="http://schemas.openxmlformats.org/officeDocument/2006/relationships/image" Target="../media/image83.wmf"/><Relationship Id="rId12" Type="http://schemas.openxmlformats.org/officeDocument/2006/relationships/image" Target="../media/image88.wmf"/><Relationship Id="rId2" Type="http://schemas.openxmlformats.org/officeDocument/2006/relationships/image" Target="../media/image78.wmf"/><Relationship Id="rId1" Type="http://schemas.openxmlformats.org/officeDocument/2006/relationships/image" Target="../media/image77.wmf"/><Relationship Id="rId6" Type="http://schemas.openxmlformats.org/officeDocument/2006/relationships/image" Target="../media/image82.wmf"/><Relationship Id="rId11" Type="http://schemas.openxmlformats.org/officeDocument/2006/relationships/image" Target="../media/image87.wmf"/><Relationship Id="rId5" Type="http://schemas.openxmlformats.org/officeDocument/2006/relationships/image" Target="../media/image81.wmf"/><Relationship Id="rId10" Type="http://schemas.openxmlformats.org/officeDocument/2006/relationships/image" Target="../media/image86.wmf"/><Relationship Id="rId4" Type="http://schemas.openxmlformats.org/officeDocument/2006/relationships/image" Target="../media/image80.wmf"/><Relationship Id="rId9" Type="http://schemas.openxmlformats.org/officeDocument/2006/relationships/image" Target="../media/image8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atin typeface="Arial" panose="020B0604020202020204" pitchFamily="34" charset="0"/>
              </a:defRPr>
            </a:lvl1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defRPr sz="1200" noProof="1">
                <a:latin typeface="+mn-lt"/>
                <a:ea typeface="+mn-ea"/>
              </a:defRPr>
            </a:lvl1pPr>
          </a:lstStyle>
          <a:p>
            <a:pPr marL="0" marR="0" lvl="0" indent="0" algn="r" defTabSz="914400" rtl="0" eaLnBrk="1" fontAlgn="auto" latinLnBrk="0" hangingPunct="1">
              <a:lnSpc>
                <a:spcPct val="100000"/>
              </a:lnSpc>
              <a:spcBef>
                <a:spcPct val="0"/>
              </a:spcBef>
              <a:spcAft>
                <a:spcPct val="0"/>
              </a:spcAft>
              <a:buClrTx/>
              <a:buSzTx/>
              <a:buFontTx/>
              <a:buNone/>
              <a:defRPr/>
            </a:pPr>
            <a:fld id="{DD6CFA72-79F1-4675-A2F1-112645FE0012}" type="datetimeFigureOut">
              <a:rPr kumimoji="0" lang="zh-CN" altLang="en-US" sz="1200" b="0" i="0" u="none" strike="noStrike" kern="1200" cap="none" spc="0" normalizeH="0" baseline="0" noProof="1">
                <a:ln>
                  <a:noFill/>
                </a:ln>
                <a:solidFill>
                  <a:schemeClr val="tx1"/>
                </a:solidFill>
                <a:effectLst/>
                <a:uLnTx/>
                <a:uFillTx/>
                <a:latin typeface="+mn-lt"/>
                <a:ea typeface="+mn-ea"/>
                <a:cs typeface="+mn-cs"/>
              </a:rPr>
              <a:t>2023/5/31</a:t>
            </a:fld>
            <a:endParaRPr kumimoji="0" lang="zh-CN" altLang="en-US" sz="1200" b="0" i="0" u="none" strike="noStrike" kern="1200" cap="none" spc="0" normalizeH="0" baseline="0" noProof="1">
              <a:ln>
                <a:noFill/>
              </a:ln>
              <a:solidFill>
                <a:schemeClr val="tx1"/>
              </a:solidFill>
              <a:effectLst/>
              <a:uLnTx/>
              <a:uFillTx/>
              <a:latin typeface="+mn-lt"/>
              <a:ea typeface="+mn-ea"/>
              <a:cs typeface="+mn-cs"/>
            </a:endParaRPr>
          </a:p>
        </p:txBody>
      </p:sp>
      <p:sp>
        <p:nvSpPr>
          <p:cNvPr id="12292" name="幻灯片图像占位符 3"/>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headEnd type="none" w="med" len="med"/>
            <a:tailEnd type="none" w="med" len="med"/>
          </a:ln>
        </p:spPr>
      </p:sp>
      <p:sp>
        <p:nvSpPr>
          <p:cNvPr id="2053" name="备注占位符 4"/>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p>
          <a:p>
            <a:pPr marL="457200" marR="0" lvl="1"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p>
          <a:p>
            <a:pPr marL="914400" marR="0" lvl="2"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p>
          <a:p>
            <a:pPr marL="1371600" marR="0" lvl="3"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p>
          <a:p>
            <a:pPr marL="1828800" marR="0" lvl="4"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fontAlgn="auto">
              <a:defRPr sz="1200" noProof="1">
                <a:latin typeface="Arial" panose="020B0604020202020204" pitchFamily="34" charset="0"/>
              </a:defRPr>
            </a:lvl1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t>‹#›</a:t>
            </a:fld>
            <a:endParaRPr lang="zh-CN" altLang="en-US" sz="1200" dirty="0"/>
          </a:p>
        </p:txBody>
      </p:sp>
    </p:spTree>
    <p:extLst>
      <p:ext uri="{BB962C8B-B14F-4D97-AF65-F5344CB8AC3E}">
        <p14:creationId xmlns:p14="http://schemas.microsoft.com/office/powerpoint/2010/main" val="855541083"/>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0"/>
      </a:spcBef>
      <a:spcAft>
        <a:spcPct val="0"/>
      </a:spcAft>
      <a:defRPr sz="1200" kern="1200">
        <a:solidFill>
          <a:schemeClr val="tx1"/>
        </a:solidFill>
        <a:latin typeface="+mn-lt"/>
        <a:ea typeface="+mn-ea"/>
        <a:cs typeface="+mn-cs"/>
      </a:defRPr>
    </a:lvl1pPr>
    <a:lvl2pPr marL="457200" algn="l" rtl="0" eaLnBrk="0" fontAlgn="base" hangingPunct="0">
      <a:spcBef>
        <a:spcPct val="0"/>
      </a:spcBef>
      <a:spcAft>
        <a:spcPct val="0"/>
      </a:spcAft>
      <a:defRPr sz="1200" kern="1200">
        <a:solidFill>
          <a:schemeClr val="tx1"/>
        </a:solidFill>
        <a:latin typeface="+mn-lt"/>
        <a:ea typeface="+mn-ea"/>
        <a:cs typeface="+mn-cs"/>
      </a:defRPr>
    </a:lvl2pPr>
    <a:lvl3pPr marL="914400" algn="l" rtl="0" eaLnBrk="0" fontAlgn="base" hangingPunct="0">
      <a:spcBef>
        <a:spcPct val="0"/>
      </a:spcBef>
      <a:spcAft>
        <a:spcPct val="0"/>
      </a:spcAft>
      <a:defRPr sz="1200" kern="1200">
        <a:solidFill>
          <a:schemeClr val="tx1"/>
        </a:solidFill>
        <a:latin typeface="+mn-lt"/>
        <a:ea typeface="+mn-ea"/>
        <a:cs typeface="+mn-cs"/>
      </a:defRPr>
    </a:lvl3pPr>
    <a:lvl4pPr marL="1371600" algn="l" rtl="0" eaLnBrk="0" fontAlgn="base" hangingPunct="0">
      <a:spcBef>
        <a:spcPct val="0"/>
      </a:spcBef>
      <a:spcAft>
        <a:spcPct val="0"/>
      </a:spcAft>
      <a:defRPr sz="1200" kern="1200">
        <a:solidFill>
          <a:schemeClr val="tx1"/>
        </a:solidFill>
        <a:latin typeface="+mn-lt"/>
        <a:ea typeface="+mn-ea"/>
        <a:cs typeface="+mn-cs"/>
      </a:defRPr>
    </a:lvl4pPr>
    <a:lvl5pPr marL="1828800" algn="l" rtl="0" eaLnBrk="0" fontAlgn="base" hangingPunct="0">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41599294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a:spLocks noGrp="1" noRot="1" noChangeAspect="1" noChangeArrowheads="1" noTextEdit="1"/>
          </p:cNvSpPr>
          <p:nvPr>
            <p:ph type="sldImg" idx="4294967295"/>
          </p:nvPr>
        </p:nvSpPr>
        <p:spPr>
          <a:xfrm>
            <a:off x="141288" y="768350"/>
            <a:ext cx="6818312" cy="3836988"/>
          </a:xfrm>
          <a:ln>
            <a:miter lim="800000"/>
          </a:ln>
        </p:spPr>
      </p:sp>
      <p:sp>
        <p:nvSpPr>
          <p:cNvPr id="11266" name="Rectangle 3"/>
          <p:cNvSpPr>
            <a:spLocks noGrp="1" noChangeArrowheads="1"/>
          </p:cNvSpPr>
          <p:nvPr>
            <p:ph type="body" idx="4294967295"/>
          </p:nvPr>
        </p:nvSpPr>
        <p:spPr/>
        <p:txBody>
          <a:bodyPr lIns="99048" tIns="49524" rIns="99048" bIns="49524"/>
          <a:lstStyle/>
          <a:p>
            <a:endParaRPr lang="zh-CN" altLang="zh-CN"/>
          </a:p>
        </p:txBody>
      </p:sp>
      <p:sp>
        <p:nvSpPr>
          <p:cNvPr id="11267"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6647485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3429068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5636152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1599582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40369761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8273962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3727261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3729179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236673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7794555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8955163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0501666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2948491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3033980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2696886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781080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4852197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7989943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5683095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40921253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41233769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41353876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7817602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1CAA1B-04BB-01A4-5132-0BDD854CDD5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232CBA4-C165-2021-606B-42BFF3F85A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DE23921-7945-56A7-ABBE-EDFBFCE704A0}"/>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8FBBD9E2-622C-8680-00B1-0B80B5876951}"/>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7F1DF61E-5B6A-7E5B-8267-3121D6221A94}"/>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371286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B12466-3429-36FD-035E-5868865DC28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0A633A1-6A05-E72F-6846-475226660708}"/>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184CC20-962E-B35E-8F5D-13B9EDDBEC96}"/>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D45EBF56-CB95-E782-9B54-5680489C383A}"/>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EC612C2F-0CAE-E833-CD0E-676D32D65DCA}"/>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2298282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4251FF-DAD4-41BF-6A09-B0C695C35A6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984F99BA-32F6-0D77-B827-A85089EEF64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7B9A6275-6689-5FD7-9689-EF4D433F3CBD}"/>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A7DE7BE2-BCB4-38C7-AB69-9632A05DC14A}"/>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FD1198C0-207F-6F39-0343-0114189224FE}"/>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35335845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4A4765-C019-5415-5DFB-336F7FC5198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FDA83E5-2317-5C83-38B2-702DB0CAFB44}"/>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3C922D5-E5AC-451B-4FE3-DB286C6FA8D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12A17DA-98CC-624E-7C9D-733D33878CCC}"/>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a:extLst>
              <a:ext uri="{FF2B5EF4-FFF2-40B4-BE49-F238E27FC236}">
                <a16:creationId xmlns:a16="http://schemas.microsoft.com/office/drawing/2014/main" id="{466B618C-79A1-6725-6D60-467C56888D3F}"/>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a:extLst>
              <a:ext uri="{FF2B5EF4-FFF2-40B4-BE49-F238E27FC236}">
                <a16:creationId xmlns:a16="http://schemas.microsoft.com/office/drawing/2014/main" id="{9BBCAD81-D104-F005-B124-9AA20F949452}"/>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25977985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6538E9-A940-4696-6527-D2231124C61E}"/>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0BCE477-2934-8288-4AAA-AFB0A8D637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769962B-4026-7570-B1D1-0053E303C9E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6F0F388-4D5E-08F8-391E-182E79C969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749C8B37-014A-B5DD-F532-55B0F37AE42A}"/>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F7B07723-3B3E-B5AC-AF38-C742468531BC}"/>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8" name="页脚占位符 7">
            <a:extLst>
              <a:ext uri="{FF2B5EF4-FFF2-40B4-BE49-F238E27FC236}">
                <a16:creationId xmlns:a16="http://schemas.microsoft.com/office/drawing/2014/main" id="{8F6AF78B-4B58-E232-9485-F655E57884CD}"/>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9" name="灯片编号占位符 8">
            <a:extLst>
              <a:ext uri="{FF2B5EF4-FFF2-40B4-BE49-F238E27FC236}">
                <a16:creationId xmlns:a16="http://schemas.microsoft.com/office/drawing/2014/main" id="{A662AC73-D351-DCFD-1043-08908AFD375B}"/>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1366859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0012AF-316A-1F50-596A-60C8C64502A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9818D3A-2047-9163-58B1-3DC768740904}"/>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4" name="页脚占位符 3">
            <a:extLst>
              <a:ext uri="{FF2B5EF4-FFF2-40B4-BE49-F238E27FC236}">
                <a16:creationId xmlns:a16="http://schemas.microsoft.com/office/drawing/2014/main" id="{05E2B006-C25A-5D69-086E-78E96B3A74BD}"/>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灯片编号占位符 4">
            <a:extLst>
              <a:ext uri="{FF2B5EF4-FFF2-40B4-BE49-F238E27FC236}">
                <a16:creationId xmlns:a16="http://schemas.microsoft.com/office/drawing/2014/main" id="{19A3FE94-AA1B-BE7D-F9C7-E91351A21002}"/>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85231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8460921-086E-9288-4F1C-703814A6EB0F}"/>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3" name="页脚占位符 2">
            <a:extLst>
              <a:ext uri="{FF2B5EF4-FFF2-40B4-BE49-F238E27FC236}">
                <a16:creationId xmlns:a16="http://schemas.microsoft.com/office/drawing/2014/main" id="{00529960-D4BF-F692-7404-A3CAFA7FB75F}"/>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4" name="灯片编号占位符 3">
            <a:extLst>
              <a:ext uri="{FF2B5EF4-FFF2-40B4-BE49-F238E27FC236}">
                <a16:creationId xmlns:a16="http://schemas.microsoft.com/office/drawing/2014/main" id="{84F6CEBC-7F84-B714-25EC-AB103B14FDD2}"/>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3774544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D0635F-1176-C574-1B07-9F5F29EDBDE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B8B056A-BED1-F50D-E457-C54CB2C472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7374783-07B6-8C2B-398E-044D32257F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7E11642-BE16-C5AD-3477-7E8BF580C046}"/>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a:extLst>
              <a:ext uri="{FF2B5EF4-FFF2-40B4-BE49-F238E27FC236}">
                <a16:creationId xmlns:a16="http://schemas.microsoft.com/office/drawing/2014/main" id="{F44DAE12-A553-241F-F442-04B65065FD3B}"/>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a:extLst>
              <a:ext uri="{FF2B5EF4-FFF2-40B4-BE49-F238E27FC236}">
                <a16:creationId xmlns:a16="http://schemas.microsoft.com/office/drawing/2014/main" id="{81BA4377-2B5F-EFD6-AA1E-A823D272BF80}"/>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37217351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C6EA45-52AA-54CA-A544-B080E49577B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54065BB-16C0-3BA9-1590-B22230E165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F72DA224-07E4-DA5B-1CF6-1F82CB0347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927686D-D4CE-482F-A5D0-FA7E9B27F1DB}"/>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a:extLst>
              <a:ext uri="{FF2B5EF4-FFF2-40B4-BE49-F238E27FC236}">
                <a16:creationId xmlns:a16="http://schemas.microsoft.com/office/drawing/2014/main" id="{39100DF8-CF53-773E-903E-DC08354C3DE8}"/>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a:extLst>
              <a:ext uri="{FF2B5EF4-FFF2-40B4-BE49-F238E27FC236}">
                <a16:creationId xmlns:a16="http://schemas.microsoft.com/office/drawing/2014/main" id="{590B1A73-88D8-B80C-696E-B624BDCFEA78}"/>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754305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2F43F6-B85F-6154-1E0E-27502E522B8A}"/>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8113F8D2-367B-2F0A-8D6D-13C46FDC0EBE}"/>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374CBF0-B308-05AD-45B8-3741417A3D6C}"/>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296ECFC3-2B05-114E-ADD0-247C29ECDE40}"/>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6BAE2C9D-C5A6-28E5-33E5-39FF66A19A1A}"/>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3510744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29718A9-6281-7DD8-AC66-C7F8B5177F8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804B563-4C5A-39BF-DFFE-02223063866B}"/>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A08A6C0-EA30-1DEE-FEF7-36F932378B41}"/>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AB1351F0-E29C-A38E-016D-A97A9546F474}"/>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BBB3CF6C-FD0E-E93B-0F38-C97EA1DFFBDE}"/>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7244312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4638"/>
            <a:ext cx="10972800" cy="58515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1154736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D604A20-DF1C-0DD6-04E1-E22B4B98DD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22DEFA4-D0DD-1B9B-6811-7DD45CED89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0C525CB-11D0-480D-3910-29A92D0973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14532C6E-6C86-8AD6-375C-C792A73BA6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DE4CC257-19C4-DFE6-D55D-2D817E7AAB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B0B46A-9FEC-4C73-8E69-8E9BDA52C5B1}" type="slidenum">
              <a:rPr lang="zh-CN" altLang="en-US" smtClean="0"/>
              <a:t>‹#›</a:t>
            </a:fld>
            <a:endParaRPr lang="zh-CN" altLang="en-US"/>
          </a:p>
        </p:txBody>
      </p:sp>
      <p:sp>
        <p:nvSpPr>
          <p:cNvPr id="7" name="Line 7">
            <a:extLst>
              <a:ext uri="{FF2B5EF4-FFF2-40B4-BE49-F238E27FC236}">
                <a16:creationId xmlns:a16="http://schemas.microsoft.com/office/drawing/2014/main" id="{20B3D03A-6F5A-FB74-9EED-10031464D27A}"/>
              </a:ext>
            </a:extLst>
          </p:cNvPr>
          <p:cNvSpPr/>
          <p:nvPr userDrawn="1"/>
        </p:nvSpPr>
        <p:spPr>
          <a:xfrm>
            <a:off x="0" y="684213"/>
            <a:ext cx="12192000" cy="0"/>
          </a:xfrm>
          <a:prstGeom prst="line">
            <a:avLst/>
          </a:prstGeom>
          <a:ln w="114300" cap="flat" cmpd="thickThin">
            <a:solidFill>
              <a:srgbClr val="660033"/>
            </a:solidFill>
            <a:prstDash val="solid"/>
            <a:headEnd type="none" w="med" len="med"/>
            <a:tailEnd type="none" w="med" len="med"/>
          </a:ln>
        </p:spPr>
      </p:sp>
    </p:spTree>
    <p:extLst>
      <p:ext uri="{BB962C8B-B14F-4D97-AF65-F5344CB8AC3E}">
        <p14:creationId xmlns:p14="http://schemas.microsoft.com/office/powerpoint/2010/main" val="2799076816"/>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oleObject" Target="../embeddings/oleObject4.bin"/><Relationship Id="rId7" Type="http://schemas.openxmlformats.org/officeDocument/2006/relationships/oleObject" Target="../embeddings/oleObject6.bin"/><Relationship Id="rId12" Type="http://schemas.openxmlformats.org/officeDocument/2006/relationships/image" Target="../media/image9.emf"/><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6.wmf"/><Relationship Id="rId11" Type="http://schemas.openxmlformats.org/officeDocument/2006/relationships/oleObject" Target="../embeddings/oleObject8.bin"/><Relationship Id="rId5" Type="http://schemas.openxmlformats.org/officeDocument/2006/relationships/oleObject" Target="../embeddings/oleObject5.bin"/><Relationship Id="rId10" Type="http://schemas.openxmlformats.org/officeDocument/2006/relationships/image" Target="../media/image8.emf"/><Relationship Id="rId4" Type="http://schemas.openxmlformats.org/officeDocument/2006/relationships/image" Target="../media/image5.wmf"/><Relationship Id="rId9" Type="http://schemas.openxmlformats.org/officeDocument/2006/relationships/oleObject" Target="../embeddings/oleObject7.bin"/></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12.bin"/><Relationship Id="rId13" Type="http://schemas.openxmlformats.org/officeDocument/2006/relationships/image" Target="../media/image14.emf"/><Relationship Id="rId3" Type="http://schemas.openxmlformats.org/officeDocument/2006/relationships/oleObject" Target="../embeddings/oleObject9.bin"/><Relationship Id="rId7" Type="http://schemas.openxmlformats.org/officeDocument/2006/relationships/image" Target="../media/image11.emf"/><Relationship Id="rId12" Type="http://schemas.openxmlformats.org/officeDocument/2006/relationships/oleObject" Target="../embeddings/oleObject14.bin"/><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oleObject" Target="../embeddings/oleObject11.bin"/><Relationship Id="rId11" Type="http://schemas.openxmlformats.org/officeDocument/2006/relationships/image" Target="../media/image13.emf"/><Relationship Id="rId5" Type="http://schemas.openxmlformats.org/officeDocument/2006/relationships/oleObject" Target="../embeddings/oleObject10.bin"/><Relationship Id="rId10" Type="http://schemas.openxmlformats.org/officeDocument/2006/relationships/oleObject" Target="../embeddings/oleObject13.bin"/><Relationship Id="rId4" Type="http://schemas.openxmlformats.org/officeDocument/2006/relationships/image" Target="../media/image10.emf"/><Relationship Id="rId9" Type="http://schemas.openxmlformats.org/officeDocument/2006/relationships/image" Target="../media/image12.emf"/></Relationships>
</file>

<file path=ppt/slides/_rels/slide11.x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oleObject" Target="../embeddings/oleObject15.bin"/><Relationship Id="rId7" Type="http://schemas.openxmlformats.org/officeDocument/2006/relationships/oleObject" Target="../embeddings/oleObject17.bin"/><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16.wmf"/><Relationship Id="rId5" Type="http://schemas.openxmlformats.org/officeDocument/2006/relationships/oleObject" Target="../embeddings/oleObject16.bin"/><Relationship Id="rId10" Type="http://schemas.openxmlformats.org/officeDocument/2006/relationships/image" Target="../media/image18.wmf"/><Relationship Id="rId4" Type="http://schemas.openxmlformats.org/officeDocument/2006/relationships/image" Target="../media/image15.emf"/><Relationship Id="rId9" Type="http://schemas.openxmlformats.org/officeDocument/2006/relationships/oleObject" Target="../embeddings/oleObject18.bin"/></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8" Type="http://schemas.openxmlformats.org/officeDocument/2006/relationships/image" Target="../media/image21.emf"/><Relationship Id="rId13" Type="http://schemas.openxmlformats.org/officeDocument/2006/relationships/oleObject" Target="../embeddings/oleObject24.bin"/><Relationship Id="rId18" Type="http://schemas.openxmlformats.org/officeDocument/2006/relationships/image" Target="../media/image26.emf"/><Relationship Id="rId3" Type="http://schemas.openxmlformats.org/officeDocument/2006/relationships/oleObject" Target="../embeddings/oleObject19.bin"/><Relationship Id="rId21" Type="http://schemas.openxmlformats.org/officeDocument/2006/relationships/oleObject" Target="../embeddings/oleObject28.bin"/><Relationship Id="rId7" Type="http://schemas.openxmlformats.org/officeDocument/2006/relationships/oleObject" Target="../embeddings/oleObject21.bin"/><Relationship Id="rId12" Type="http://schemas.openxmlformats.org/officeDocument/2006/relationships/image" Target="../media/image23.emf"/><Relationship Id="rId17" Type="http://schemas.openxmlformats.org/officeDocument/2006/relationships/oleObject" Target="../embeddings/oleObject26.bin"/><Relationship Id="rId2" Type="http://schemas.openxmlformats.org/officeDocument/2006/relationships/notesSlide" Target="../notesSlides/notesSlide12.xml"/><Relationship Id="rId16" Type="http://schemas.openxmlformats.org/officeDocument/2006/relationships/image" Target="../media/image25.emf"/><Relationship Id="rId20" Type="http://schemas.openxmlformats.org/officeDocument/2006/relationships/image" Target="../media/image27.emf"/><Relationship Id="rId1" Type="http://schemas.openxmlformats.org/officeDocument/2006/relationships/slideLayout" Target="../slideLayouts/slideLayout12.xml"/><Relationship Id="rId6" Type="http://schemas.openxmlformats.org/officeDocument/2006/relationships/image" Target="../media/image20.emf"/><Relationship Id="rId11" Type="http://schemas.openxmlformats.org/officeDocument/2006/relationships/oleObject" Target="../embeddings/oleObject23.bin"/><Relationship Id="rId24" Type="http://schemas.openxmlformats.org/officeDocument/2006/relationships/image" Target="../media/image29.wmf"/><Relationship Id="rId5" Type="http://schemas.openxmlformats.org/officeDocument/2006/relationships/oleObject" Target="../embeddings/oleObject20.bin"/><Relationship Id="rId15" Type="http://schemas.openxmlformats.org/officeDocument/2006/relationships/oleObject" Target="../embeddings/oleObject25.bin"/><Relationship Id="rId23" Type="http://schemas.openxmlformats.org/officeDocument/2006/relationships/oleObject" Target="../embeddings/oleObject29.bin"/><Relationship Id="rId10" Type="http://schemas.openxmlformats.org/officeDocument/2006/relationships/image" Target="../media/image22.emf"/><Relationship Id="rId19" Type="http://schemas.openxmlformats.org/officeDocument/2006/relationships/oleObject" Target="../embeddings/oleObject27.bin"/><Relationship Id="rId4" Type="http://schemas.openxmlformats.org/officeDocument/2006/relationships/image" Target="../media/image19.emf"/><Relationship Id="rId9" Type="http://schemas.openxmlformats.org/officeDocument/2006/relationships/oleObject" Target="../embeddings/oleObject22.bin"/><Relationship Id="rId14" Type="http://schemas.openxmlformats.org/officeDocument/2006/relationships/image" Target="../media/image24.emf"/><Relationship Id="rId22" Type="http://schemas.openxmlformats.org/officeDocument/2006/relationships/image" Target="../media/image28.emf"/></Relationships>
</file>

<file path=ppt/slides/_rels/slide14.xml.rels><?xml version="1.0" encoding="UTF-8" standalone="yes"?>
<Relationships xmlns="http://schemas.openxmlformats.org/package/2006/relationships"><Relationship Id="rId8" Type="http://schemas.openxmlformats.org/officeDocument/2006/relationships/image" Target="../media/image32.emf"/><Relationship Id="rId13" Type="http://schemas.openxmlformats.org/officeDocument/2006/relationships/oleObject" Target="../embeddings/oleObject35.bin"/><Relationship Id="rId18" Type="http://schemas.openxmlformats.org/officeDocument/2006/relationships/image" Target="../media/image37.emf"/><Relationship Id="rId3" Type="http://schemas.openxmlformats.org/officeDocument/2006/relationships/oleObject" Target="../embeddings/oleObject30.bin"/><Relationship Id="rId7" Type="http://schemas.openxmlformats.org/officeDocument/2006/relationships/oleObject" Target="../embeddings/oleObject32.bin"/><Relationship Id="rId12" Type="http://schemas.openxmlformats.org/officeDocument/2006/relationships/image" Target="../media/image34.emf"/><Relationship Id="rId17" Type="http://schemas.openxmlformats.org/officeDocument/2006/relationships/oleObject" Target="../embeddings/oleObject37.bin"/><Relationship Id="rId2" Type="http://schemas.openxmlformats.org/officeDocument/2006/relationships/notesSlide" Target="../notesSlides/notesSlide13.xml"/><Relationship Id="rId16" Type="http://schemas.openxmlformats.org/officeDocument/2006/relationships/image" Target="../media/image36.emf"/><Relationship Id="rId20" Type="http://schemas.openxmlformats.org/officeDocument/2006/relationships/image" Target="../media/image38.emf"/><Relationship Id="rId1" Type="http://schemas.openxmlformats.org/officeDocument/2006/relationships/slideLayout" Target="../slideLayouts/slideLayout12.xml"/><Relationship Id="rId6" Type="http://schemas.openxmlformats.org/officeDocument/2006/relationships/image" Target="../media/image31.emf"/><Relationship Id="rId11" Type="http://schemas.openxmlformats.org/officeDocument/2006/relationships/oleObject" Target="../embeddings/oleObject34.bin"/><Relationship Id="rId5" Type="http://schemas.openxmlformats.org/officeDocument/2006/relationships/oleObject" Target="../embeddings/oleObject31.bin"/><Relationship Id="rId15" Type="http://schemas.openxmlformats.org/officeDocument/2006/relationships/oleObject" Target="../embeddings/oleObject36.bin"/><Relationship Id="rId10" Type="http://schemas.openxmlformats.org/officeDocument/2006/relationships/image" Target="../media/image33.emf"/><Relationship Id="rId19" Type="http://schemas.openxmlformats.org/officeDocument/2006/relationships/oleObject" Target="../embeddings/oleObject38.bin"/><Relationship Id="rId4" Type="http://schemas.openxmlformats.org/officeDocument/2006/relationships/image" Target="../media/image30.emf"/><Relationship Id="rId9" Type="http://schemas.openxmlformats.org/officeDocument/2006/relationships/oleObject" Target="../embeddings/oleObject33.bin"/><Relationship Id="rId14" Type="http://schemas.openxmlformats.org/officeDocument/2006/relationships/image" Target="../media/image35.emf"/></Relationships>
</file>

<file path=ppt/slides/_rels/slide15.xml.rels><?xml version="1.0" encoding="UTF-8" standalone="yes"?>
<Relationships xmlns="http://schemas.openxmlformats.org/package/2006/relationships"><Relationship Id="rId8" Type="http://schemas.openxmlformats.org/officeDocument/2006/relationships/image" Target="../media/image41.emf"/><Relationship Id="rId13" Type="http://schemas.openxmlformats.org/officeDocument/2006/relationships/oleObject" Target="../embeddings/oleObject44.bin"/><Relationship Id="rId18" Type="http://schemas.openxmlformats.org/officeDocument/2006/relationships/oleObject" Target="../embeddings/oleObject47.bin"/><Relationship Id="rId3" Type="http://schemas.openxmlformats.org/officeDocument/2006/relationships/oleObject" Target="../embeddings/oleObject39.bin"/><Relationship Id="rId21" Type="http://schemas.openxmlformats.org/officeDocument/2006/relationships/image" Target="../media/image47.emf"/><Relationship Id="rId7" Type="http://schemas.openxmlformats.org/officeDocument/2006/relationships/oleObject" Target="../embeddings/oleObject41.bin"/><Relationship Id="rId12" Type="http://schemas.openxmlformats.org/officeDocument/2006/relationships/image" Target="../media/image43.emf"/><Relationship Id="rId17" Type="http://schemas.openxmlformats.org/officeDocument/2006/relationships/image" Target="../media/image45.emf"/><Relationship Id="rId25" Type="http://schemas.openxmlformats.org/officeDocument/2006/relationships/image" Target="../media/image49.emf"/><Relationship Id="rId2" Type="http://schemas.openxmlformats.org/officeDocument/2006/relationships/notesSlide" Target="../notesSlides/notesSlide14.xml"/><Relationship Id="rId16" Type="http://schemas.openxmlformats.org/officeDocument/2006/relationships/oleObject" Target="../embeddings/oleObject46.bin"/><Relationship Id="rId20" Type="http://schemas.openxmlformats.org/officeDocument/2006/relationships/oleObject" Target="../embeddings/oleObject48.bin"/><Relationship Id="rId1" Type="http://schemas.openxmlformats.org/officeDocument/2006/relationships/slideLayout" Target="../slideLayouts/slideLayout12.xml"/><Relationship Id="rId6" Type="http://schemas.openxmlformats.org/officeDocument/2006/relationships/image" Target="../media/image40.emf"/><Relationship Id="rId11" Type="http://schemas.openxmlformats.org/officeDocument/2006/relationships/oleObject" Target="../embeddings/oleObject43.bin"/><Relationship Id="rId24" Type="http://schemas.openxmlformats.org/officeDocument/2006/relationships/oleObject" Target="../embeddings/oleObject50.bin"/><Relationship Id="rId5" Type="http://schemas.openxmlformats.org/officeDocument/2006/relationships/oleObject" Target="../embeddings/oleObject40.bin"/><Relationship Id="rId15" Type="http://schemas.openxmlformats.org/officeDocument/2006/relationships/image" Target="../media/image44.emf"/><Relationship Id="rId23" Type="http://schemas.openxmlformats.org/officeDocument/2006/relationships/image" Target="../media/image48.emf"/><Relationship Id="rId10" Type="http://schemas.openxmlformats.org/officeDocument/2006/relationships/image" Target="../media/image42.emf"/><Relationship Id="rId19" Type="http://schemas.openxmlformats.org/officeDocument/2006/relationships/image" Target="../media/image46.emf"/><Relationship Id="rId4" Type="http://schemas.openxmlformats.org/officeDocument/2006/relationships/image" Target="../media/image39.emf"/><Relationship Id="rId9" Type="http://schemas.openxmlformats.org/officeDocument/2006/relationships/oleObject" Target="../embeddings/oleObject42.bin"/><Relationship Id="rId14" Type="http://schemas.openxmlformats.org/officeDocument/2006/relationships/oleObject" Target="../embeddings/oleObject45.bin"/><Relationship Id="rId22" Type="http://schemas.openxmlformats.org/officeDocument/2006/relationships/oleObject" Target="../embeddings/oleObject49.bin"/></Relationships>
</file>

<file path=ppt/slides/_rels/slide16.xml.rels><?xml version="1.0" encoding="UTF-8" standalone="yes"?>
<Relationships xmlns="http://schemas.openxmlformats.org/package/2006/relationships"><Relationship Id="rId8" Type="http://schemas.openxmlformats.org/officeDocument/2006/relationships/image" Target="../media/image52.emf"/><Relationship Id="rId13" Type="http://schemas.openxmlformats.org/officeDocument/2006/relationships/oleObject" Target="../embeddings/oleObject56.bin"/><Relationship Id="rId18" Type="http://schemas.openxmlformats.org/officeDocument/2006/relationships/image" Target="../media/image57.emf"/><Relationship Id="rId3" Type="http://schemas.openxmlformats.org/officeDocument/2006/relationships/oleObject" Target="../embeddings/oleObject51.bin"/><Relationship Id="rId21" Type="http://schemas.openxmlformats.org/officeDocument/2006/relationships/oleObject" Target="../embeddings/oleObject60.bin"/><Relationship Id="rId7" Type="http://schemas.openxmlformats.org/officeDocument/2006/relationships/oleObject" Target="../embeddings/oleObject53.bin"/><Relationship Id="rId12" Type="http://schemas.openxmlformats.org/officeDocument/2006/relationships/image" Target="../media/image54.emf"/><Relationship Id="rId17" Type="http://schemas.openxmlformats.org/officeDocument/2006/relationships/oleObject" Target="../embeddings/oleObject58.bin"/><Relationship Id="rId2" Type="http://schemas.openxmlformats.org/officeDocument/2006/relationships/notesSlide" Target="../notesSlides/notesSlide15.xml"/><Relationship Id="rId16" Type="http://schemas.openxmlformats.org/officeDocument/2006/relationships/image" Target="../media/image56.emf"/><Relationship Id="rId20" Type="http://schemas.openxmlformats.org/officeDocument/2006/relationships/image" Target="../media/image58.emf"/><Relationship Id="rId1" Type="http://schemas.openxmlformats.org/officeDocument/2006/relationships/slideLayout" Target="../slideLayouts/slideLayout12.xml"/><Relationship Id="rId6" Type="http://schemas.openxmlformats.org/officeDocument/2006/relationships/image" Target="../media/image51.emf"/><Relationship Id="rId11" Type="http://schemas.openxmlformats.org/officeDocument/2006/relationships/oleObject" Target="../embeddings/oleObject55.bin"/><Relationship Id="rId24" Type="http://schemas.openxmlformats.org/officeDocument/2006/relationships/image" Target="../media/image60.emf"/><Relationship Id="rId5" Type="http://schemas.openxmlformats.org/officeDocument/2006/relationships/oleObject" Target="../embeddings/oleObject52.bin"/><Relationship Id="rId15" Type="http://schemas.openxmlformats.org/officeDocument/2006/relationships/oleObject" Target="../embeddings/oleObject57.bin"/><Relationship Id="rId23" Type="http://schemas.openxmlformats.org/officeDocument/2006/relationships/oleObject" Target="../embeddings/oleObject61.bin"/><Relationship Id="rId10" Type="http://schemas.openxmlformats.org/officeDocument/2006/relationships/image" Target="../media/image53.emf"/><Relationship Id="rId19" Type="http://schemas.openxmlformats.org/officeDocument/2006/relationships/oleObject" Target="../embeddings/oleObject59.bin"/><Relationship Id="rId4" Type="http://schemas.openxmlformats.org/officeDocument/2006/relationships/image" Target="../media/image50.emf"/><Relationship Id="rId9" Type="http://schemas.openxmlformats.org/officeDocument/2006/relationships/oleObject" Target="../embeddings/oleObject54.bin"/><Relationship Id="rId14" Type="http://schemas.openxmlformats.org/officeDocument/2006/relationships/image" Target="../media/image55.emf"/><Relationship Id="rId22" Type="http://schemas.openxmlformats.org/officeDocument/2006/relationships/image" Target="../media/image59.emf"/></Relationships>
</file>

<file path=ppt/slides/_rels/slide17.xml.rels><?xml version="1.0" encoding="UTF-8" standalone="yes"?>
<Relationships xmlns="http://schemas.openxmlformats.org/package/2006/relationships"><Relationship Id="rId8" Type="http://schemas.openxmlformats.org/officeDocument/2006/relationships/image" Target="../media/image63.emf"/><Relationship Id="rId13" Type="http://schemas.openxmlformats.org/officeDocument/2006/relationships/oleObject" Target="../embeddings/oleObject67.bin"/><Relationship Id="rId18" Type="http://schemas.openxmlformats.org/officeDocument/2006/relationships/image" Target="../media/image68.emf"/><Relationship Id="rId26" Type="http://schemas.openxmlformats.org/officeDocument/2006/relationships/image" Target="../media/image72.emf"/><Relationship Id="rId3" Type="http://schemas.openxmlformats.org/officeDocument/2006/relationships/oleObject" Target="../embeddings/oleObject62.bin"/><Relationship Id="rId21" Type="http://schemas.openxmlformats.org/officeDocument/2006/relationships/oleObject" Target="../embeddings/oleObject71.bin"/><Relationship Id="rId7" Type="http://schemas.openxmlformats.org/officeDocument/2006/relationships/oleObject" Target="../embeddings/oleObject64.bin"/><Relationship Id="rId12" Type="http://schemas.openxmlformats.org/officeDocument/2006/relationships/image" Target="../media/image65.emf"/><Relationship Id="rId17" Type="http://schemas.openxmlformats.org/officeDocument/2006/relationships/oleObject" Target="../embeddings/oleObject69.bin"/><Relationship Id="rId25" Type="http://schemas.openxmlformats.org/officeDocument/2006/relationships/oleObject" Target="../embeddings/oleObject73.bin"/><Relationship Id="rId2" Type="http://schemas.openxmlformats.org/officeDocument/2006/relationships/notesSlide" Target="../notesSlides/notesSlide16.xml"/><Relationship Id="rId16" Type="http://schemas.openxmlformats.org/officeDocument/2006/relationships/image" Target="../media/image67.emf"/><Relationship Id="rId20" Type="http://schemas.openxmlformats.org/officeDocument/2006/relationships/image" Target="../media/image69.emf"/><Relationship Id="rId1" Type="http://schemas.openxmlformats.org/officeDocument/2006/relationships/slideLayout" Target="../slideLayouts/slideLayout12.xml"/><Relationship Id="rId6" Type="http://schemas.openxmlformats.org/officeDocument/2006/relationships/image" Target="../media/image62.emf"/><Relationship Id="rId11" Type="http://schemas.openxmlformats.org/officeDocument/2006/relationships/oleObject" Target="../embeddings/oleObject66.bin"/><Relationship Id="rId24" Type="http://schemas.openxmlformats.org/officeDocument/2006/relationships/image" Target="../media/image71.wmf"/><Relationship Id="rId5" Type="http://schemas.openxmlformats.org/officeDocument/2006/relationships/oleObject" Target="../embeddings/oleObject63.bin"/><Relationship Id="rId15" Type="http://schemas.openxmlformats.org/officeDocument/2006/relationships/oleObject" Target="../embeddings/oleObject68.bin"/><Relationship Id="rId23" Type="http://schemas.openxmlformats.org/officeDocument/2006/relationships/oleObject" Target="../embeddings/oleObject72.bin"/><Relationship Id="rId10" Type="http://schemas.openxmlformats.org/officeDocument/2006/relationships/image" Target="../media/image64.emf"/><Relationship Id="rId19" Type="http://schemas.openxmlformats.org/officeDocument/2006/relationships/oleObject" Target="../embeddings/oleObject70.bin"/><Relationship Id="rId4" Type="http://schemas.openxmlformats.org/officeDocument/2006/relationships/image" Target="../media/image61.emf"/><Relationship Id="rId9" Type="http://schemas.openxmlformats.org/officeDocument/2006/relationships/oleObject" Target="../embeddings/oleObject65.bin"/><Relationship Id="rId14" Type="http://schemas.openxmlformats.org/officeDocument/2006/relationships/image" Target="../media/image66.emf"/><Relationship Id="rId22" Type="http://schemas.openxmlformats.org/officeDocument/2006/relationships/image" Target="../media/image70.emf"/></Relationships>
</file>

<file path=ppt/slides/_rels/slide18.xml.rels><?xml version="1.0" encoding="UTF-8" standalone="yes"?>
<Relationships xmlns="http://schemas.openxmlformats.org/package/2006/relationships"><Relationship Id="rId8" Type="http://schemas.openxmlformats.org/officeDocument/2006/relationships/image" Target="../media/image75.emf"/><Relationship Id="rId3" Type="http://schemas.openxmlformats.org/officeDocument/2006/relationships/oleObject" Target="../embeddings/oleObject74.bin"/><Relationship Id="rId7" Type="http://schemas.openxmlformats.org/officeDocument/2006/relationships/oleObject" Target="../embeddings/oleObject76.bin"/><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74.emf"/><Relationship Id="rId5" Type="http://schemas.openxmlformats.org/officeDocument/2006/relationships/oleObject" Target="../embeddings/oleObject75.bin"/><Relationship Id="rId10" Type="http://schemas.openxmlformats.org/officeDocument/2006/relationships/image" Target="../media/image76.emf"/><Relationship Id="rId4" Type="http://schemas.openxmlformats.org/officeDocument/2006/relationships/image" Target="../media/image73.emf"/><Relationship Id="rId9" Type="http://schemas.openxmlformats.org/officeDocument/2006/relationships/oleObject" Target="../embeddings/oleObject77.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image" Target="../media/image89.emf"/><Relationship Id="rId5" Type="http://schemas.openxmlformats.org/officeDocument/2006/relationships/package" Target="../embeddings/Microsoft_Word_Document.docx"/><Relationship Id="rId4" Type="http://schemas.openxmlformats.org/officeDocument/2006/relationships/image" Target="../media/image90.jpeg"/></Relationships>
</file>

<file path=ppt/slides/_rels/slide20.xml.rels><?xml version="1.0" encoding="UTF-8" standalone="yes"?>
<Relationships xmlns="http://schemas.openxmlformats.org/package/2006/relationships"><Relationship Id="rId8" Type="http://schemas.openxmlformats.org/officeDocument/2006/relationships/image" Target="../media/image93.emf"/><Relationship Id="rId13" Type="http://schemas.openxmlformats.org/officeDocument/2006/relationships/oleObject" Target="../embeddings/oleObject83.bin"/><Relationship Id="rId3" Type="http://schemas.openxmlformats.org/officeDocument/2006/relationships/oleObject" Target="../embeddings/oleObject78.bin"/><Relationship Id="rId7" Type="http://schemas.openxmlformats.org/officeDocument/2006/relationships/oleObject" Target="../embeddings/oleObject80.bin"/><Relationship Id="rId12" Type="http://schemas.openxmlformats.org/officeDocument/2006/relationships/image" Target="../media/image95.emf"/><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92.emf"/><Relationship Id="rId11" Type="http://schemas.openxmlformats.org/officeDocument/2006/relationships/oleObject" Target="../embeddings/oleObject82.bin"/><Relationship Id="rId5" Type="http://schemas.openxmlformats.org/officeDocument/2006/relationships/oleObject" Target="../embeddings/oleObject79.bin"/><Relationship Id="rId10" Type="http://schemas.openxmlformats.org/officeDocument/2006/relationships/image" Target="../media/image94.emf"/><Relationship Id="rId4" Type="http://schemas.openxmlformats.org/officeDocument/2006/relationships/image" Target="../media/image91.emf"/><Relationship Id="rId9" Type="http://schemas.openxmlformats.org/officeDocument/2006/relationships/oleObject" Target="../embeddings/oleObject81.bin"/><Relationship Id="rId14" Type="http://schemas.openxmlformats.org/officeDocument/2006/relationships/image" Target="../media/image96.emf"/></Relationships>
</file>

<file path=ppt/slides/_rels/slide21.xml.rels><?xml version="1.0" encoding="UTF-8" standalone="yes"?>
<Relationships xmlns="http://schemas.openxmlformats.org/package/2006/relationships"><Relationship Id="rId8" Type="http://schemas.openxmlformats.org/officeDocument/2006/relationships/image" Target="../media/image99.emf"/><Relationship Id="rId13" Type="http://schemas.openxmlformats.org/officeDocument/2006/relationships/oleObject" Target="../embeddings/oleObject89.bin"/><Relationship Id="rId18" Type="http://schemas.openxmlformats.org/officeDocument/2006/relationships/image" Target="../media/image104.emf"/><Relationship Id="rId3" Type="http://schemas.openxmlformats.org/officeDocument/2006/relationships/oleObject" Target="../embeddings/oleObject84.bin"/><Relationship Id="rId7" Type="http://schemas.openxmlformats.org/officeDocument/2006/relationships/oleObject" Target="../embeddings/oleObject86.bin"/><Relationship Id="rId12" Type="http://schemas.openxmlformats.org/officeDocument/2006/relationships/image" Target="../media/image101.emf"/><Relationship Id="rId17" Type="http://schemas.openxmlformats.org/officeDocument/2006/relationships/oleObject" Target="../embeddings/oleObject91.bin"/><Relationship Id="rId2" Type="http://schemas.openxmlformats.org/officeDocument/2006/relationships/notesSlide" Target="../notesSlides/notesSlide20.xml"/><Relationship Id="rId16" Type="http://schemas.openxmlformats.org/officeDocument/2006/relationships/image" Target="../media/image103.emf"/><Relationship Id="rId20" Type="http://schemas.openxmlformats.org/officeDocument/2006/relationships/image" Target="../media/image105.emf"/><Relationship Id="rId1" Type="http://schemas.openxmlformats.org/officeDocument/2006/relationships/slideLayout" Target="../slideLayouts/slideLayout12.xml"/><Relationship Id="rId6" Type="http://schemas.openxmlformats.org/officeDocument/2006/relationships/image" Target="../media/image98.emf"/><Relationship Id="rId11" Type="http://schemas.openxmlformats.org/officeDocument/2006/relationships/oleObject" Target="../embeddings/oleObject88.bin"/><Relationship Id="rId5" Type="http://schemas.openxmlformats.org/officeDocument/2006/relationships/oleObject" Target="../embeddings/oleObject85.bin"/><Relationship Id="rId15" Type="http://schemas.openxmlformats.org/officeDocument/2006/relationships/oleObject" Target="../embeddings/oleObject90.bin"/><Relationship Id="rId10" Type="http://schemas.openxmlformats.org/officeDocument/2006/relationships/image" Target="../media/image100.emf"/><Relationship Id="rId19" Type="http://schemas.openxmlformats.org/officeDocument/2006/relationships/oleObject" Target="../embeddings/oleObject92.bin"/><Relationship Id="rId4" Type="http://schemas.openxmlformats.org/officeDocument/2006/relationships/image" Target="../media/image97.emf"/><Relationship Id="rId9" Type="http://schemas.openxmlformats.org/officeDocument/2006/relationships/oleObject" Target="../embeddings/oleObject87.bin"/><Relationship Id="rId14" Type="http://schemas.openxmlformats.org/officeDocument/2006/relationships/image" Target="../media/image102.emf"/></Relationships>
</file>

<file path=ppt/slides/_rels/slide22.xml.rels><?xml version="1.0" encoding="UTF-8" standalone="yes"?>
<Relationships xmlns="http://schemas.openxmlformats.org/package/2006/relationships"><Relationship Id="rId8" Type="http://schemas.openxmlformats.org/officeDocument/2006/relationships/image" Target="../media/image108.emf"/><Relationship Id="rId13" Type="http://schemas.openxmlformats.org/officeDocument/2006/relationships/oleObject" Target="../embeddings/oleObject98.bin"/><Relationship Id="rId3" Type="http://schemas.openxmlformats.org/officeDocument/2006/relationships/oleObject" Target="../embeddings/oleObject93.bin"/><Relationship Id="rId7" Type="http://schemas.openxmlformats.org/officeDocument/2006/relationships/oleObject" Target="../embeddings/oleObject95.bin"/><Relationship Id="rId12" Type="http://schemas.openxmlformats.org/officeDocument/2006/relationships/image" Target="../media/image110.emf"/><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107.emf"/><Relationship Id="rId11" Type="http://schemas.openxmlformats.org/officeDocument/2006/relationships/oleObject" Target="../embeddings/oleObject97.bin"/><Relationship Id="rId5" Type="http://schemas.openxmlformats.org/officeDocument/2006/relationships/oleObject" Target="../embeddings/oleObject94.bin"/><Relationship Id="rId10" Type="http://schemas.openxmlformats.org/officeDocument/2006/relationships/image" Target="../media/image109.emf"/><Relationship Id="rId4" Type="http://schemas.openxmlformats.org/officeDocument/2006/relationships/image" Target="../media/image106.emf"/><Relationship Id="rId9" Type="http://schemas.openxmlformats.org/officeDocument/2006/relationships/oleObject" Target="../embeddings/oleObject96.bin"/><Relationship Id="rId14" Type="http://schemas.openxmlformats.org/officeDocument/2006/relationships/image" Target="../media/image111.wmf"/></Relationships>
</file>

<file path=ppt/slides/_rels/slide23.xml.rels><?xml version="1.0" encoding="UTF-8" standalone="yes"?>
<Relationships xmlns="http://schemas.openxmlformats.org/package/2006/relationships"><Relationship Id="rId8" Type="http://schemas.openxmlformats.org/officeDocument/2006/relationships/image" Target="../media/image114.emf"/><Relationship Id="rId3" Type="http://schemas.openxmlformats.org/officeDocument/2006/relationships/oleObject" Target="../embeddings/oleObject99.bin"/><Relationship Id="rId7" Type="http://schemas.openxmlformats.org/officeDocument/2006/relationships/oleObject" Target="../embeddings/oleObject101.bin"/><Relationship Id="rId12" Type="http://schemas.openxmlformats.org/officeDocument/2006/relationships/image" Target="../media/image116.wmf"/><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image" Target="../media/image113.emf"/><Relationship Id="rId11" Type="http://schemas.openxmlformats.org/officeDocument/2006/relationships/oleObject" Target="../embeddings/oleObject103.bin"/><Relationship Id="rId5" Type="http://schemas.openxmlformats.org/officeDocument/2006/relationships/oleObject" Target="../embeddings/oleObject100.bin"/><Relationship Id="rId10" Type="http://schemas.openxmlformats.org/officeDocument/2006/relationships/image" Target="../media/image115.emf"/><Relationship Id="rId4" Type="http://schemas.openxmlformats.org/officeDocument/2006/relationships/image" Target="../media/image112.emf"/><Relationship Id="rId9" Type="http://schemas.openxmlformats.org/officeDocument/2006/relationships/oleObject" Target="../embeddings/oleObject102.bin"/></Relationships>
</file>

<file path=ppt/slides/_rels/slide24.xml.rels><?xml version="1.0" encoding="UTF-8" standalone="yes"?>
<Relationships xmlns="http://schemas.openxmlformats.org/package/2006/relationships"><Relationship Id="rId8" Type="http://schemas.openxmlformats.org/officeDocument/2006/relationships/image" Target="../media/image119.emf"/><Relationship Id="rId3" Type="http://schemas.openxmlformats.org/officeDocument/2006/relationships/oleObject" Target="../embeddings/oleObject104.bin"/><Relationship Id="rId7" Type="http://schemas.openxmlformats.org/officeDocument/2006/relationships/oleObject" Target="../embeddings/oleObject106.bin"/><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118.emf"/><Relationship Id="rId5" Type="http://schemas.openxmlformats.org/officeDocument/2006/relationships/oleObject" Target="../embeddings/oleObject105.bin"/><Relationship Id="rId10" Type="http://schemas.openxmlformats.org/officeDocument/2006/relationships/image" Target="../media/image120.emf"/><Relationship Id="rId4" Type="http://schemas.openxmlformats.org/officeDocument/2006/relationships/image" Target="../media/image117.emf"/><Relationship Id="rId9" Type="http://schemas.openxmlformats.org/officeDocument/2006/relationships/oleObject" Target="../embeddings/oleObject107.bin"/></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08.bin"/><Relationship Id="rId2" Type="http://schemas.openxmlformats.org/officeDocument/2006/relationships/notesSlide" Target="../notesSlides/notesSlide24.xml"/><Relationship Id="rId1" Type="http://schemas.openxmlformats.org/officeDocument/2006/relationships/slideLayout" Target="../slideLayouts/slideLayout12.xml"/><Relationship Id="rId6" Type="http://schemas.openxmlformats.org/officeDocument/2006/relationships/image" Target="../media/image122.wmf"/><Relationship Id="rId5" Type="http://schemas.openxmlformats.org/officeDocument/2006/relationships/oleObject" Target="../embeddings/oleObject109.bin"/><Relationship Id="rId4" Type="http://schemas.openxmlformats.org/officeDocument/2006/relationships/image" Target="../media/image121.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10.bin"/><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123.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11.bin"/><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124.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副标题 5"/>
          <p:cNvSpPr/>
          <p:nvPr/>
        </p:nvSpPr>
        <p:spPr>
          <a:xfrm>
            <a:off x="1524000" y="1812925"/>
            <a:ext cx="9498330" cy="1844040"/>
          </a:xfrm>
          <a:prstGeom prst="rect">
            <a:avLst/>
          </a:prstGeom>
          <a:noFill/>
          <a:ln w="9525">
            <a:noFill/>
          </a:ln>
        </p:spPr>
        <p:txBody>
          <a:bodyPr/>
          <a:lstStyle/>
          <a:p>
            <a:pPr algn="ctr">
              <a:spcBef>
                <a:spcPct val="20000"/>
              </a:spcBef>
            </a:pPr>
            <a:r>
              <a:rPr sz="3600" b="1" dirty="0">
                <a:latin typeface="微软雅黑" panose="020B0503020204020204" pitchFamily="34" charset="-122"/>
                <a:ea typeface="微软雅黑" panose="020B0503020204020204" pitchFamily="34" charset="-122"/>
                <a:cs typeface="微软雅黑" panose="020B0503020204020204" pitchFamily="34" charset="-122"/>
              </a:rPr>
              <a:t>第</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rPr>
              <a:t>四</a:t>
            </a:r>
            <a:r>
              <a:rPr sz="3600" b="1" dirty="0">
                <a:latin typeface="微软雅黑" panose="020B0503020204020204" pitchFamily="34" charset="-122"/>
                <a:ea typeface="微软雅黑" panose="020B0503020204020204" pitchFamily="34" charset="-122"/>
                <a:cs typeface="微软雅黑" panose="020B0503020204020204" pitchFamily="34" charset="-122"/>
              </a:rPr>
              <a:t>章</a:t>
            </a:r>
            <a:r>
              <a:rPr lang="en-US" sz="36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rPr>
              <a:t>四足机器人动力学分析</a:t>
            </a:r>
            <a:endParaRPr sz="36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051" name="Rectangle 30"/>
          <p:cNvSpPr/>
          <p:nvPr/>
        </p:nvSpPr>
        <p:spPr>
          <a:xfrm>
            <a:off x="3790950" y="3287713"/>
            <a:ext cx="4816475" cy="2609850"/>
          </a:xfrm>
          <a:prstGeom prst="rect">
            <a:avLst/>
          </a:prstGeom>
          <a:noFill/>
          <a:ln w="9525">
            <a:noFill/>
          </a:ln>
        </p:spPr>
        <p:txBody>
          <a:bodyPr/>
          <a:lstStyle/>
          <a:p>
            <a:pPr algn="ctr">
              <a:lnSpc>
                <a:spcPct val="200000"/>
              </a:lnSpc>
            </a:pPr>
            <a:r>
              <a:rPr lang="zh-CN" altLang="en-US" sz="2400" b="1" dirty="0">
                <a:latin typeface="Times New Roman" panose="02020603050405020304" pitchFamily="18" charset="0"/>
                <a:ea typeface="微软雅黑" panose="020B0503020204020204" pitchFamily="34" charset="-122"/>
              </a:rPr>
              <a:t>李彬</a:t>
            </a:r>
          </a:p>
          <a:p>
            <a:pPr algn="ctr">
              <a:lnSpc>
                <a:spcPct val="200000"/>
              </a:lnSpc>
            </a:pPr>
            <a:r>
              <a:rPr lang="zh-CN" altLang="en-US" sz="2400" b="1" dirty="0">
                <a:latin typeface="Times New Roman" panose="02020603050405020304" pitchFamily="18" charset="0"/>
                <a:ea typeface="微软雅黑" panose="020B0503020204020204" pitchFamily="34" charset="-122"/>
              </a:rPr>
              <a:t>智能人机交互创新团队</a:t>
            </a:r>
            <a:endParaRPr lang="en-US" altLang="zh-CN" sz="2400" b="1" dirty="0">
              <a:latin typeface="Times New Roman" panose="02020603050405020304" pitchFamily="18" charset="0"/>
              <a:ea typeface="微软雅黑" panose="020B0503020204020204" pitchFamily="34" charset="-122"/>
            </a:endParaRPr>
          </a:p>
          <a:p>
            <a:pPr>
              <a:lnSpc>
                <a:spcPct val="200000"/>
              </a:lnSpc>
            </a:pPr>
            <a:endParaRPr lang="en-US" altLang="zh-CN" sz="2400" b="1" dirty="0">
              <a:latin typeface="Times New Roman" panose="02020603050405020304" pitchFamily="18" charset="0"/>
              <a:ea typeface="微软雅黑" panose="020B0503020204020204" pitchFamily="34" charset="-122"/>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698500" y="95250"/>
            <a:ext cx="139541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800" b="1" dirty="0">
                <a:latin typeface="Times New Roman" pitchFamily="18" charset="0"/>
                <a:ea typeface="华文中宋" pitchFamily="2" charset="-122"/>
              </a:rPr>
              <a:t>前言</a:t>
            </a:r>
          </a:p>
        </p:txBody>
      </p:sp>
      <p:sp>
        <p:nvSpPr>
          <p:cNvPr id="12290" name="内容占位符 2"/>
          <p:cNvSpPr>
            <a:spLocks noChangeArrowheads="1"/>
          </p:cNvSpPr>
          <p:nvPr/>
        </p:nvSpPr>
        <p:spPr bwMode="auto">
          <a:xfrm>
            <a:off x="698500" y="2019300"/>
            <a:ext cx="10795000" cy="256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gn="just">
              <a:lnSpc>
                <a:spcPct val="110000"/>
              </a:lnSpc>
              <a:spcBef>
                <a:spcPct val="10000"/>
              </a:spcBef>
              <a:spcAft>
                <a:spcPct val="10000"/>
              </a:spcAft>
            </a:pPr>
            <a:r>
              <a:rPr lang="zh-CN" altLang="en-US" sz="2400" b="1" dirty="0">
                <a:latin typeface="Times New Roman" pitchFamily="18" charset="0"/>
                <a:ea typeface="微软雅黑" pitchFamily="34" charset="-122"/>
              </a:rPr>
              <a:t>为了对机器人的运动进行有效控制，以实现预期的轨迹运动，提高四足机器人的环境适应性和抗干扰能力，必须对四足机器人进行动力学控制。动力学模型的建模方法一般有拉格朗日法、牛顿</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欧拉法、凯恩动力学法、高斯法、旋量对偶法。</a:t>
            </a:r>
            <a:endParaRPr lang="en-US" altLang="zh-CN" sz="2400" b="1" dirty="0">
              <a:latin typeface="Times New Roman" pitchFamily="18" charset="0"/>
              <a:ea typeface="微软雅黑" pitchFamily="34" charset="-122"/>
            </a:endParaRPr>
          </a:p>
          <a:p>
            <a:pPr indent="720000" algn="just">
              <a:lnSpc>
                <a:spcPct val="110000"/>
              </a:lnSpc>
              <a:spcBef>
                <a:spcPct val="10000"/>
              </a:spcBef>
              <a:spcAft>
                <a:spcPct val="10000"/>
              </a:spcAft>
            </a:pPr>
            <a:r>
              <a:rPr lang="zh-CN" altLang="en-US" sz="2400" b="1" dirty="0">
                <a:latin typeface="Times New Roman" pitchFamily="18" charset="0"/>
                <a:ea typeface="微软雅黑" pitchFamily="34" charset="-122"/>
              </a:rPr>
              <a:t>本章首先介绍机器人的动力学数学和基础惯性参数的定义，包括转动惯量、惯性张量的概念，然后着重介绍基于拉格朗日方法和牛顿</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欧拉法的动力学建模方法，最后给出单腿四足机器人的拉格朗日动力学推导过程。</a:t>
            </a:r>
          </a:p>
        </p:txBody>
      </p:sp>
    </p:spTree>
    <p:extLst>
      <p:ext uri="{BB962C8B-B14F-4D97-AF65-F5344CB8AC3E}">
        <p14:creationId xmlns:p14="http://schemas.microsoft.com/office/powerpoint/2010/main" val="4246376655"/>
      </p:ext>
    </p:extLst>
  </p:cSld>
  <p:clrMapOvr>
    <a:masterClrMapping/>
  </p:clrMapOvr>
  <p:transition advTm="18857"/>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a:latin typeface="Times New Roman" pitchFamily="18" charset="0"/>
                <a:ea typeface="华文中宋" pitchFamily="2" charset="-122"/>
              </a:rPr>
              <a:t> </a:t>
            </a:r>
            <a:r>
              <a:rPr lang="zh-CN" altLang="en-US" sz="2800" b="1">
                <a:latin typeface="Times New Roman" pitchFamily="18" charset="0"/>
                <a:ea typeface="华文中宋" pitchFamily="2" charset="-122"/>
              </a:rPr>
              <a:t>本章提纲</a:t>
            </a:r>
          </a:p>
        </p:txBody>
      </p:sp>
      <p:sp>
        <p:nvSpPr>
          <p:cNvPr id="10243" name="内容占位符 52"/>
          <p:cNvSpPr>
            <a:spLocks noChangeArrowheads="1"/>
          </p:cNvSpPr>
          <p:nvPr/>
        </p:nvSpPr>
        <p:spPr bwMode="auto">
          <a:xfrm>
            <a:off x="2566194" y="1511015"/>
            <a:ext cx="7042150" cy="2728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p>
            <a:pPr marL="342900" indent="-342900">
              <a:lnSpc>
                <a:spcPct val="160000"/>
              </a:lnSpc>
              <a:spcBef>
                <a:spcPct val="20000"/>
              </a:spcBef>
            </a:pPr>
            <a:r>
              <a:rPr lang="en-US" altLang="zh-CN" sz="2800" b="1" dirty="0">
                <a:latin typeface="Times New Roman" pitchFamily="18" charset="0"/>
                <a:ea typeface="微软雅黑" pitchFamily="34" charset="-122"/>
              </a:rPr>
              <a:t>4.1 </a:t>
            </a:r>
            <a:r>
              <a:rPr lang="zh-CN" altLang="en-US" sz="2800" b="1" dirty="0">
                <a:latin typeface="Times New Roman" pitchFamily="18" charset="0"/>
                <a:ea typeface="微软雅黑" pitchFamily="34" charset="-122"/>
              </a:rPr>
              <a:t>机器人动力学数学基础</a:t>
            </a:r>
          </a:p>
          <a:p>
            <a:pPr marL="342900" indent="-342900">
              <a:lnSpc>
                <a:spcPct val="160000"/>
              </a:lnSpc>
              <a:spcBef>
                <a:spcPct val="20000"/>
              </a:spcBef>
            </a:pPr>
            <a:r>
              <a:rPr lang="en-US" altLang="zh-CN" sz="2800" b="1" dirty="0">
                <a:latin typeface="Times New Roman" pitchFamily="18" charset="0"/>
                <a:ea typeface="微软雅黑" pitchFamily="34" charset="-122"/>
              </a:rPr>
              <a:t>4.2</a:t>
            </a:r>
            <a:r>
              <a:rPr lang="zh-CN" altLang="en-US" sz="2800" b="1" dirty="0">
                <a:latin typeface="Times New Roman" pitchFamily="18" charset="0"/>
                <a:ea typeface="微软雅黑" pitchFamily="34" charset="-122"/>
              </a:rPr>
              <a:t> 动能和势能</a:t>
            </a:r>
            <a:endParaRPr lang="en-US" altLang="zh-CN" sz="2800" b="1" dirty="0">
              <a:latin typeface="Times New Roman" pitchFamily="18" charset="0"/>
              <a:ea typeface="微软雅黑" pitchFamily="34" charset="-122"/>
            </a:endParaRPr>
          </a:p>
          <a:p>
            <a:pPr marL="342900" indent="-342900">
              <a:lnSpc>
                <a:spcPct val="160000"/>
              </a:lnSpc>
              <a:spcBef>
                <a:spcPct val="20000"/>
              </a:spcBef>
            </a:pPr>
            <a:r>
              <a:rPr lang="en-US" altLang="zh-CN" sz="2800" b="1" dirty="0">
                <a:latin typeface="Times New Roman" pitchFamily="18" charset="0"/>
                <a:ea typeface="微软雅黑" pitchFamily="34" charset="-122"/>
              </a:rPr>
              <a:t>4.3 </a:t>
            </a:r>
            <a:r>
              <a:rPr lang="zh-CN" altLang="en-US" sz="2800" b="1" dirty="0">
                <a:latin typeface="Times New Roman" pitchFamily="18" charset="0"/>
                <a:ea typeface="微软雅黑" pitchFamily="34" charset="-122"/>
              </a:rPr>
              <a:t>惯性参数</a:t>
            </a:r>
            <a:endParaRPr lang="en-US" altLang="zh-CN" sz="2800" b="1" dirty="0">
              <a:latin typeface="Times New Roman" pitchFamily="18" charset="0"/>
              <a:ea typeface="微软雅黑" pitchFamily="34" charset="-122"/>
            </a:endParaRPr>
          </a:p>
          <a:p>
            <a:pPr marL="342900" indent="-342900">
              <a:lnSpc>
                <a:spcPct val="160000"/>
              </a:lnSpc>
              <a:spcBef>
                <a:spcPct val="20000"/>
              </a:spcBef>
            </a:pPr>
            <a:r>
              <a:rPr lang="en-US" altLang="zh-CN" sz="2800" b="1" dirty="0">
                <a:latin typeface="Times New Roman" pitchFamily="18" charset="0"/>
                <a:ea typeface="微软雅黑" pitchFamily="34" charset="-122"/>
              </a:rPr>
              <a:t>4.4 </a:t>
            </a:r>
            <a:r>
              <a:rPr lang="zh-CN" altLang="en-US" sz="2800" b="1" dirty="0">
                <a:latin typeface="Times New Roman" pitchFamily="18" charset="0"/>
                <a:ea typeface="微软雅黑" pitchFamily="34" charset="-122"/>
              </a:rPr>
              <a:t>机器人动力学建模方法</a:t>
            </a:r>
            <a:endParaRPr lang="en-US" altLang="zh-CN" sz="2800" b="1" dirty="0">
              <a:latin typeface="Times New Roman" pitchFamily="18" charset="0"/>
              <a:ea typeface="微软雅黑" pitchFamily="34" charset="-122"/>
            </a:endParaRPr>
          </a:p>
          <a:p>
            <a:pPr marL="342900" indent="-342900">
              <a:lnSpc>
                <a:spcPct val="160000"/>
              </a:lnSpc>
              <a:spcBef>
                <a:spcPct val="20000"/>
              </a:spcBef>
            </a:pPr>
            <a:r>
              <a:rPr lang="en-US" altLang="zh-CN" sz="2800" b="1" dirty="0">
                <a:latin typeface="Times New Roman" pitchFamily="18" charset="0"/>
                <a:ea typeface="微软雅黑" pitchFamily="34" charset="-122"/>
              </a:rPr>
              <a:t>4.5 </a:t>
            </a:r>
            <a:r>
              <a:rPr lang="zh-CN" altLang="en-US" sz="2800" b="1" dirty="0">
                <a:latin typeface="Times New Roman" pitchFamily="18" charset="0"/>
                <a:ea typeface="微软雅黑" pitchFamily="34" charset="-122"/>
              </a:rPr>
              <a:t>四足机器人简化动力学推导</a:t>
            </a:r>
            <a:endParaRPr lang="en-US" altLang="zh-CN" sz="2800" b="1" dirty="0">
              <a:latin typeface="Times New Roman" pitchFamily="18" charset="0"/>
              <a:ea typeface="微软雅黑" pitchFamily="34" charset="-122"/>
            </a:endParaRPr>
          </a:p>
        </p:txBody>
      </p:sp>
    </p:spTree>
    <p:extLst>
      <p:ext uri="{BB962C8B-B14F-4D97-AF65-F5344CB8AC3E}">
        <p14:creationId xmlns:p14="http://schemas.microsoft.com/office/powerpoint/2010/main" val="3824676700"/>
      </p:ext>
    </p:extLst>
  </p:cSld>
  <p:clrMapOvr>
    <a:masterClrMapping/>
  </p:clrMapOvr>
  <p:transition advTm="18857"/>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4.1 </a:t>
            </a:r>
            <a:r>
              <a:rPr lang="zh-CN" altLang="en-US" sz="2800" b="1" dirty="0">
                <a:latin typeface="Times New Roman" pitchFamily="18" charset="0"/>
                <a:ea typeface="华文中宋" pitchFamily="2" charset="-122"/>
              </a:rPr>
              <a:t>机器人动力学数学基础</a:t>
            </a:r>
          </a:p>
        </p:txBody>
      </p:sp>
      <p:sp>
        <p:nvSpPr>
          <p:cNvPr id="12290" name="内容占位符 2"/>
          <p:cNvSpPr>
            <a:spLocks noChangeArrowheads="1"/>
          </p:cNvSpPr>
          <p:nvPr/>
        </p:nvSpPr>
        <p:spPr bwMode="auto">
          <a:xfrm>
            <a:off x="977900" y="1576321"/>
            <a:ext cx="105918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机器人的静力学和动力学分析是实现机器人动态分析的基础。</a:t>
            </a: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机器人的静力学描述的是机器人缓慢运动时或静止时作用在机器人上的力和力矩问题，一般用来描述机器人末端与环境接触时，各个关节力</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力矩</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与接触力的关系；</a:t>
            </a: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而机器人动力学</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正问题和逆问题</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主要研究机器人运动和受力之间的关系。正动力学问题主要用于机器人的仿真；逆动力学问题主要用于机器人的实时控制。</a:t>
            </a:r>
          </a:p>
        </p:txBody>
      </p:sp>
    </p:spTree>
    <p:extLst>
      <p:ext uri="{BB962C8B-B14F-4D97-AF65-F5344CB8AC3E}">
        <p14:creationId xmlns:p14="http://schemas.microsoft.com/office/powerpoint/2010/main" val="4271847805"/>
      </p:ext>
    </p:extLst>
  </p:cSld>
  <p:clrMapOvr>
    <a:masterClrMapping/>
  </p:clrMapOvr>
  <p:transition advTm="18857"/>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4.1 </a:t>
            </a:r>
            <a:r>
              <a:rPr lang="zh-CN" altLang="en-US" sz="2800" b="1" dirty="0">
                <a:latin typeface="Times New Roman" pitchFamily="18" charset="0"/>
                <a:ea typeface="华文中宋" pitchFamily="2" charset="-122"/>
              </a:rPr>
              <a:t>机器人动力学数学基础</a:t>
            </a:r>
          </a:p>
        </p:txBody>
      </p:sp>
      <p:sp>
        <p:nvSpPr>
          <p:cNvPr id="12290" name="内容占位符 2"/>
          <p:cNvSpPr>
            <a:spLocks noChangeArrowheads="1"/>
          </p:cNvSpPr>
          <p:nvPr/>
        </p:nvSpPr>
        <p:spPr bwMode="auto">
          <a:xfrm>
            <a:off x="977900" y="1009650"/>
            <a:ext cx="105918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机器人静力学、运动学和动力学参数之间的关系如图</a:t>
            </a:r>
            <a:r>
              <a:rPr lang="en-US" altLang="zh-CN" sz="2400" b="1" dirty="0">
                <a:latin typeface="Times New Roman" pitchFamily="18" charset="0"/>
                <a:ea typeface="微软雅黑" pitchFamily="34" charset="-122"/>
              </a:rPr>
              <a:t>4.1</a:t>
            </a:r>
            <a:r>
              <a:rPr lang="zh-CN" altLang="en-US" sz="2400" b="1" dirty="0">
                <a:latin typeface="Times New Roman" pitchFamily="18" charset="0"/>
                <a:ea typeface="微软雅黑" pitchFamily="34" charset="-122"/>
              </a:rPr>
              <a:t>所示。</a:t>
            </a:r>
          </a:p>
        </p:txBody>
      </p:sp>
      <p:pic>
        <p:nvPicPr>
          <p:cNvPr id="1026" name="Picture 2">
            <a:extLst>
              <a:ext uri="{FF2B5EF4-FFF2-40B4-BE49-F238E27FC236}">
                <a16:creationId xmlns:a16="http://schemas.microsoft.com/office/drawing/2014/main" id="{59E83AC6-B2BD-56B7-D171-222328E1FDF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9730" y="1779913"/>
            <a:ext cx="4908140" cy="3298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a:extLst>
              <a:ext uri="{FF2B5EF4-FFF2-40B4-BE49-F238E27FC236}">
                <a16:creationId xmlns:a16="http://schemas.microsoft.com/office/drawing/2014/main" id="{68D74186-4812-E44D-EEA9-9836820F0AEE}"/>
              </a:ext>
            </a:extLst>
          </p:cNvPr>
          <p:cNvSpPr txBox="1"/>
          <p:nvPr/>
        </p:nvSpPr>
        <p:spPr>
          <a:xfrm>
            <a:off x="3030829" y="5202018"/>
            <a:ext cx="6130342" cy="646331"/>
          </a:xfrm>
          <a:prstGeom prst="rect">
            <a:avLst/>
          </a:prstGeom>
          <a:noFill/>
        </p:spPr>
        <p:txBody>
          <a:bodyPr wrap="square">
            <a:spAutoFit/>
          </a:bodyPr>
          <a:lstStyle/>
          <a:p>
            <a:pPr algn="ctr">
              <a:spcBef>
                <a:spcPts val="700"/>
              </a:spcBef>
              <a:spcAft>
                <a:spcPts val="8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4.1  </a:t>
            </a:r>
            <a:r>
              <a:rPr lang="zh-CN" altLang="zh-CN" sz="1800" kern="1000" dirty="0">
                <a:effectLst/>
                <a:latin typeface="Times New Roman" panose="02020603050405020304" pitchFamily="18" charset="0"/>
                <a:ea typeface="宋体" panose="02010600030101010101" pitchFamily="2" charset="-122"/>
              </a:rPr>
              <a:t>机器人静力学、运动学和</a:t>
            </a:r>
            <a:br>
              <a:rPr lang="en-US" altLang="zh-CN" sz="1800" kern="1000" dirty="0">
                <a:effectLst/>
                <a:latin typeface="Times New Roman" panose="02020603050405020304" pitchFamily="18" charset="0"/>
                <a:ea typeface="宋体" panose="02010600030101010101" pitchFamily="2" charset="-122"/>
              </a:rPr>
            </a:br>
            <a:r>
              <a:rPr lang="zh-CN" altLang="zh-CN" sz="1800" kern="1000" dirty="0">
                <a:effectLst/>
                <a:latin typeface="Times New Roman" panose="02020603050405020304" pitchFamily="18" charset="0"/>
                <a:ea typeface="宋体" panose="02010600030101010101" pitchFamily="2" charset="-122"/>
              </a:rPr>
              <a:t>动力学参数之间的关系</a:t>
            </a:r>
          </a:p>
        </p:txBody>
      </p:sp>
    </p:spTree>
    <p:extLst>
      <p:ext uri="{BB962C8B-B14F-4D97-AF65-F5344CB8AC3E}">
        <p14:creationId xmlns:p14="http://schemas.microsoft.com/office/powerpoint/2010/main" val="232381396"/>
      </p:ext>
    </p:extLst>
  </p:cSld>
  <p:clrMapOvr>
    <a:masterClrMapping/>
  </p:clrMapOvr>
  <p:transition advTm="18857"/>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4.2 </a:t>
            </a:r>
            <a:r>
              <a:rPr lang="zh-CN" altLang="en-US" sz="2800" b="1" dirty="0">
                <a:latin typeface="Times New Roman" pitchFamily="18" charset="0"/>
                <a:ea typeface="华文中宋" pitchFamily="2" charset="-122"/>
              </a:rPr>
              <a:t>动能和势能</a:t>
            </a:r>
          </a:p>
        </p:txBody>
      </p:sp>
      <p:sp>
        <p:nvSpPr>
          <p:cNvPr id="12290" name="内容占位符 2"/>
          <p:cNvSpPr>
            <a:spLocks noChangeArrowheads="1"/>
          </p:cNvSpPr>
          <p:nvPr/>
        </p:nvSpPr>
        <p:spPr bwMode="auto">
          <a:xfrm>
            <a:off x="977900" y="1009650"/>
            <a:ext cx="105918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机器人在运动过程中，要同时考虑机器人的动能和势能</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也就是机械能</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的影响。动能是指机器人由于运动而具有的能量，动能无方向，是一个大于或等于零的标量。动能的定义如下：</a:t>
            </a: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机器人的势能一般只考虑重力势能，其定义为</a:t>
            </a: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机器人的动能和势能之和称为机器人的机械能，即</a:t>
            </a:r>
          </a:p>
        </p:txBody>
      </p:sp>
      <p:sp>
        <p:nvSpPr>
          <p:cNvPr id="2" name="Rectangle 2">
            <a:extLst>
              <a:ext uri="{FF2B5EF4-FFF2-40B4-BE49-F238E27FC236}">
                <a16:creationId xmlns:a16="http://schemas.microsoft.com/office/drawing/2014/main" id="{9819A6E6-10ED-DE77-95B0-1E75A9C4CBA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a:extLst>
              <a:ext uri="{FF2B5EF4-FFF2-40B4-BE49-F238E27FC236}">
                <a16:creationId xmlns:a16="http://schemas.microsoft.com/office/drawing/2014/main" id="{1462B6D6-724F-3210-0CF7-856B35BB6DD5}"/>
              </a:ext>
            </a:extLst>
          </p:cNvPr>
          <p:cNvGraphicFramePr>
            <a:graphicFrameLocks noChangeAspect="1"/>
          </p:cNvGraphicFramePr>
          <p:nvPr>
            <p:extLst>
              <p:ext uri="{D42A27DB-BD31-4B8C-83A1-F6EECF244321}">
                <p14:modId xmlns:p14="http://schemas.microsoft.com/office/powerpoint/2010/main" val="3181577542"/>
              </p:ext>
            </p:extLst>
          </p:nvPr>
        </p:nvGraphicFramePr>
        <p:xfrm>
          <a:off x="5392271" y="2269938"/>
          <a:ext cx="1407458" cy="838486"/>
        </p:xfrm>
        <a:graphic>
          <a:graphicData uri="http://schemas.openxmlformats.org/presentationml/2006/ole">
            <mc:AlternateContent xmlns:mc="http://schemas.openxmlformats.org/markup-compatibility/2006">
              <mc:Choice xmlns:v="urn:schemas-microsoft-com:vml" Requires="v">
                <p:oleObj name="Equation" r:id="rId3" imgW="596641" imgH="355446" progId="Equation.DSMT4">
                  <p:embed/>
                </p:oleObj>
              </mc:Choice>
              <mc:Fallback>
                <p:oleObj name="Equation" r:id="rId3" imgW="596641" imgH="355446"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2271" y="2269938"/>
                        <a:ext cx="1407458" cy="83848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4">
            <a:extLst>
              <a:ext uri="{FF2B5EF4-FFF2-40B4-BE49-F238E27FC236}">
                <a16:creationId xmlns:a16="http://schemas.microsoft.com/office/drawing/2014/main" id="{7B71E739-3A2C-0866-C258-B49EE78E0DD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DF28585D-0F08-E39E-FD11-9338F88756EC}"/>
              </a:ext>
            </a:extLst>
          </p:cNvPr>
          <p:cNvGraphicFramePr>
            <a:graphicFrameLocks noChangeAspect="1"/>
          </p:cNvGraphicFramePr>
          <p:nvPr>
            <p:extLst>
              <p:ext uri="{D42A27DB-BD31-4B8C-83A1-F6EECF244321}">
                <p14:modId xmlns:p14="http://schemas.microsoft.com/office/powerpoint/2010/main" val="2904141611"/>
              </p:ext>
            </p:extLst>
          </p:nvPr>
        </p:nvGraphicFramePr>
        <p:xfrm>
          <a:off x="5497082" y="4048868"/>
          <a:ext cx="1197837" cy="449189"/>
        </p:xfrm>
        <a:graphic>
          <a:graphicData uri="http://schemas.openxmlformats.org/presentationml/2006/ole">
            <mc:AlternateContent xmlns:mc="http://schemas.openxmlformats.org/markup-compatibility/2006">
              <mc:Choice xmlns:v="urn:schemas-microsoft-com:vml" Requires="v">
                <p:oleObj name="Equation" r:id="rId5" imgW="508000" imgH="190500" progId="Equation.DSMT4">
                  <p:embed/>
                </p:oleObj>
              </mc:Choice>
              <mc:Fallback>
                <p:oleObj name="Equation" r:id="rId5" imgW="508000" imgH="1905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97082" y="4048868"/>
                        <a:ext cx="1197837" cy="4491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a:extLst>
              <a:ext uri="{FF2B5EF4-FFF2-40B4-BE49-F238E27FC236}">
                <a16:creationId xmlns:a16="http://schemas.microsoft.com/office/drawing/2014/main" id="{BE53986A-578D-9C03-7829-B6229393A809}"/>
              </a:ext>
            </a:extLst>
          </p:cNvPr>
          <p:cNvGraphicFramePr>
            <a:graphicFrameLocks noChangeAspect="1"/>
          </p:cNvGraphicFramePr>
          <p:nvPr>
            <p:extLst>
              <p:ext uri="{D42A27DB-BD31-4B8C-83A1-F6EECF244321}">
                <p14:modId xmlns:p14="http://schemas.microsoft.com/office/powerpoint/2010/main" val="3711412971"/>
              </p:ext>
            </p:extLst>
          </p:nvPr>
        </p:nvGraphicFramePr>
        <p:xfrm>
          <a:off x="5390398" y="5407658"/>
          <a:ext cx="1411203" cy="359350"/>
        </p:xfrm>
        <a:graphic>
          <a:graphicData uri="http://schemas.openxmlformats.org/presentationml/2006/ole">
            <mc:AlternateContent xmlns:mc="http://schemas.openxmlformats.org/markup-compatibility/2006">
              <mc:Choice xmlns:v="urn:schemas-microsoft-com:vml" Requires="v">
                <p:oleObj name="Equation" r:id="rId7" imgW="598654" imgH="152523" progId="Equation.DSMT4">
                  <p:embed/>
                </p:oleObj>
              </mc:Choice>
              <mc:Fallback>
                <p:oleObj name="Equation" r:id="rId7" imgW="598654" imgH="152523" progId="Equation.DSMT4">
                  <p:embed/>
                  <p:pic>
                    <p:nvPicPr>
                      <p:cNvPr id="0" name=""/>
                      <p:cNvPicPr/>
                      <p:nvPr/>
                    </p:nvPicPr>
                    <p:blipFill>
                      <a:blip r:embed="rId8"/>
                      <a:stretch>
                        <a:fillRect/>
                      </a:stretch>
                    </p:blipFill>
                    <p:spPr>
                      <a:xfrm>
                        <a:off x="5390398" y="5407658"/>
                        <a:ext cx="1411203" cy="359350"/>
                      </a:xfrm>
                      <a:prstGeom prst="rect">
                        <a:avLst/>
                      </a:prstGeom>
                    </p:spPr>
                  </p:pic>
                </p:oleObj>
              </mc:Fallback>
            </mc:AlternateContent>
          </a:graphicData>
        </a:graphic>
      </p:graphicFrame>
    </p:spTree>
    <p:extLst>
      <p:ext uri="{BB962C8B-B14F-4D97-AF65-F5344CB8AC3E}">
        <p14:creationId xmlns:p14="http://schemas.microsoft.com/office/powerpoint/2010/main" val="1604242451"/>
      </p:ext>
    </p:extLst>
  </p:cSld>
  <p:clrMapOvr>
    <a:masterClrMapping/>
  </p:clrMapOvr>
  <p:transition advTm="18857"/>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4.3 </a:t>
            </a:r>
            <a:r>
              <a:rPr lang="zh-CN" altLang="en-US" sz="2800" b="1" dirty="0">
                <a:latin typeface="Times New Roman" pitchFamily="18" charset="0"/>
                <a:ea typeface="华文中宋" pitchFamily="2" charset="-122"/>
              </a:rPr>
              <a:t>惯性参数</a:t>
            </a:r>
          </a:p>
        </p:txBody>
      </p:sp>
      <p:sp>
        <p:nvSpPr>
          <p:cNvPr id="12290" name="内容占位符 2"/>
          <p:cNvSpPr>
            <a:spLocks noChangeArrowheads="1"/>
          </p:cNvSpPr>
          <p:nvPr/>
        </p:nvSpPr>
        <p:spPr bwMode="auto">
          <a:xfrm>
            <a:off x="800100" y="2233143"/>
            <a:ext cx="105918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机器人在运动过程中，除了移动，还有部分机构构件的转动，为了求得机器人的动能，需要将角速度信息转化为相应的速度信息。</a:t>
            </a: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在应用牛顿</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欧拉方程或拉格朗日方程进行动力学分析和计算时，需要首先求解系统的惯性参数，惯性参数包括质量</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对于移动</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、转动惯量</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定轴转动</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、惯性张量</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定点转动</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，其中，较为常见的为转动惯量，因此，本章首先介绍转动惯量的相关概念。</a:t>
            </a:r>
          </a:p>
        </p:txBody>
      </p:sp>
    </p:spTree>
    <p:extLst>
      <p:ext uri="{BB962C8B-B14F-4D97-AF65-F5344CB8AC3E}">
        <p14:creationId xmlns:p14="http://schemas.microsoft.com/office/powerpoint/2010/main" val="988959199"/>
      </p:ext>
    </p:extLst>
  </p:cSld>
  <p:clrMapOvr>
    <a:masterClrMapping/>
  </p:clrMapOvr>
  <p:transition advTm="18857"/>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4.3 </a:t>
            </a:r>
            <a:r>
              <a:rPr lang="zh-CN" altLang="en-US" sz="2800" b="1" dirty="0">
                <a:latin typeface="Times New Roman" pitchFamily="18" charset="0"/>
                <a:ea typeface="华文中宋" pitchFamily="2" charset="-122"/>
              </a:rPr>
              <a:t>惯性参数</a:t>
            </a:r>
          </a:p>
        </p:txBody>
      </p:sp>
      <p:sp>
        <p:nvSpPr>
          <p:cNvPr id="12290" name="内容占位符 2"/>
          <p:cNvSpPr>
            <a:spLocks noChangeArrowheads="1"/>
          </p:cNvSpPr>
          <p:nvPr/>
        </p:nvSpPr>
        <p:spPr bwMode="auto">
          <a:xfrm>
            <a:off x="977900" y="1009650"/>
            <a:ext cx="105918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10000"/>
              </a:lnSpc>
              <a:spcBef>
                <a:spcPct val="10000"/>
              </a:spcBef>
              <a:spcAft>
                <a:spcPct val="10000"/>
              </a:spcAft>
            </a:pPr>
            <a:r>
              <a:rPr lang="en-US" altLang="zh-CN" sz="2400" b="1" dirty="0">
                <a:latin typeface="Times New Roman" pitchFamily="18" charset="0"/>
                <a:ea typeface="微软雅黑" pitchFamily="34" charset="-122"/>
              </a:rPr>
              <a:t>4.3.1 </a:t>
            </a:r>
            <a:r>
              <a:rPr lang="zh-CN" altLang="en-US" sz="2400" b="1" dirty="0">
                <a:latin typeface="Times New Roman" pitchFamily="18" charset="0"/>
                <a:ea typeface="微软雅黑" pitchFamily="34" charset="-122"/>
              </a:rPr>
              <a:t>转动惯量</a:t>
            </a: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转动惯量是指刚体绕轴转动时惯性</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旋转物体保持其匀速圆周运动或静止的特性</a:t>
            </a:r>
            <a:r>
              <a:rPr lang="en-US" altLang="zh-CN" sz="2400" b="1" dirty="0">
                <a:latin typeface="Times New Roman" pitchFamily="18" charset="0"/>
                <a:ea typeface="微软雅黑" pitchFamily="34" charset="-122"/>
              </a:rPr>
              <a:t>) </a:t>
            </a:r>
            <a:r>
              <a:rPr lang="zh-CN" altLang="en-US" sz="2400" b="1" dirty="0">
                <a:latin typeface="Times New Roman" pitchFamily="18" charset="0"/>
                <a:ea typeface="微软雅黑" pitchFamily="34" charset="-122"/>
              </a:rPr>
              <a:t>的量度。由公式</a:t>
            </a:r>
            <a:r>
              <a:rPr lang="en-US" altLang="zh-CN" sz="2400" b="1" dirty="0">
                <a:latin typeface="Times New Roman" pitchFamily="18" charset="0"/>
                <a:ea typeface="微软雅黑" pitchFamily="34" charset="-122"/>
              </a:rPr>
              <a:t>(4.1)</a:t>
            </a:r>
            <a:r>
              <a:rPr lang="zh-CN" altLang="en-US" sz="2400" b="1" dirty="0">
                <a:latin typeface="Times New Roman" pitchFamily="18" charset="0"/>
                <a:ea typeface="微软雅黑" pitchFamily="34" charset="-122"/>
              </a:rPr>
              <a:t>可知，质点的转动动能为</a:t>
            </a: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刚体可以看成是由多个质点</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此处设为     个</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组成的，对于定轴转动，  个质点的运动角速度都一样，刚体转动惯量的定义为</a:t>
            </a: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对于均质刚体</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质量连续分布的刚体</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，上式可写成积分形式，即</a:t>
            </a:r>
          </a:p>
        </p:txBody>
      </p:sp>
      <p:sp>
        <p:nvSpPr>
          <p:cNvPr id="2" name="Rectangle 2">
            <a:extLst>
              <a:ext uri="{FF2B5EF4-FFF2-40B4-BE49-F238E27FC236}">
                <a16:creationId xmlns:a16="http://schemas.microsoft.com/office/drawing/2014/main" id="{05D0BA8F-52A5-C8D0-CAB4-B4070DAE615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a:extLst>
              <a:ext uri="{FF2B5EF4-FFF2-40B4-BE49-F238E27FC236}">
                <a16:creationId xmlns:a16="http://schemas.microsoft.com/office/drawing/2014/main" id="{D564FBB2-429B-05E1-FD1C-0F6DA0AD0579}"/>
              </a:ext>
            </a:extLst>
          </p:cNvPr>
          <p:cNvGraphicFramePr>
            <a:graphicFrameLocks noChangeAspect="1"/>
          </p:cNvGraphicFramePr>
          <p:nvPr>
            <p:extLst>
              <p:ext uri="{D42A27DB-BD31-4B8C-83A1-F6EECF244321}">
                <p14:modId xmlns:p14="http://schemas.microsoft.com/office/powerpoint/2010/main" val="980459555"/>
              </p:ext>
            </p:extLst>
          </p:nvPr>
        </p:nvGraphicFramePr>
        <p:xfrm>
          <a:off x="5306516" y="2333809"/>
          <a:ext cx="1578969" cy="762260"/>
        </p:xfrm>
        <a:graphic>
          <a:graphicData uri="http://schemas.openxmlformats.org/presentationml/2006/ole">
            <mc:AlternateContent xmlns:mc="http://schemas.openxmlformats.org/markup-compatibility/2006">
              <mc:Choice xmlns:v="urn:schemas-microsoft-com:vml" Requires="v">
                <p:oleObj name="Equation" r:id="rId3" imgW="736280" imgH="355446" progId="Equation.DSMT4">
                  <p:embed/>
                </p:oleObj>
              </mc:Choice>
              <mc:Fallback>
                <p:oleObj name="Equation" r:id="rId3" imgW="736280" imgH="355446"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06516" y="2333809"/>
                        <a:ext cx="1578969" cy="7622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4">
            <a:extLst>
              <a:ext uri="{FF2B5EF4-FFF2-40B4-BE49-F238E27FC236}">
                <a16:creationId xmlns:a16="http://schemas.microsoft.com/office/drawing/2014/main" id="{2E8D1518-A6A2-5B86-4105-17A4FD0199F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2EFDF283-DF20-90FA-579F-E04253066B3C}"/>
              </a:ext>
            </a:extLst>
          </p:cNvPr>
          <p:cNvGraphicFramePr>
            <a:graphicFrameLocks noChangeAspect="1"/>
          </p:cNvGraphicFramePr>
          <p:nvPr>
            <p:extLst>
              <p:ext uri="{D42A27DB-BD31-4B8C-83A1-F6EECF244321}">
                <p14:modId xmlns:p14="http://schemas.microsoft.com/office/powerpoint/2010/main" val="2690070777"/>
              </p:ext>
            </p:extLst>
          </p:nvPr>
        </p:nvGraphicFramePr>
        <p:xfrm>
          <a:off x="4082302" y="4180590"/>
          <a:ext cx="4382997" cy="898377"/>
        </p:xfrm>
        <a:graphic>
          <a:graphicData uri="http://schemas.openxmlformats.org/presentationml/2006/ole">
            <mc:AlternateContent xmlns:mc="http://schemas.openxmlformats.org/markup-compatibility/2006">
              <mc:Choice xmlns:v="urn:schemas-microsoft-com:vml" Requires="v">
                <p:oleObj name="Equation" r:id="rId5" imgW="2044700" imgH="419100" progId="Equation.DSMT4">
                  <p:embed/>
                </p:oleObj>
              </mc:Choice>
              <mc:Fallback>
                <p:oleObj name="Equation" r:id="rId5" imgW="2044700" imgH="4191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82302" y="4180590"/>
                        <a:ext cx="4382997" cy="89837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6">
            <a:extLst>
              <a:ext uri="{FF2B5EF4-FFF2-40B4-BE49-F238E27FC236}">
                <a16:creationId xmlns:a16="http://schemas.microsoft.com/office/drawing/2014/main" id="{D6DC6AF4-4071-6769-DF3D-24C8A7F0E33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a:extLst>
              <a:ext uri="{FF2B5EF4-FFF2-40B4-BE49-F238E27FC236}">
                <a16:creationId xmlns:a16="http://schemas.microsoft.com/office/drawing/2014/main" id="{919C65CB-2A99-2903-616F-D875E1784E85}"/>
              </a:ext>
            </a:extLst>
          </p:cNvPr>
          <p:cNvGraphicFramePr>
            <a:graphicFrameLocks noChangeAspect="1"/>
          </p:cNvGraphicFramePr>
          <p:nvPr>
            <p:extLst>
              <p:ext uri="{D42A27DB-BD31-4B8C-83A1-F6EECF244321}">
                <p14:modId xmlns:p14="http://schemas.microsoft.com/office/powerpoint/2010/main" val="2277393228"/>
              </p:ext>
            </p:extLst>
          </p:nvPr>
        </p:nvGraphicFramePr>
        <p:xfrm>
          <a:off x="5212016" y="5773969"/>
          <a:ext cx="2504568" cy="789484"/>
        </p:xfrm>
        <a:graphic>
          <a:graphicData uri="http://schemas.openxmlformats.org/presentationml/2006/ole">
            <mc:AlternateContent xmlns:mc="http://schemas.openxmlformats.org/markup-compatibility/2006">
              <mc:Choice xmlns:v="urn:schemas-microsoft-com:vml" Requires="v">
                <p:oleObj name="Equation" r:id="rId7" imgW="1168400" imgH="368300" progId="Equation.DSMT4">
                  <p:embed/>
                </p:oleObj>
              </mc:Choice>
              <mc:Fallback>
                <p:oleObj name="Equation" r:id="rId7" imgW="1168400" imgH="3683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12016" y="5773969"/>
                        <a:ext cx="2504568" cy="7894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对象 7">
            <a:extLst>
              <a:ext uri="{FF2B5EF4-FFF2-40B4-BE49-F238E27FC236}">
                <a16:creationId xmlns:a16="http://schemas.microsoft.com/office/drawing/2014/main" id="{F5999CBD-15BB-2EC0-891B-A8136288DC3B}"/>
              </a:ext>
            </a:extLst>
          </p:cNvPr>
          <p:cNvGraphicFramePr>
            <a:graphicFrameLocks noChangeAspect="1"/>
          </p:cNvGraphicFramePr>
          <p:nvPr>
            <p:extLst>
              <p:ext uri="{D42A27DB-BD31-4B8C-83A1-F6EECF244321}">
                <p14:modId xmlns:p14="http://schemas.microsoft.com/office/powerpoint/2010/main" val="531055641"/>
              </p:ext>
            </p:extLst>
          </p:nvPr>
        </p:nvGraphicFramePr>
        <p:xfrm>
          <a:off x="6791443" y="3380377"/>
          <a:ext cx="361715" cy="361715"/>
        </p:xfrm>
        <a:graphic>
          <a:graphicData uri="http://schemas.openxmlformats.org/presentationml/2006/ole">
            <mc:AlternateContent xmlns:mc="http://schemas.openxmlformats.org/markup-compatibility/2006">
              <mc:Choice xmlns:v="urn:schemas-microsoft-com:vml" Requires="v">
                <p:oleObj name="Equation" r:id="rId9" imgW="95167" imgH="95552" progId="Equation.DSMT4">
                  <p:embed/>
                </p:oleObj>
              </mc:Choice>
              <mc:Fallback>
                <p:oleObj name="Equation" r:id="rId9" imgW="95167" imgH="95552" progId="Equation.DSMT4">
                  <p:embed/>
                  <p:pic>
                    <p:nvPicPr>
                      <p:cNvPr id="0" name=""/>
                      <p:cNvPicPr/>
                      <p:nvPr/>
                    </p:nvPicPr>
                    <p:blipFill>
                      <a:blip r:embed="rId10"/>
                      <a:stretch>
                        <a:fillRect/>
                      </a:stretch>
                    </p:blipFill>
                    <p:spPr>
                      <a:xfrm>
                        <a:off x="6791443" y="3380377"/>
                        <a:ext cx="361715" cy="361715"/>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92BC3CCC-5056-CDDC-D66D-53BA7A50976D}"/>
              </a:ext>
            </a:extLst>
          </p:cNvPr>
          <p:cNvGraphicFramePr>
            <a:graphicFrameLocks noChangeAspect="1"/>
          </p:cNvGraphicFramePr>
          <p:nvPr>
            <p:extLst>
              <p:ext uri="{D42A27DB-BD31-4B8C-83A1-F6EECF244321}">
                <p14:modId xmlns:p14="http://schemas.microsoft.com/office/powerpoint/2010/main" val="3752918481"/>
              </p:ext>
            </p:extLst>
          </p:nvPr>
        </p:nvGraphicFramePr>
        <p:xfrm>
          <a:off x="10731618" y="3380377"/>
          <a:ext cx="361715" cy="361715"/>
        </p:xfrm>
        <a:graphic>
          <a:graphicData uri="http://schemas.openxmlformats.org/presentationml/2006/ole">
            <mc:AlternateContent xmlns:mc="http://schemas.openxmlformats.org/markup-compatibility/2006">
              <mc:Choice xmlns:v="urn:schemas-microsoft-com:vml" Requires="v">
                <p:oleObj name="Equation" r:id="rId11" imgW="94687" imgH="94683" progId="Equation.DSMT4">
                  <p:embed/>
                </p:oleObj>
              </mc:Choice>
              <mc:Fallback>
                <p:oleObj name="Equation" r:id="rId11" imgW="94687" imgH="94683" progId="Equation.DSMT4">
                  <p:embed/>
                  <p:pic>
                    <p:nvPicPr>
                      <p:cNvPr id="0" name=""/>
                      <p:cNvPicPr/>
                      <p:nvPr/>
                    </p:nvPicPr>
                    <p:blipFill>
                      <a:blip r:embed="rId12"/>
                      <a:stretch>
                        <a:fillRect/>
                      </a:stretch>
                    </p:blipFill>
                    <p:spPr>
                      <a:xfrm>
                        <a:off x="10731618" y="3380377"/>
                        <a:ext cx="361715" cy="361715"/>
                      </a:xfrm>
                      <a:prstGeom prst="rect">
                        <a:avLst/>
                      </a:prstGeom>
                    </p:spPr>
                  </p:pic>
                </p:oleObj>
              </mc:Fallback>
            </mc:AlternateContent>
          </a:graphicData>
        </a:graphic>
      </p:graphicFrame>
    </p:spTree>
    <p:extLst>
      <p:ext uri="{BB962C8B-B14F-4D97-AF65-F5344CB8AC3E}">
        <p14:creationId xmlns:p14="http://schemas.microsoft.com/office/powerpoint/2010/main" val="2133364991"/>
      </p:ext>
    </p:extLst>
  </p:cSld>
  <p:clrMapOvr>
    <a:masterClrMapping/>
  </p:clrMapOvr>
  <p:transition advTm="18857"/>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4.3 </a:t>
            </a:r>
            <a:r>
              <a:rPr lang="zh-CN" altLang="en-US" sz="2800" b="1" dirty="0">
                <a:latin typeface="Times New Roman" pitchFamily="18" charset="0"/>
                <a:ea typeface="华文中宋" pitchFamily="2" charset="-122"/>
              </a:rPr>
              <a:t>惯性参数</a:t>
            </a:r>
          </a:p>
        </p:txBody>
      </p:sp>
      <p:sp>
        <p:nvSpPr>
          <p:cNvPr id="12290" name="内容占位符 2"/>
          <p:cNvSpPr>
            <a:spLocks noChangeArrowheads="1"/>
          </p:cNvSpPr>
          <p:nvPr/>
        </p:nvSpPr>
        <p:spPr bwMode="auto">
          <a:xfrm>
            <a:off x="977900" y="1009650"/>
            <a:ext cx="105918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计算不同形状刚体的转动惯量时，有时会用到平行轴定理、垂直轴定理</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也称正交轴定理</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和延伸定则。</a:t>
            </a:r>
          </a:p>
          <a:p>
            <a:pPr indent="720000">
              <a:lnSpc>
                <a:spcPct val="110000"/>
              </a:lnSpc>
              <a:spcBef>
                <a:spcPct val="10000"/>
              </a:spcBef>
              <a:spcAft>
                <a:spcPct val="10000"/>
              </a:spcAft>
            </a:pPr>
            <a:r>
              <a:rPr lang="zh-CN" altLang="en-US" sz="2400" b="1" dirty="0">
                <a:solidFill>
                  <a:srgbClr val="FF0000"/>
                </a:solidFill>
                <a:latin typeface="Times New Roman" pitchFamily="18" charset="0"/>
                <a:ea typeface="微软雅黑" pitchFamily="34" charset="-122"/>
              </a:rPr>
              <a:t>平行轴定理</a:t>
            </a:r>
            <a:r>
              <a:rPr lang="zh-CN" altLang="en-US" sz="2400" b="1" dirty="0">
                <a:latin typeface="Times New Roman" pitchFamily="18" charset="0"/>
                <a:ea typeface="微软雅黑" pitchFamily="34" charset="-122"/>
              </a:rPr>
              <a:t>：刚体对任一轴的转动惯量，等于刚体对过质心且与该轴平行之轴的转动惯量加上刚体的质量与此两轴间距离平方的乘积。</a:t>
            </a: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例如，设刚体对过质心 的 轴的转动惯量为 ，对与 轴平行的 轴的转动惯量为 ，该两轴间的距离为 ，刚体的质量为 ，则 。</a:t>
            </a:r>
          </a:p>
          <a:p>
            <a:pPr indent="720000">
              <a:lnSpc>
                <a:spcPct val="110000"/>
              </a:lnSpc>
              <a:spcBef>
                <a:spcPct val="10000"/>
              </a:spcBef>
              <a:spcAft>
                <a:spcPct val="10000"/>
              </a:spcAft>
            </a:pPr>
            <a:r>
              <a:rPr lang="zh-CN" altLang="en-US" sz="2400" b="1" dirty="0">
                <a:solidFill>
                  <a:srgbClr val="FF0000"/>
                </a:solidFill>
                <a:latin typeface="Times New Roman" pitchFamily="18" charset="0"/>
                <a:ea typeface="微软雅黑" pitchFamily="34" charset="-122"/>
              </a:rPr>
              <a:t>垂直轴定理</a:t>
            </a:r>
            <a:r>
              <a:rPr lang="zh-CN" altLang="en-US" sz="2400" b="1" dirty="0">
                <a:latin typeface="Times New Roman" pitchFamily="18" charset="0"/>
                <a:ea typeface="微软雅黑" pitchFamily="34" charset="-122"/>
              </a:rPr>
              <a:t>：一个平面刚体薄板对于垂直它的平面的轴</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称为垂直轴</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的转动惯量等于绕平面内与垂直轴相交的任意两正交轴的转动惯量之和。</a:t>
            </a:r>
          </a:p>
          <a:p>
            <a:pPr indent="720000">
              <a:lnSpc>
                <a:spcPct val="110000"/>
              </a:lnSpc>
              <a:spcBef>
                <a:spcPct val="10000"/>
              </a:spcBef>
              <a:spcAft>
                <a:spcPct val="10000"/>
              </a:spcAft>
            </a:pPr>
            <a:r>
              <a:rPr lang="zh-CN" altLang="en-US" sz="2400" b="1" dirty="0">
                <a:solidFill>
                  <a:srgbClr val="FF0000"/>
                </a:solidFill>
                <a:latin typeface="Times New Roman" pitchFamily="18" charset="0"/>
                <a:ea typeface="微软雅黑" pitchFamily="34" charset="-122"/>
              </a:rPr>
              <a:t>延伸定则</a:t>
            </a:r>
            <a:r>
              <a:rPr lang="zh-CN" altLang="en-US" sz="2400" b="1" dirty="0">
                <a:latin typeface="Times New Roman" pitchFamily="18" charset="0"/>
                <a:ea typeface="微软雅黑" pitchFamily="34" charset="-122"/>
              </a:rPr>
              <a:t>：如果将一个物体的任何一点平行地沿着一直轴做任意大小的位移，则此物体对此轴的转动惯量保持不变。</a:t>
            </a:r>
          </a:p>
        </p:txBody>
      </p:sp>
      <p:sp>
        <p:nvSpPr>
          <p:cNvPr id="2" name="Rectangle 2">
            <a:extLst>
              <a:ext uri="{FF2B5EF4-FFF2-40B4-BE49-F238E27FC236}">
                <a16:creationId xmlns:a16="http://schemas.microsoft.com/office/drawing/2014/main" id="{05D0BA8F-52A5-C8D0-CAB4-B4070DAE615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4">
            <a:extLst>
              <a:ext uri="{FF2B5EF4-FFF2-40B4-BE49-F238E27FC236}">
                <a16:creationId xmlns:a16="http://schemas.microsoft.com/office/drawing/2014/main" id="{2E8D1518-A6A2-5B86-4105-17A4FD0199F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id="{D6DC6AF4-4071-6769-DF3D-24C8A7F0E33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040976394"/>
      </p:ext>
    </p:extLst>
  </p:cSld>
  <p:clrMapOvr>
    <a:masterClrMapping/>
  </p:clrMapOvr>
  <p:transition advTm="18857"/>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4.3 </a:t>
            </a:r>
            <a:r>
              <a:rPr lang="zh-CN" altLang="en-US" sz="2800" b="1" dirty="0">
                <a:latin typeface="Times New Roman" pitchFamily="18" charset="0"/>
                <a:ea typeface="华文中宋" pitchFamily="2" charset="-122"/>
              </a:rPr>
              <a:t>惯性参数</a:t>
            </a:r>
          </a:p>
        </p:txBody>
      </p:sp>
      <p:sp>
        <p:nvSpPr>
          <p:cNvPr id="12290" name="内容占位符 2"/>
          <p:cNvSpPr>
            <a:spLocks noChangeArrowheads="1"/>
          </p:cNvSpPr>
          <p:nvPr/>
        </p:nvSpPr>
        <p:spPr bwMode="auto">
          <a:xfrm>
            <a:off x="977900" y="1009650"/>
            <a:ext cx="105918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10000"/>
              </a:lnSpc>
              <a:spcBef>
                <a:spcPct val="10000"/>
              </a:spcBef>
              <a:spcAft>
                <a:spcPct val="10000"/>
              </a:spcAft>
            </a:pPr>
            <a:r>
              <a:rPr lang="en-US" altLang="zh-CN" sz="2400" b="1" dirty="0">
                <a:latin typeface="Times New Roman" pitchFamily="18" charset="0"/>
                <a:ea typeface="微软雅黑" pitchFamily="34" charset="-122"/>
              </a:rPr>
              <a:t>4.3.2 </a:t>
            </a:r>
            <a:r>
              <a:rPr lang="zh-CN" altLang="en-US" sz="2400" b="1" dirty="0">
                <a:latin typeface="Times New Roman" pitchFamily="18" charset="0"/>
                <a:ea typeface="微软雅黑" pitchFamily="34" charset="-122"/>
              </a:rPr>
              <a:t>惯性张量</a:t>
            </a: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作为转动惯量的推广，惯性张量是刚体绕某一点转动时惯性的量度，表示刚体质量分布的特征。转动惯量与点的选取、坐标系的选取和刚体本身质量分布有关，若选取的坐标系使惯性积都为零，则相应的质量惯性矩为主惯性矩。</a:t>
            </a: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令      是以刚体的质心      为原点规定的一个坐标系，相对于坐标系        ，惯性张量       定义为       的对称矩阵：</a:t>
            </a:r>
          </a:p>
        </p:txBody>
      </p:sp>
      <p:sp>
        <p:nvSpPr>
          <p:cNvPr id="2" name="Rectangle 2">
            <a:extLst>
              <a:ext uri="{FF2B5EF4-FFF2-40B4-BE49-F238E27FC236}">
                <a16:creationId xmlns:a16="http://schemas.microsoft.com/office/drawing/2014/main" id="{05D0BA8F-52A5-C8D0-CAB4-B4070DAE615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4">
            <a:extLst>
              <a:ext uri="{FF2B5EF4-FFF2-40B4-BE49-F238E27FC236}">
                <a16:creationId xmlns:a16="http://schemas.microsoft.com/office/drawing/2014/main" id="{2E8D1518-A6A2-5B86-4105-17A4FD0199F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id="{D6DC6AF4-4071-6769-DF3D-24C8A7F0E33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a:extLst>
              <a:ext uri="{FF2B5EF4-FFF2-40B4-BE49-F238E27FC236}">
                <a16:creationId xmlns:a16="http://schemas.microsoft.com/office/drawing/2014/main" id="{CF7C180E-62E9-4ABF-00F0-FDF518831FE1}"/>
              </a:ext>
            </a:extLst>
          </p:cNvPr>
          <p:cNvGraphicFramePr>
            <a:graphicFrameLocks noChangeAspect="1"/>
          </p:cNvGraphicFramePr>
          <p:nvPr/>
        </p:nvGraphicFramePr>
        <p:xfrm>
          <a:off x="10636846" y="2802769"/>
          <a:ext cx="494108" cy="449189"/>
        </p:xfrm>
        <a:graphic>
          <a:graphicData uri="http://schemas.openxmlformats.org/presentationml/2006/ole">
            <mc:AlternateContent xmlns:mc="http://schemas.openxmlformats.org/markup-compatibility/2006">
              <mc:Choice xmlns:v="urn:schemas-microsoft-com:vml" Requires="v">
                <p:oleObj name="Equation" r:id="rId3" imgW="209008" imgH="190744" progId="Equation.DSMT4">
                  <p:embed/>
                </p:oleObj>
              </mc:Choice>
              <mc:Fallback>
                <p:oleObj name="Equation" r:id="rId3" imgW="209008" imgH="190744" progId="Equation.DSMT4">
                  <p:embed/>
                  <p:pic>
                    <p:nvPicPr>
                      <p:cNvPr id="3" name="对象 2">
                        <a:extLst>
                          <a:ext uri="{FF2B5EF4-FFF2-40B4-BE49-F238E27FC236}">
                            <a16:creationId xmlns:a16="http://schemas.microsoft.com/office/drawing/2014/main" id="{CF7C180E-62E9-4ABF-00F0-FDF518831FE1}"/>
                          </a:ext>
                        </a:extLst>
                      </p:cNvPr>
                      <p:cNvPicPr/>
                      <p:nvPr/>
                    </p:nvPicPr>
                    <p:blipFill>
                      <a:blip r:embed="rId4"/>
                      <a:stretch>
                        <a:fillRect/>
                      </a:stretch>
                    </p:blipFill>
                    <p:spPr>
                      <a:xfrm>
                        <a:off x="10636846" y="2802769"/>
                        <a:ext cx="494108" cy="449189"/>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B8DBFB77-B91A-E361-32C3-ED10E78F7431}"/>
              </a:ext>
            </a:extLst>
          </p:cNvPr>
          <p:cNvGraphicFramePr>
            <a:graphicFrameLocks noChangeAspect="1"/>
          </p:cNvGraphicFramePr>
          <p:nvPr/>
        </p:nvGraphicFramePr>
        <p:xfrm>
          <a:off x="2109431" y="2802769"/>
          <a:ext cx="494108" cy="449189"/>
        </p:xfrm>
        <a:graphic>
          <a:graphicData uri="http://schemas.openxmlformats.org/presentationml/2006/ole">
            <mc:AlternateContent xmlns:mc="http://schemas.openxmlformats.org/markup-compatibility/2006">
              <mc:Choice xmlns:v="urn:schemas-microsoft-com:vml" Requires="v">
                <p:oleObj name="Equation" r:id="rId5" imgW="209008" imgH="190744" progId="Equation.DSMT4">
                  <p:embed/>
                </p:oleObj>
              </mc:Choice>
              <mc:Fallback>
                <p:oleObj name="Equation" r:id="rId5" imgW="209008" imgH="190744" progId="Equation.DSMT4">
                  <p:embed/>
                  <p:pic>
                    <p:nvPicPr>
                      <p:cNvPr id="5" name="对象 4">
                        <a:extLst>
                          <a:ext uri="{FF2B5EF4-FFF2-40B4-BE49-F238E27FC236}">
                            <a16:creationId xmlns:a16="http://schemas.microsoft.com/office/drawing/2014/main" id="{B8DBFB77-B91A-E361-32C3-ED10E78F7431}"/>
                          </a:ext>
                        </a:extLst>
                      </p:cNvPr>
                      <p:cNvPicPr/>
                      <p:nvPr/>
                    </p:nvPicPr>
                    <p:blipFill>
                      <a:blip r:embed="rId4"/>
                      <a:stretch>
                        <a:fillRect/>
                      </a:stretch>
                    </p:blipFill>
                    <p:spPr>
                      <a:xfrm>
                        <a:off x="2109431" y="2802769"/>
                        <a:ext cx="494108" cy="449189"/>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D01BA138-5EE1-D504-FCEE-01D06D6A5F0E}"/>
              </a:ext>
            </a:extLst>
          </p:cNvPr>
          <p:cNvGraphicFramePr>
            <a:graphicFrameLocks noChangeAspect="1"/>
          </p:cNvGraphicFramePr>
          <p:nvPr/>
        </p:nvGraphicFramePr>
        <p:xfrm>
          <a:off x="4797607" y="2862326"/>
          <a:ext cx="269513" cy="291973"/>
        </p:xfrm>
        <a:graphic>
          <a:graphicData uri="http://schemas.openxmlformats.org/presentationml/2006/ole">
            <mc:AlternateContent xmlns:mc="http://schemas.openxmlformats.org/markup-compatibility/2006">
              <mc:Choice xmlns:v="urn:schemas-microsoft-com:vml" Requires="v">
                <p:oleObj name="Equation" r:id="rId6" imgW="114200" imgH="124038" progId="Equation.DSMT4">
                  <p:embed/>
                </p:oleObj>
              </mc:Choice>
              <mc:Fallback>
                <p:oleObj name="Equation" r:id="rId6" imgW="114200" imgH="124038" progId="Equation.DSMT4">
                  <p:embed/>
                  <p:pic>
                    <p:nvPicPr>
                      <p:cNvPr id="7" name="对象 6">
                        <a:extLst>
                          <a:ext uri="{FF2B5EF4-FFF2-40B4-BE49-F238E27FC236}">
                            <a16:creationId xmlns:a16="http://schemas.microsoft.com/office/drawing/2014/main" id="{D01BA138-5EE1-D504-FCEE-01D06D6A5F0E}"/>
                          </a:ext>
                        </a:extLst>
                      </p:cNvPr>
                      <p:cNvPicPr/>
                      <p:nvPr/>
                    </p:nvPicPr>
                    <p:blipFill>
                      <a:blip r:embed="rId7"/>
                      <a:stretch>
                        <a:fillRect/>
                      </a:stretch>
                    </p:blipFill>
                    <p:spPr>
                      <a:xfrm>
                        <a:off x="4797607" y="2862326"/>
                        <a:ext cx="269513" cy="291973"/>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320038C1-A255-8027-842C-75E027C5AE31}"/>
              </a:ext>
            </a:extLst>
          </p:cNvPr>
          <p:cNvGraphicFramePr>
            <a:graphicFrameLocks noChangeAspect="1"/>
          </p:cNvGraphicFramePr>
          <p:nvPr/>
        </p:nvGraphicFramePr>
        <p:xfrm>
          <a:off x="2357549" y="3214164"/>
          <a:ext cx="404272" cy="404272"/>
        </p:xfrm>
        <a:graphic>
          <a:graphicData uri="http://schemas.openxmlformats.org/presentationml/2006/ole">
            <mc:AlternateContent xmlns:mc="http://schemas.openxmlformats.org/markup-compatibility/2006">
              <mc:Choice xmlns:v="urn:schemas-microsoft-com:vml" Requires="v">
                <p:oleObj name="Equation" r:id="rId8" imgW="170941" imgH="171633" progId="Equation.DSMT4">
                  <p:embed/>
                </p:oleObj>
              </mc:Choice>
              <mc:Fallback>
                <p:oleObj name="Equation" r:id="rId8" imgW="170941" imgH="171633" progId="Equation.DSMT4">
                  <p:embed/>
                  <p:pic>
                    <p:nvPicPr>
                      <p:cNvPr id="8" name="对象 7">
                        <a:extLst>
                          <a:ext uri="{FF2B5EF4-FFF2-40B4-BE49-F238E27FC236}">
                            <a16:creationId xmlns:a16="http://schemas.microsoft.com/office/drawing/2014/main" id="{320038C1-A255-8027-842C-75E027C5AE31}"/>
                          </a:ext>
                        </a:extLst>
                      </p:cNvPr>
                      <p:cNvPicPr/>
                      <p:nvPr/>
                    </p:nvPicPr>
                    <p:blipFill>
                      <a:blip r:embed="rId9"/>
                      <a:stretch>
                        <a:fillRect/>
                      </a:stretch>
                    </p:blipFill>
                    <p:spPr>
                      <a:xfrm>
                        <a:off x="2357549" y="3214164"/>
                        <a:ext cx="404272" cy="404272"/>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618A4615-2FA6-1CD6-7C0D-0A699DD938C5}"/>
              </a:ext>
            </a:extLst>
          </p:cNvPr>
          <p:cNvGraphicFramePr>
            <a:graphicFrameLocks noChangeAspect="1"/>
          </p:cNvGraphicFramePr>
          <p:nvPr/>
        </p:nvGraphicFramePr>
        <p:xfrm>
          <a:off x="3677695" y="3214164"/>
          <a:ext cx="651325" cy="404272"/>
        </p:xfrm>
        <a:graphic>
          <a:graphicData uri="http://schemas.openxmlformats.org/presentationml/2006/ole">
            <mc:AlternateContent xmlns:mc="http://schemas.openxmlformats.org/markup-compatibility/2006">
              <mc:Choice xmlns:v="urn:schemas-microsoft-com:vml" Requires="v">
                <p:oleObj name="Equation" r:id="rId10" imgW="275446" imgH="171633" progId="Equation.DSMT4">
                  <p:embed/>
                </p:oleObj>
              </mc:Choice>
              <mc:Fallback>
                <p:oleObj name="Equation" r:id="rId10" imgW="275446" imgH="171633" progId="Equation.DSMT4">
                  <p:embed/>
                  <p:pic>
                    <p:nvPicPr>
                      <p:cNvPr id="9" name="对象 8">
                        <a:extLst>
                          <a:ext uri="{FF2B5EF4-FFF2-40B4-BE49-F238E27FC236}">
                            <a16:creationId xmlns:a16="http://schemas.microsoft.com/office/drawing/2014/main" id="{618A4615-2FA6-1CD6-7C0D-0A699DD938C5}"/>
                          </a:ext>
                        </a:extLst>
                      </p:cNvPr>
                      <p:cNvPicPr/>
                      <p:nvPr/>
                    </p:nvPicPr>
                    <p:blipFill>
                      <a:blip r:embed="rId11"/>
                      <a:stretch>
                        <a:fillRect/>
                      </a:stretch>
                    </p:blipFill>
                    <p:spPr>
                      <a:xfrm>
                        <a:off x="3677695" y="3214164"/>
                        <a:ext cx="651325" cy="404272"/>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4EF27E48-B3E7-ADBC-1F5F-F33E944247B0}"/>
              </a:ext>
            </a:extLst>
          </p:cNvPr>
          <p:cNvGraphicFramePr>
            <a:graphicFrameLocks noChangeAspect="1"/>
          </p:cNvGraphicFramePr>
          <p:nvPr/>
        </p:nvGraphicFramePr>
        <p:xfrm>
          <a:off x="4493892" y="3935212"/>
          <a:ext cx="3204216" cy="1508527"/>
        </p:xfrm>
        <a:graphic>
          <a:graphicData uri="http://schemas.openxmlformats.org/presentationml/2006/ole">
            <mc:AlternateContent xmlns:mc="http://schemas.openxmlformats.org/markup-compatibility/2006">
              <mc:Choice xmlns:v="urn:schemas-microsoft-com:vml" Requires="v">
                <p:oleObj name="Equation" r:id="rId12" imgW="1358913" imgH="639298" progId="Equation.DSMT4">
                  <p:embed/>
                </p:oleObj>
              </mc:Choice>
              <mc:Fallback>
                <p:oleObj name="Equation" r:id="rId12" imgW="1358913" imgH="639298" progId="Equation.DSMT4">
                  <p:embed/>
                  <p:pic>
                    <p:nvPicPr>
                      <p:cNvPr id="10" name="对象 9">
                        <a:extLst>
                          <a:ext uri="{FF2B5EF4-FFF2-40B4-BE49-F238E27FC236}">
                            <a16:creationId xmlns:a16="http://schemas.microsoft.com/office/drawing/2014/main" id="{4EF27E48-B3E7-ADBC-1F5F-F33E944247B0}"/>
                          </a:ext>
                        </a:extLst>
                      </p:cNvPr>
                      <p:cNvPicPr/>
                      <p:nvPr/>
                    </p:nvPicPr>
                    <p:blipFill>
                      <a:blip r:embed="rId13"/>
                      <a:stretch>
                        <a:fillRect/>
                      </a:stretch>
                    </p:blipFill>
                    <p:spPr>
                      <a:xfrm>
                        <a:off x="4493892" y="3935212"/>
                        <a:ext cx="3204216" cy="1508527"/>
                      </a:xfrm>
                      <a:prstGeom prst="rect">
                        <a:avLst/>
                      </a:prstGeom>
                    </p:spPr>
                  </p:pic>
                </p:oleObj>
              </mc:Fallback>
            </mc:AlternateContent>
          </a:graphicData>
        </a:graphic>
      </p:graphicFrame>
    </p:spTree>
    <p:extLst>
      <p:ext uri="{BB962C8B-B14F-4D97-AF65-F5344CB8AC3E}">
        <p14:creationId xmlns:p14="http://schemas.microsoft.com/office/powerpoint/2010/main" val="2834072229"/>
      </p:ext>
    </p:extLst>
  </p:cSld>
  <p:clrMapOvr>
    <a:masterClrMapping/>
  </p:clrMapOvr>
  <p:transition advTm="18857"/>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4.3 </a:t>
            </a:r>
            <a:r>
              <a:rPr lang="zh-CN" altLang="en-US" sz="2800" b="1" dirty="0">
                <a:latin typeface="Times New Roman" pitchFamily="18" charset="0"/>
                <a:ea typeface="华文中宋" pitchFamily="2" charset="-122"/>
              </a:rPr>
              <a:t>惯性参数</a:t>
            </a:r>
          </a:p>
        </p:txBody>
      </p:sp>
      <p:sp>
        <p:nvSpPr>
          <p:cNvPr id="12290" name="内容占位符 2"/>
          <p:cNvSpPr>
            <a:spLocks noChangeArrowheads="1"/>
          </p:cNvSpPr>
          <p:nvPr/>
        </p:nvSpPr>
        <p:spPr bwMode="auto">
          <a:xfrm>
            <a:off x="977900" y="1009650"/>
            <a:ext cx="105918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其中，对于一般物体，惯性矩与惯性积为</a:t>
            </a: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对于均质物体，惯性矩与惯性积为</a:t>
            </a: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2" name="Rectangle 2">
            <a:extLst>
              <a:ext uri="{FF2B5EF4-FFF2-40B4-BE49-F238E27FC236}">
                <a16:creationId xmlns:a16="http://schemas.microsoft.com/office/drawing/2014/main" id="{05D0BA8F-52A5-C8D0-CAB4-B4070DAE615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4">
            <a:extLst>
              <a:ext uri="{FF2B5EF4-FFF2-40B4-BE49-F238E27FC236}">
                <a16:creationId xmlns:a16="http://schemas.microsoft.com/office/drawing/2014/main" id="{2E8D1518-A6A2-5B86-4105-17A4FD0199F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id="{D6DC6AF4-4071-6769-DF3D-24C8A7F0E33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 name="对象 10">
            <a:extLst>
              <a:ext uri="{FF2B5EF4-FFF2-40B4-BE49-F238E27FC236}">
                <a16:creationId xmlns:a16="http://schemas.microsoft.com/office/drawing/2014/main" id="{F376F23A-D1D6-2B7C-2EFE-4A567E680D3A}"/>
              </a:ext>
            </a:extLst>
          </p:cNvPr>
          <p:cNvGraphicFramePr>
            <a:graphicFrameLocks noChangeAspect="1"/>
          </p:cNvGraphicFramePr>
          <p:nvPr>
            <p:extLst>
              <p:ext uri="{D42A27DB-BD31-4B8C-83A1-F6EECF244321}">
                <p14:modId xmlns:p14="http://schemas.microsoft.com/office/powerpoint/2010/main" val="2024858545"/>
              </p:ext>
            </p:extLst>
          </p:nvPr>
        </p:nvGraphicFramePr>
        <p:xfrm>
          <a:off x="3488799" y="1515171"/>
          <a:ext cx="1912402" cy="2073471"/>
        </p:xfrm>
        <a:graphic>
          <a:graphicData uri="http://schemas.openxmlformats.org/presentationml/2006/ole">
            <mc:AlternateContent xmlns:mc="http://schemas.openxmlformats.org/markup-compatibility/2006">
              <mc:Choice xmlns:v="urn:schemas-microsoft-com:vml" Requires="v">
                <p:oleObj name="Equation" r:id="rId3" imgW="1187612" imgH="1287971" progId="Equation.DSMT4">
                  <p:embed/>
                </p:oleObj>
              </mc:Choice>
              <mc:Fallback>
                <p:oleObj name="Equation" r:id="rId3" imgW="1187612" imgH="1287971" progId="Equation.DSMT4">
                  <p:embed/>
                  <p:pic>
                    <p:nvPicPr>
                      <p:cNvPr id="0" name=""/>
                      <p:cNvPicPr/>
                      <p:nvPr/>
                    </p:nvPicPr>
                    <p:blipFill>
                      <a:blip r:embed="rId4"/>
                      <a:stretch>
                        <a:fillRect/>
                      </a:stretch>
                    </p:blipFill>
                    <p:spPr>
                      <a:xfrm>
                        <a:off x="3488799" y="1515171"/>
                        <a:ext cx="1912402" cy="2073471"/>
                      </a:xfrm>
                      <a:prstGeom prst="rect">
                        <a:avLst/>
                      </a:prstGeom>
                    </p:spPr>
                  </p:pic>
                </p:oleObj>
              </mc:Fallback>
            </mc:AlternateContent>
          </a:graphicData>
        </a:graphic>
      </p:graphicFrame>
      <p:sp>
        <p:nvSpPr>
          <p:cNvPr id="12" name="Rectangle 2">
            <a:extLst>
              <a:ext uri="{FF2B5EF4-FFF2-40B4-BE49-F238E27FC236}">
                <a16:creationId xmlns:a16="http://schemas.microsoft.com/office/drawing/2014/main" id="{8106722E-A8AF-B46A-2FD7-14F069A9781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3" name="对象 12">
            <a:extLst>
              <a:ext uri="{FF2B5EF4-FFF2-40B4-BE49-F238E27FC236}">
                <a16:creationId xmlns:a16="http://schemas.microsoft.com/office/drawing/2014/main" id="{2A211F3B-E061-A316-7524-D51220B632F7}"/>
              </a:ext>
            </a:extLst>
          </p:cNvPr>
          <p:cNvGraphicFramePr>
            <a:graphicFrameLocks noChangeAspect="1"/>
          </p:cNvGraphicFramePr>
          <p:nvPr>
            <p:extLst>
              <p:ext uri="{D42A27DB-BD31-4B8C-83A1-F6EECF244321}">
                <p14:modId xmlns:p14="http://schemas.microsoft.com/office/powerpoint/2010/main" val="3065495834"/>
              </p:ext>
            </p:extLst>
          </p:nvPr>
        </p:nvGraphicFramePr>
        <p:xfrm>
          <a:off x="7110687" y="1516625"/>
          <a:ext cx="1472650" cy="2065801"/>
        </p:xfrm>
        <a:graphic>
          <a:graphicData uri="http://schemas.openxmlformats.org/presentationml/2006/ole">
            <mc:AlternateContent xmlns:mc="http://schemas.openxmlformats.org/markup-compatibility/2006">
              <mc:Choice xmlns:v="urn:schemas-microsoft-com:vml" Requires="v">
                <p:oleObj name="Equation" r:id="rId5" imgW="914400" imgH="1282700" progId="Equation.DSMT4">
                  <p:embed/>
                </p:oleObj>
              </mc:Choice>
              <mc:Fallback>
                <p:oleObj name="Equation" r:id="rId5" imgW="914400" imgH="1282700" progId="Equation.DSMT4">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10687" y="1516625"/>
                        <a:ext cx="1472650" cy="20658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Rectangle 4">
            <a:extLst>
              <a:ext uri="{FF2B5EF4-FFF2-40B4-BE49-F238E27FC236}">
                <a16:creationId xmlns:a16="http://schemas.microsoft.com/office/drawing/2014/main" id="{7CB91B8C-92E2-4AF0-458B-675043DFEFF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6" name="对象 15">
            <a:extLst>
              <a:ext uri="{FF2B5EF4-FFF2-40B4-BE49-F238E27FC236}">
                <a16:creationId xmlns:a16="http://schemas.microsoft.com/office/drawing/2014/main" id="{499F37C3-CCE9-D18E-1B51-5F9DDD38F7F9}"/>
              </a:ext>
            </a:extLst>
          </p:cNvPr>
          <p:cNvGraphicFramePr>
            <a:graphicFrameLocks noChangeAspect="1"/>
          </p:cNvGraphicFramePr>
          <p:nvPr>
            <p:extLst>
              <p:ext uri="{D42A27DB-BD31-4B8C-83A1-F6EECF244321}">
                <p14:modId xmlns:p14="http://schemas.microsoft.com/office/powerpoint/2010/main" val="4251511710"/>
              </p:ext>
            </p:extLst>
          </p:nvPr>
        </p:nvGraphicFramePr>
        <p:xfrm>
          <a:off x="3585989" y="4473217"/>
          <a:ext cx="1902173" cy="1861267"/>
        </p:xfrm>
        <a:graphic>
          <a:graphicData uri="http://schemas.openxmlformats.org/presentationml/2006/ole">
            <mc:AlternateContent xmlns:mc="http://schemas.openxmlformats.org/markup-compatibility/2006">
              <mc:Choice xmlns:v="urn:schemas-microsoft-com:vml" Requires="v">
                <p:oleObj name="Equation" r:id="rId7" imgW="1181100" imgH="1155700" progId="Equation.DSMT4">
                  <p:embed/>
                </p:oleObj>
              </mc:Choice>
              <mc:Fallback>
                <p:oleObj name="Equation" r:id="rId7" imgW="1181100" imgH="1155700" progId="Equation.DSMT4">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85989" y="4473217"/>
                        <a:ext cx="1902173" cy="18612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Rectangle 6">
            <a:extLst>
              <a:ext uri="{FF2B5EF4-FFF2-40B4-BE49-F238E27FC236}">
                <a16:creationId xmlns:a16="http://schemas.microsoft.com/office/drawing/2014/main" id="{EF77BD10-6485-2ED5-54CD-0A09F6FEADB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8" name="对象 17">
            <a:extLst>
              <a:ext uri="{FF2B5EF4-FFF2-40B4-BE49-F238E27FC236}">
                <a16:creationId xmlns:a16="http://schemas.microsoft.com/office/drawing/2014/main" id="{28A3E35F-8F8D-7183-B17F-525E05507477}"/>
              </a:ext>
            </a:extLst>
          </p:cNvPr>
          <p:cNvGraphicFramePr>
            <a:graphicFrameLocks noChangeAspect="1"/>
          </p:cNvGraphicFramePr>
          <p:nvPr>
            <p:extLst>
              <p:ext uri="{D42A27DB-BD31-4B8C-83A1-F6EECF244321}">
                <p14:modId xmlns:p14="http://schemas.microsoft.com/office/powerpoint/2010/main" val="1781193890"/>
              </p:ext>
            </p:extLst>
          </p:nvPr>
        </p:nvGraphicFramePr>
        <p:xfrm>
          <a:off x="7172048" y="4473217"/>
          <a:ext cx="1349929" cy="1861267"/>
        </p:xfrm>
        <a:graphic>
          <a:graphicData uri="http://schemas.openxmlformats.org/presentationml/2006/ole">
            <mc:AlternateContent xmlns:mc="http://schemas.openxmlformats.org/markup-compatibility/2006">
              <mc:Choice xmlns:v="urn:schemas-microsoft-com:vml" Requires="v">
                <p:oleObj name="Equation" r:id="rId9" imgW="838200" imgH="1155700" progId="Equation.DSMT4">
                  <p:embed/>
                </p:oleObj>
              </mc:Choice>
              <mc:Fallback>
                <p:oleObj name="Equation" r:id="rId9" imgW="838200" imgH="1155700" progId="Equation.DSMT4">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72048" y="4473217"/>
                        <a:ext cx="1349929" cy="18612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67372900"/>
      </p:ext>
    </p:extLst>
  </p:cSld>
  <p:clrMapOvr>
    <a:masterClrMapping/>
  </p:clrMapOvr>
  <p:transition advTm="18857"/>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4.4 </a:t>
            </a:r>
            <a:r>
              <a:rPr lang="zh-CN" altLang="en-US" sz="2800" b="1" dirty="0">
                <a:latin typeface="Times New Roman" pitchFamily="18" charset="0"/>
                <a:ea typeface="华文中宋" pitchFamily="2" charset="-122"/>
              </a:rPr>
              <a:t>机器人动力学建模方法</a:t>
            </a:r>
          </a:p>
        </p:txBody>
      </p:sp>
      <p:sp>
        <p:nvSpPr>
          <p:cNvPr id="12290" name="内容占位符 2"/>
          <p:cNvSpPr>
            <a:spLocks noChangeArrowheads="1"/>
          </p:cNvSpPr>
          <p:nvPr/>
        </p:nvSpPr>
        <p:spPr bwMode="auto">
          <a:xfrm>
            <a:off x="977900" y="1009650"/>
            <a:ext cx="105918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10000"/>
              </a:lnSpc>
              <a:spcBef>
                <a:spcPct val="10000"/>
              </a:spcBef>
              <a:spcAft>
                <a:spcPct val="10000"/>
              </a:spcAft>
            </a:pPr>
            <a:r>
              <a:rPr lang="en-US" altLang="zh-CN" sz="2400" b="1" dirty="0">
                <a:latin typeface="Times New Roman" pitchFamily="18" charset="0"/>
                <a:ea typeface="微软雅黑" pitchFamily="34" charset="-122"/>
              </a:rPr>
              <a:t>4.4.1  </a:t>
            </a:r>
            <a:r>
              <a:rPr lang="zh-CN" altLang="en-US" sz="2400" b="1" dirty="0">
                <a:latin typeface="Times New Roman" pitchFamily="18" charset="0"/>
                <a:ea typeface="微软雅黑" pitchFamily="34" charset="-122"/>
              </a:rPr>
              <a:t>拉格朗日法</a:t>
            </a: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拉格朗日</a:t>
            </a:r>
            <a:r>
              <a:rPr lang="en-US" altLang="zh-CN" sz="2400" b="1" dirty="0">
                <a:latin typeface="Times New Roman" pitchFamily="18" charset="0"/>
                <a:ea typeface="微软雅黑" pitchFamily="34" charset="-122"/>
              </a:rPr>
              <a:t>(Lagrange)</a:t>
            </a:r>
            <a:r>
              <a:rPr lang="zh-CN" altLang="en-US" sz="2400" b="1" dirty="0">
                <a:latin typeface="Times New Roman" pitchFamily="18" charset="0"/>
                <a:ea typeface="微软雅黑" pitchFamily="34" charset="-122"/>
              </a:rPr>
              <a:t>法是一种基于能量的动力学方法，基于机器人的机械能，以能量的观点建立基于广义坐标系的动力学方程，不考虑动力学的内力项，避开了力、速度、加速度等矢量的复杂运算。拉格朗日法适用于结构比较简单的动力学方程，而对复杂结构，拉格朗日函数的微分运算将变得非常烦琐。不过，这种方法可以与控制系统优化相结合，综合分析，有利于动力学分析与控制模型之间的转化。</a:t>
            </a:r>
          </a:p>
        </p:txBody>
      </p:sp>
      <p:sp>
        <p:nvSpPr>
          <p:cNvPr id="2" name="Rectangle 2">
            <a:extLst>
              <a:ext uri="{FF2B5EF4-FFF2-40B4-BE49-F238E27FC236}">
                <a16:creationId xmlns:a16="http://schemas.microsoft.com/office/drawing/2014/main" id="{05D0BA8F-52A5-C8D0-CAB4-B4070DAE615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4">
            <a:extLst>
              <a:ext uri="{FF2B5EF4-FFF2-40B4-BE49-F238E27FC236}">
                <a16:creationId xmlns:a16="http://schemas.microsoft.com/office/drawing/2014/main" id="{2E8D1518-A6A2-5B86-4105-17A4FD0199F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id="{D6DC6AF4-4071-6769-DF3D-24C8A7F0E33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2">
            <a:extLst>
              <a:ext uri="{FF2B5EF4-FFF2-40B4-BE49-F238E27FC236}">
                <a16:creationId xmlns:a16="http://schemas.microsoft.com/office/drawing/2014/main" id="{8106722E-A8AF-B46A-2FD7-14F069A9781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Rectangle 4">
            <a:extLst>
              <a:ext uri="{FF2B5EF4-FFF2-40B4-BE49-F238E27FC236}">
                <a16:creationId xmlns:a16="http://schemas.microsoft.com/office/drawing/2014/main" id="{7CB91B8C-92E2-4AF0-458B-675043DFEFF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7" name="Rectangle 6">
            <a:extLst>
              <a:ext uri="{FF2B5EF4-FFF2-40B4-BE49-F238E27FC236}">
                <a16:creationId xmlns:a16="http://schemas.microsoft.com/office/drawing/2014/main" id="{EF77BD10-6485-2ED5-54CD-0A09F6FEADB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536343619"/>
      </p:ext>
    </p:extLst>
  </p:cSld>
  <p:clrMapOvr>
    <a:masterClrMapping/>
  </p:clrMapOvr>
  <p:transition advTm="18857"/>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4.4 </a:t>
            </a:r>
            <a:r>
              <a:rPr lang="zh-CN" altLang="en-US" sz="2800" b="1" dirty="0">
                <a:latin typeface="Times New Roman" pitchFamily="18" charset="0"/>
                <a:ea typeface="华文中宋" pitchFamily="2" charset="-122"/>
              </a:rPr>
              <a:t>机器人动力学建模方法</a:t>
            </a:r>
          </a:p>
        </p:txBody>
      </p:sp>
      <p:sp>
        <p:nvSpPr>
          <p:cNvPr id="12290" name="内容占位符 2"/>
          <p:cNvSpPr>
            <a:spLocks noChangeArrowheads="1"/>
          </p:cNvSpPr>
          <p:nvPr/>
        </p:nvSpPr>
        <p:spPr bwMode="auto">
          <a:xfrm>
            <a:off x="977900" y="1009650"/>
            <a:ext cx="105918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系统的拉格朗日函数       定义为系统的动能       和势能      之差，可以表示为</a:t>
            </a: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对于一般的机器人系统，拉格朗日动力学模型的通用形式为</a:t>
            </a: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用     表示多自由度机器人关节向量（旋转关节一般用      表示，平移关节用     表示），则拉格朗日动力学方程可写为如下形式：</a:t>
            </a: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利用式</a:t>
            </a:r>
            <a:r>
              <a:rPr lang="en-US" altLang="zh-CN" sz="2400" b="1" dirty="0">
                <a:latin typeface="Times New Roman" pitchFamily="18" charset="0"/>
                <a:ea typeface="微软雅黑" pitchFamily="34" charset="-122"/>
              </a:rPr>
              <a:t>(4.7)</a:t>
            </a:r>
            <a:r>
              <a:rPr lang="zh-CN" altLang="en-US" sz="2400" b="1" dirty="0">
                <a:latin typeface="Times New Roman" pitchFamily="18" charset="0"/>
                <a:ea typeface="微软雅黑" pitchFamily="34" charset="-122"/>
              </a:rPr>
              <a:t>，拉格朗日函数</a:t>
            </a:r>
            <a:r>
              <a:rPr lang="en-US" altLang="zh-CN" sz="2400" b="1" i="1" dirty="0">
                <a:latin typeface="Times New Roman" pitchFamily="18" charset="0"/>
                <a:ea typeface="微软雅黑" pitchFamily="34" charset="-122"/>
              </a:rPr>
              <a:t>L</a:t>
            </a:r>
            <a:r>
              <a:rPr lang="zh-CN" altLang="en-US" sz="2400" b="1" dirty="0">
                <a:latin typeface="Times New Roman" pitchFamily="18" charset="0"/>
                <a:ea typeface="微软雅黑" pitchFamily="34" charset="-122"/>
              </a:rPr>
              <a:t>的重新表示为：</a:t>
            </a: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从而，式</a:t>
            </a:r>
            <a:r>
              <a:rPr lang="en-US" altLang="zh-CN" sz="2400" b="1" dirty="0">
                <a:latin typeface="Times New Roman" pitchFamily="18" charset="0"/>
                <a:ea typeface="微软雅黑" pitchFamily="34" charset="-122"/>
              </a:rPr>
              <a:t>(4.9)</a:t>
            </a:r>
            <a:r>
              <a:rPr lang="zh-CN" altLang="en-US" sz="2400" b="1" dirty="0">
                <a:latin typeface="Times New Roman" pitchFamily="18" charset="0"/>
                <a:ea typeface="微软雅黑" pitchFamily="34" charset="-122"/>
              </a:rPr>
              <a:t>可以写成</a:t>
            </a:r>
            <a:endParaRPr lang="en-US" altLang="zh-CN" sz="2400" b="1" dirty="0">
              <a:latin typeface="Times New Roman" pitchFamily="18" charset="0"/>
              <a:ea typeface="微软雅黑" pitchFamily="34" charset="-122"/>
            </a:endParaRPr>
          </a:p>
        </p:txBody>
      </p:sp>
      <p:sp>
        <p:nvSpPr>
          <p:cNvPr id="2" name="Rectangle 2">
            <a:extLst>
              <a:ext uri="{FF2B5EF4-FFF2-40B4-BE49-F238E27FC236}">
                <a16:creationId xmlns:a16="http://schemas.microsoft.com/office/drawing/2014/main" id="{05D0BA8F-52A5-C8D0-CAB4-B4070DAE615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4">
            <a:extLst>
              <a:ext uri="{FF2B5EF4-FFF2-40B4-BE49-F238E27FC236}">
                <a16:creationId xmlns:a16="http://schemas.microsoft.com/office/drawing/2014/main" id="{2E8D1518-A6A2-5B86-4105-17A4FD0199F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id="{D6DC6AF4-4071-6769-DF3D-24C8A7F0E33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2">
            <a:extLst>
              <a:ext uri="{FF2B5EF4-FFF2-40B4-BE49-F238E27FC236}">
                <a16:creationId xmlns:a16="http://schemas.microsoft.com/office/drawing/2014/main" id="{8106722E-A8AF-B46A-2FD7-14F069A9781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Rectangle 4">
            <a:extLst>
              <a:ext uri="{FF2B5EF4-FFF2-40B4-BE49-F238E27FC236}">
                <a16:creationId xmlns:a16="http://schemas.microsoft.com/office/drawing/2014/main" id="{7CB91B8C-92E2-4AF0-458B-675043DFEFF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7" name="Rectangle 6">
            <a:extLst>
              <a:ext uri="{FF2B5EF4-FFF2-40B4-BE49-F238E27FC236}">
                <a16:creationId xmlns:a16="http://schemas.microsoft.com/office/drawing/2014/main" id="{EF77BD10-6485-2ED5-54CD-0A09F6FEADB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a:extLst>
              <a:ext uri="{FF2B5EF4-FFF2-40B4-BE49-F238E27FC236}">
                <a16:creationId xmlns:a16="http://schemas.microsoft.com/office/drawing/2014/main" id="{4362C798-17FC-40E5-E917-630EA34287CD}"/>
              </a:ext>
            </a:extLst>
          </p:cNvPr>
          <p:cNvGraphicFramePr>
            <a:graphicFrameLocks noChangeAspect="1"/>
          </p:cNvGraphicFramePr>
          <p:nvPr>
            <p:extLst>
              <p:ext uri="{D42A27DB-BD31-4B8C-83A1-F6EECF244321}">
                <p14:modId xmlns:p14="http://schemas.microsoft.com/office/powerpoint/2010/main" val="2138984327"/>
              </p:ext>
            </p:extLst>
          </p:nvPr>
        </p:nvGraphicFramePr>
        <p:xfrm>
          <a:off x="4695181" y="1120721"/>
          <a:ext cx="236238" cy="269985"/>
        </p:xfrm>
        <a:graphic>
          <a:graphicData uri="http://schemas.openxmlformats.org/presentationml/2006/ole">
            <mc:AlternateContent xmlns:mc="http://schemas.openxmlformats.org/markup-compatibility/2006">
              <mc:Choice xmlns:v="urn:schemas-microsoft-com:vml" Requires="v">
                <p:oleObj name="Equation" r:id="rId3" imgW="132875" imgH="152523" progId="Equation.DSMT4">
                  <p:embed/>
                </p:oleObj>
              </mc:Choice>
              <mc:Fallback>
                <p:oleObj name="Equation" r:id="rId3" imgW="132875" imgH="152523" progId="Equation.DSMT4">
                  <p:embed/>
                  <p:pic>
                    <p:nvPicPr>
                      <p:cNvPr id="0" name=""/>
                      <p:cNvPicPr/>
                      <p:nvPr/>
                    </p:nvPicPr>
                    <p:blipFill>
                      <a:blip r:embed="rId4"/>
                      <a:stretch>
                        <a:fillRect/>
                      </a:stretch>
                    </p:blipFill>
                    <p:spPr>
                      <a:xfrm>
                        <a:off x="4695181" y="1120721"/>
                        <a:ext cx="236238" cy="269985"/>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A83986D9-9EE2-D1C3-69EA-265D1AFF8745}"/>
              </a:ext>
            </a:extLst>
          </p:cNvPr>
          <p:cNvGraphicFramePr>
            <a:graphicFrameLocks noChangeAspect="1"/>
          </p:cNvGraphicFramePr>
          <p:nvPr>
            <p:extLst>
              <p:ext uri="{D42A27DB-BD31-4B8C-83A1-F6EECF244321}">
                <p14:modId xmlns:p14="http://schemas.microsoft.com/office/powerpoint/2010/main" val="4031223701"/>
              </p:ext>
            </p:extLst>
          </p:nvPr>
        </p:nvGraphicFramePr>
        <p:xfrm>
          <a:off x="7624346" y="1120721"/>
          <a:ext cx="269985" cy="269985"/>
        </p:xfrm>
        <a:graphic>
          <a:graphicData uri="http://schemas.openxmlformats.org/presentationml/2006/ole">
            <mc:AlternateContent xmlns:mc="http://schemas.openxmlformats.org/markup-compatibility/2006">
              <mc:Choice xmlns:v="urn:schemas-microsoft-com:vml" Requires="v">
                <p:oleObj name="Equation" r:id="rId5" imgW="151908" imgH="152523" progId="Equation.DSMT4">
                  <p:embed/>
                </p:oleObj>
              </mc:Choice>
              <mc:Fallback>
                <p:oleObj name="Equation" r:id="rId5" imgW="151908" imgH="152523" progId="Equation.DSMT4">
                  <p:embed/>
                  <p:pic>
                    <p:nvPicPr>
                      <p:cNvPr id="0" name=""/>
                      <p:cNvPicPr/>
                      <p:nvPr/>
                    </p:nvPicPr>
                    <p:blipFill>
                      <a:blip r:embed="rId6"/>
                      <a:stretch>
                        <a:fillRect/>
                      </a:stretch>
                    </p:blipFill>
                    <p:spPr>
                      <a:xfrm>
                        <a:off x="7624346" y="1120721"/>
                        <a:ext cx="269985" cy="269985"/>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4B01AC97-502E-0304-C8F7-40651C43205A}"/>
              </a:ext>
            </a:extLst>
          </p:cNvPr>
          <p:cNvGraphicFramePr>
            <a:graphicFrameLocks noChangeAspect="1"/>
          </p:cNvGraphicFramePr>
          <p:nvPr>
            <p:extLst>
              <p:ext uri="{D42A27DB-BD31-4B8C-83A1-F6EECF244321}">
                <p14:modId xmlns:p14="http://schemas.microsoft.com/office/powerpoint/2010/main" val="1382383570"/>
              </p:ext>
            </p:extLst>
          </p:nvPr>
        </p:nvGraphicFramePr>
        <p:xfrm>
          <a:off x="9099775" y="1154468"/>
          <a:ext cx="236238" cy="236238"/>
        </p:xfrm>
        <a:graphic>
          <a:graphicData uri="http://schemas.openxmlformats.org/presentationml/2006/ole">
            <mc:AlternateContent xmlns:mc="http://schemas.openxmlformats.org/markup-compatibility/2006">
              <mc:Choice xmlns:v="urn:schemas-microsoft-com:vml" Requires="v">
                <p:oleObj name="Equation" r:id="rId7" imgW="132875" imgH="133412" progId="Equation.DSMT4">
                  <p:embed/>
                </p:oleObj>
              </mc:Choice>
              <mc:Fallback>
                <p:oleObj name="Equation" r:id="rId7" imgW="132875" imgH="133412" progId="Equation.DSMT4">
                  <p:embed/>
                  <p:pic>
                    <p:nvPicPr>
                      <p:cNvPr id="0" name=""/>
                      <p:cNvPicPr/>
                      <p:nvPr/>
                    </p:nvPicPr>
                    <p:blipFill>
                      <a:blip r:embed="rId8"/>
                      <a:stretch>
                        <a:fillRect/>
                      </a:stretch>
                    </p:blipFill>
                    <p:spPr>
                      <a:xfrm>
                        <a:off x="9099775" y="1154468"/>
                        <a:ext cx="236238" cy="236238"/>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F95ACF6C-F996-4C36-E47A-AE2C6AB44815}"/>
              </a:ext>
            </a:extLst>
          </p:cNvPr>
          <p:cNvGraphicFramePr>
            <a:graphicFrameLocks noChangeAspect="1"/>
          </p:cNvGraphicFramePr>
          <p:nvPr>
            <p:extLst>
              <p:ext uri="{D42A27DB-BD31-4B8C-83A1-F6EECF244321}">
                <p14:modId xmlns:p14="http://schemas.microsoft.com/office/powerpoint/2010/main" val="1716888349"/>
              </p:ext>
            </p:extLst>
          </p:nvPr>
        </p:nvGraphicFramePr>
        <p:xfrm>
          <a:off x="5574307" y="2011717"/>
          <a:ext cx="1043384" cy="236238"/>
        </p:xfrm>
        <a:graphic>
          <a:graphicData uri="http://schemas.openxmlformats.org/presentationml/2006/ole">
            <mc:AlternateContent xmlns:mc="http://schemas.openxmlformats.org/markup-compatibility/2006">
              <mc:Choice xmlns:v="urn:schemas-microsoft-com:vml" Requires="v">
                <p:oleObj name="Equation" r:id="rId9" imgW="588958" imgH="133412" progId="Equation.DSMT4">
                  <p:embed/>
                </p:oleObj>
              </mc:Choice>
              <mc:Fallback>
                <p:oleObj name="Equation" r:id="rId9" imgW="588958" imgH="133412" progId="Equation.DSMT4">
                  <p:embed/>
                  <p:pic>
                    <p:nvPicPr>
                      <p:cNvPr id="0" name=""/>
                      <p:cNvPicPr/>
                      <p:nvPr/>
                    </p:nvPicPr>
                    <p:blipFill>
                      <a:blip r:embed="rId10"/>
                      <a:stretch>
                        <a:fillRect/>
                      </a:stretch>
                    </p:blipFill>
                    <p:spPr>
                      <a:xfrm>
                        <a:off x="5574307" y="2011717"/>
                        <a:ext cx="1043384" cy="236238"/>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DC98B86B-FBFD-BC96-BDEA-9631F89668B2}"/>
              </a:ext>
            </a:extLst>
          </p:cNvPr>
          <p:cNvGraphicFramePr>
            <a:graphicFrameLocks noChangeAspect="1"/>
          </p:cNvGraphicFramePr>
          <p:nvPr>
            <p:extLst>
              <p:ext uri="{D42A27DB-BD31-4B8C-83A1-F6EECF244321}">
                <p14:modId xmlns:p14="http://schemas.microsoft.com/office/powerpoint/2010/main" val="3796377473"/>
              </p:ext>
            </p:extLst>
          </p:nvPr>
        </p:nvGraphicFramePr>
        <p:xfrm>
          <a:off x="5229794" y="2972831"/>
          <a:ext cx="1732410" cy="354357"/>
        </p:xfrm>
        <a:graphic>
          <a:graphicData uri="http://schemas.openxmlformats.org/presentationml/2006/ole">
            <mc:AlternateContent xmlns:mc="http://schemas.openxmlformats.org/markup-compatibility/2006">
              <mc:Choice xmlns:v="urn:schemas-microsoft-com:vml" Requires="v">
                <p:oleObj name="Equation" r:id="rId11" imgW="978604" imgH="200479" progId="Equation.DSMT4">
                  <p:embed/>
                </p:oleObj>
              </mc:Choice>
              <mc:Fallback>
                <p:oleObj name="Equation" r:id="rId11" imgW="978604" imgH="200479" progId="Equation.DSMT4">
                  <p:embed/>
                  <p:pic>
                    <p:nvPicPr>
                      <p:cNvPr id="0" name=""/>
                      <p:cNvPicPr/>
                      <p:nvPr/>
                    </p:nvPicPr>
                    <p:blipFill>
                      <a:blip r:embed="rId12"/>
                      <a:stretch>
                        <a:fillRect/>
                      </a:stretch>
                    </p:blipFill>
                    <p:spPr>
                      <a:xfrm>
                        <a:off x="5229794" y="2972831"/>
                        <a:ext cx="1732410" cy="354357"/>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F3EA8E67-B4FF-22BD-E937-7F50786E23FA}"/>
              </a:ext>
            </a:extLst>
          </p:cNvPr>
          <p:cNvGraphicFramePr>
            <a:graphicFrameLocks noChangeAspect="1"/>
          </p:cNvGraphicFramePr>
          <p:nvPr>
            <p:extLst>
              <p:ext uri="{D42A27DB-BD31-4B8C-83A1-F6EECF244321}">
                <p14:modId xmlns:p14="http://schemas.microsoft.com/office/powerpoint/2010/main" val="1913894112"/>
              </p:ext>
            </p:extLst>
          </p:nvPr>
        </p:nvGraphicFramePr>
        <p:xfrm>
          <a:off x="2197818" y="3440466"/>
          <a:ext cx="202489" cy="269985"/>
        </p:xfrm>
        <a:graphic>
          <a:graphicData uri="http://schemas.openxmlformats.org/presentationml/2006/ole">
            <mc:AlternateContent xmlns:mc="http://schemas.openxmlformats.org/markup-compatibility/2006">
              <mc:Choice xmlns:v="urn:schemas-microsoft-com:vml" Requires="v">
                <p:oleObj name="Equation" r:id="rId13" imgW="114200" imgH="152523" progId="Equation.DSMT4">
                  <p:embed/>
                </p:oleObj>
              </mc:Choice>
              <mc:Fallback>
                <p:oleObj name="Equation" r:id="rId13" imgW="114200" imgH="152523" progId="Equation.DSMT4">
                  <p:embed/>
                  <p:pic>
                    <p:nvPicPr>
                      <p:cNvPr id="0" name=""/>
                      <p:cNvPicPr/>
                      <p:nvPr/>
                    </p:nvPicPr>
                    <p:blipFill>
                      <a:blip r:embed="rId14"/>
                      <a:stretch>
                        <a:fillRect/>
                      </a:stretch>
                    </p:blipFill>
                    <p:spPr>
                      <a:xfrm>
                        <a:off x="2197818" y="3440466"/>
                        <a:ext cx="202489" cy="269985"/>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47B8B560-33E5-3952-B979-7D14E8BC3908}"/>
              </a:ext>
            </a:extLst>
          </p:cNvPr>
          <p:cNvGraphicFramePr>
            <a:graphicFrameLocks noChangeAspect="1"/>
          </p:cNvGraphicFramePr>
          <p:nvPr>
            <p:extLst>
              <p:ext uri="{D42A27DB-BD31-4B8C-83A1-F6EECF244321}">
                <p14:modId xmlns:p14="http://schemas.microsoft.com/office/powerpoint/2010/main" val="1877014528"/>
              </p:ext>
            </p:extLst>
          </p:nvPr>
        </p:nvGraphicFramePr>
        <p:xfrm>
          <a:off x="8998530" y="3407671"/>
          <a:ext cx="219364" cy="286861"/>
        </p:xfrm>
        <a:graphic>
          <a:graphicData uri="http://schemas.openxmlformats.org/presentationml/2006/ole">
            <mc:AlternateContent xmlns:mc="http://schemas.openxmlformats.org/markup-compatibility/2006">
              <mc:Choice xmlns:v="urn:schemas-microsoft-com:vml" Requires="v">
                <p:oleObj name="Equation" r:id="rId15" imgW="123538" imgH="162258" progId="Equation.DSMT4">
                  <p:embed/>
                </p:oleObj>
              </mc:Choice>
              <mc:Fallback>
                <p:oleObj name="Equation" r:id="rId15" imgW="123538" imgH="162258" progId="Equation.DSMT4">
                  <p:embed/>
                  <p:pic>
                    <p:nvPicPr>
                      <p:cNvPr id="0" name=""/>
                      <p:cNvPicPr/>
                      <p:nvPr/>
                    </p:nvPicPr>
                    <p:blipFill>
                      <a:blip r:embed="rId16"/>
                      <a:stretch>
                        <a:fillRect/>
                      </a:stretch>
                    </p:blipFill>
                    <p:spPr>
                      <a:xfrm>
                        <a:off x="8998530" y="3407671"/>
                        <a:ext cx="219364" cy="286861"/>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0DEC73ED-C169-2215-9E87-E86DD5C12F01}"/>
              </a:ext>
            </a:extLst>
          </p:cNvPr>
          <p:cNvGraphicFramePr>
            <a:graphicFrameLocks noChangeAspect="1"/>
          </p:cNvGraphicFramePr>
          <p:nvPr>
            <p:extLst>
              <p:ext uri="{D42A27DB-BD31-4B8C-83A1-F6EECF244321}">
                <p14:modId xmlns:p14="http://schemas.microsoft.com/office/powerpoint/2010/main" val="1432976372"/>
              </p:ext>
            </p:extLst>
          </p:nvPr>
        </p:nvGraphicFramePr>
        <p:xfrm>
          <a:off x="1492696" y="3815205"/>
          <a:ext cx="219364" cy="286861"/>
        </p:xfrm>
        <a:graphic>
          <a:graphicData uri="http://schemas.openxmlformats.org/presentationml/2006/ole">
            <mc:AlternateContent xmlns:mc="http://schemas.openxmlformats.org/markup-compatibility/2006">
              <mc:Choice xmlns:v="urn:schemas-microsoft-com:vml" Requires="v">
                <p:oleObj name="Equation" r:id="rId17" imgW="123538" imgH="162258" progId="Equation.DSMT4">
                  <p:embed/>
                </p:oleObj>
              </mc:Choice>
              <mc:Fallback>
                <p:oleObj name="Equation" r:id="rId17" imgW="123538" imgH="162258" progId="Equation.DSMT4">
                  <p:embed/>
                  <p:pic>
                    <p:nvPicPr>
                      <p:cNvPr id="0" name=""/>
                      <p:cNvPicPr/>
                      <p:nvPr/>
                    </p:nvPicPr>
                    <p:blipFill>
                      <a:blip r:embed="rId18"/>
                      <a:stretch>
                        <a:fillRect/>
                      </a:stretch>
                    </p:blipFill>
                    <p:spPr>
                      <a:xfrm>
                        <a:off x="1492696" y="3815205"/>
                        <a:ext cx="219364" cy="286861"/>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EAE081EB-BE7F-12A1-51BA-9B7FDB558828}"/>
              </a:ext>
            </a:extLst>
          </p:cNvPr>
          <p:cNvGraphicFramePr>
            <a:graphicFrameLocks noChangeAspect="1"/>
          </p:cNvGraphicFramePr>
          <p:nvPr>
            <p:extLst>
              <p:ext uri="{D42A27DB-BD31-4B8C-83A1-F6EECF244321}">
                <p14:modId xmlns:p14="http://schemas.microsoft.com/office/powerpoint/2010/main" val="648806287"/>
              </p:ext>
            </p:extLst>
          </p:nvPr>
        </p:nvGraphicFramePr>
        <p:xfrm>
          <a:off x="5354942" y="4102066"/>
          <a:ext cx="1482109" cy="674964"/>
        </p:xfrm>
        <a:graphic>
          <a:graphicData uri="http://schemas.openxmlformats.org/presentationml/2006/ole">
            <mc:AlternateContent xmlns:mc="http://schemas.openxmlformats.org/markup-compatibility/2006">
              <mc:Choice xmlns:v="urn:schemas-microsoft-com:vml" Requires="v">
                <p:oleObj name="Equation" r:id="rId19" imgW="836033" imgH="381487" progId="Equation.DSMT4">
                  <p:embed/>
                </p:oleObj>
              </mc:Choice>
              <mc:Fallback>
                <p:oleObj name="Equation" r:id="rId19" imgW="836033" imgH="381487" progId="Equation.DSMT4">
                  <p:embed/>
                  <p:pic>
                    <p:nvPicPr>
                      <p:cNvPr id="0" name=""/>
                      <p:cNvPicPr/>
                      <p:nvPr/>
                    </p:nvPicPr>
                    <p:blipFill>
                      <a:blip r:embed="rId20"/>
                      <a:stretch>
                        <a:fillRect/>
                      </a:stretch>
                    </p:blipFill>
                    <p:spPr>
                      <a:xfrm>
                        <a:off x="5354942" y="4102066"/>
                        <a:ext cx="1482109" cy="674964"/>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412539B8-4BC6-78A9-E6C3-D92A0780822C}"/>
              </a:ext>
            </a:extLst>
          </p:cNvPr>
          <p:cNvGraphicFramePr>
            <a:graphicFrameLocks noChangeAspect="1"/>
          </p:cNvGraphicFramePr>
          <p:nvPr>
            <p:extLst>
              <p:ext uri="{D42A27DB-BD31-4B8C-83A1-F6EECF244321}">
                <p14:modId xmlns:p14="http://schemas.microsoft.com/office/powerpoint/2010/main" val="1542786891"/>
              </p:ext>
            </p:extLst>
          </p:nvPr>
        </p:nvGraphicFramePr>
        <p:xfrm>
          <a:off x="4934496" y="5303055"/>
          <a:ext cx="2323004" cy="337483"/>
        </p:xfrm>
        <a:graphic>
          <a:graphicData uri="http://schemas.openxmlformats.org/presentationml/2006/ole">
            <mc:AlternateContent xmlns:mc="http://schemas.openxmlformats.org/markup-compatibility/2006">
              <mc:Choice xmlns:v="urn:schemas-microsoft-com:vml" Requires="v">
                <p:oleObj name="Equation" r:id="rId21" imgW="1311150" imgH="190744" progId="Equation.DSMT4">
                  <p:embed/>
                </p:oleObj>
              </mc:Choice>
              <mc:Fallback>
                <p:oleObj name="Equation" r:id="rId21" imgW="1311150" imgH="190744" progId="Equation.DSMT4">
                  <p:embed/>
                  <p:pic>
                    <p:nvPicPr>
                      <p:cNvPr id="0" name=""/>
                      <p:cNvPicPr/>
                      <p:nvPr/>
                    </p:nvPicPr>
                    <p:blipFill>
                      <a:blip r:embed="rId22"/>
                      <a:stretch>
                        <a:fillRect/>
                      </a:stretch>
                    </p:blipFill>
                    <p:spPr>
                      <a:xfrm>
                        <a:off x="4934496" y="5303055"/>
                        <a:ext cx="2323004" cy="337483"/>
                      </a:xfrm>
                      <a:prstGeom prst="rect">
                        <a:avLst/>
                      </a:prstGeom>
                    </p:spPr>
                  </p:pic>
                </p:oleObj>
              </mc:Fallback>
            </mc:AlternateContent>
          </a:graphicData>
        </a:graphic>
      </p:graphicFrame>
      <p:sp>
        <p:nvSpPr>
          <p:cNvPr id="18" name="Rectangle 2">
            <a:extLst>
              <a:ext uri="{FF2B5EF4-FFF2-40B4-BE49-F238E27FC236}">
                <a16:creationId xmlns:a16="http://schemas.microsoft.com/office/drawing/2014/main" id="{E1FFD7B5-00B5-1FCE-4436-40910320261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9" name="对象 18">
            <a:extLst>
              <a:ext uri="{FF2B5EF4-FFF2-40B4-BE49-F238E27FC236}">
                <a16:creationId xmlns:a16="http://schemas.microsoft.com/office/drawing/2014/main" id="{6E1BE059-A88A-F525-849B-584200E7B932}"/>
              </a:ext>
            </a:extLst>
          </p:cNvPr>
          <p:cNvGraphicFramePr>
            <a:graphicFrameLocks noChangeAspect="1"/>
          </p:cNvGraphicFramePr>
          <p:nvPr>
            <p:extLst>
              <p:ext uri="{D42A27DB-BD31-4B8C-83A1-F6EECF244321}">
                <p14:modId xmlns:p14="http://schemas.microsoft.com/office/powerpoint/2010/main" val="3784456009"/>
              </p:ext>
            </p:extLst>
          </p:nvPr>
        </p:nvGraphicFramePr>
        <p:xfrm>
          <a:off x="5038552" y="6015692"/>
          <a:ext cx="2114890" cy="674964"/>
        </p:xfrm>
        <a:graphic>
          <a:graphicData uri="http://schemas.openxmlformats.org/presentationml/2006/ole">
            <mc:AlternateContent xmlns:mc="http://schemas.openxmlformats.org/markup-compatibility/2006">
              <mc:Choice xmlns:v="urn:schemas-microsoft-com:vml" Requires="v">
                <p:oleObj name="Equation" r:id="rId23" imgW="1193800" imgH="381000" progId="Equation.DSMT4">
                  <p:embed/>
                </p:oleObj>
              </mc:Choice>
              <mc:Fallback>
                <p:oleObj name="Equation" r:id="rId23" imgW="1193800" imgH="381000" progId="Equation.DSMT4">
                  <p:embed/>
                  <p:pic>
                    <p:nvPicPr>
                      <p:cNvPr id="0" name="Object 1"/>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038552" y="6015692"/>
                        <a:ext cx="2114890" cy="6749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160985"/>
      </p:ext>
    </p:extLst>
  </p:cSld>
  <p:clrMapOvr>
    <a:masterClrMapping/>
  </p:clrMapOvr>
  <p:transition advTm="18857"/>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4.4 </a:t>
            </a:r>
            <a:r>
              <a:rPr lang="zh-CN" altLang="en-US" sz="2800" b="1" dirty="0">
                <a:latin typeface="Times New Roman" pitchFamily="18" charset="0"/>
                <a:ea typeface="华文中宋" pitchFamily="2" charset="-122"/>
              </a:rPr>
              <a:t>机器人动力学建模方法</a:t>
            </a:r>
          </a:p>
        </p:txBody>
      </p:sp>
      <p:sp>
        <p:nvSpPr>
          <p:cNvPr id="12290" name="内容占位符 2"/>
          <p:cNvSpPr>
            <a:spLocks noChangeArrowheads="1"/>
          </p:cNvSpPr>
          <p:nvPr/>
        </p:nvSpPr>
        <p:spPr bwMode="auto">
          <a:xfrm>
            <a:off x="977900" y="1009650"/>
            <a:ext cx="105918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10000"/>
              </a:lnSpc>
              <a:spcBef>
                <a:spcPct val="10000"/>
              </a:spcBef>
              <a:spcAft>
                <a:spcPct val="10000"/>
              </a:spcAft>
            </a:pPr>
            <a:r>
              <a:rPr lang="en-US" altLang="zh-CN" sz="2400" b="1" dirty="0">
                <a:latin typeface="Times New Roman" pitchFamily="18" charset="0"/>
                <a:ea typeface="微软雅黑" pitchFamily="34" charset="-122"/>
              </a:rPr>
              <a:t>4.4.2  </a:t>
            </a:r>
            <a:r>
              <a:rPr lang="zh-CN" altLang="en-US" sz="2400" b="1" dirty="0">
                <a:latin typeface="Times New Roman" pitchFamily="18" charset="0"/>
                <a:ea typeface="微软雅黑" pitchFamily="34" charset="-122"/>
              </a:rPr>
              <a:t>牛顿</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欧拉法</a:t>
            </a: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牛顿</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欧拉法是以牛顿第二运动定律为理论基础，该方法首先根据各个构件的单独受力分析，确定构件的力和加速度之间的关系，最后归纳出整个机器人整体受力与加速度之间的关系。</a:t>
            </a: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如果将机械手的连杆看成刚体，它的质心加速度      、总质量      与产生这一加速度的作用力       之间的关系足牛顿第二运动定律：</a:t>
            </a: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	 	</a:t>
            </a:r>
            <a:r>
              <a:rPr lang="en-US" altLang="zh-CN" sz="2400" b="1" dirty="0">
                <a:latin typeface="Times New Roman" pitchFamily="18" charset="0"/>
                <a:ea typeface="微软雅黑" pitchFamily="34" charset="-122"/>
              </a:rPr>
              <a:t> </a:t>
            </a: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当刚体绕过质心的轴线旋转时，角速度       、角加速度      、惯性张量   与作用力矩       之间满足欧拉方程：</a:t>
            </a: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	 	</a:t>
            </a:r>
            <a:r>
              <a:rPr lang="en-US" altLang="zh-CN" sz="2400" b="1" dirty="0">
                <a:latin typeface="Times New Roman" pitchFamily="18" charset="0"/>
                <a:ea typeface="微软雅黑" pitchFamily="34" charset="-122"/>
              </a:rPr>
              <a:t> </a:t>
            </a: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两者合起来称为牛顿</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欧拉方程</a:t>
            </a: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p:txBody>
      </p:sp>
      <p:sp>
        <p:nvSpPr>
          <p:cNvPr id="2" name="Rectangle 2">
            <a:extLst>
              <a:ext uri="{FF2B5EF4-FFF2-40B4-BE49-F238E27FC236}">
                <a16:creationId xmlns:a16="http://schemas.microsoft.com/office/drawing/2014/main" id="{05D0BA8F-52A5-C8D0-CAB4-B4070DAE615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4">
            <a:extLst>
              <a:ext uri="{FF2B5EF4-FFF2-40B4-BE49-F238E27FC236}">
                <a16:creationId xmlns:a16="http://schemas.microsoft.com/office/drawing/2014/main" id="{2E8D1518-A6A2-5B86-4105-17A4FD0199F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id="{D6DC6AF4-4071-6769-DF3D-24C8A7F0E33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2">
            <a:extLst>
              <a:ext uri="{FF2B5EF4-FFF2-40B4-BE49-F238E27FC236}">
                <a16:creationId xmlns:a16="http://schemas.microsoft.com/office/drawing/2014/main" id="{8106722E-A8AF-B46A-2FD7-14F069A9781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Rectangle 4">
            <a:extLst>
              <a:ext uri="{FF2B5EF4-FFF2-40B4-BE49-F238E27FC236}">
                <a16:creationId xmlns:a16="http://schemas.microsoft.com/office/drawing/2014/main" id="{7CB91B8C-92E2-4AF0-458B-675043DFEFF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7" name="Rectangle 6">
            <a:extLst>
              <a:ext uri="{FF2B5EF4-FFF2-40B4-BE49-F238E27FC236}">
                <a16:creationId xmlns:a16="http://schemas.microsoft.com/office/drawing/2014/main" id="{EF77BD10-6485-2ED5-54CD-0A09F6FEADB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a:extLst>
              <a:ext uri="{FF2B5EF4-FFF2-40B4-BE49-F238E27FC236}">
                <a16:creationId xmlns:a16="http://schemas.microsoft.com/office/drawing/2014/main" id="{EA553CF8-BF7F-0433-C00A-83B9368ABC64}"/>
              </a:ext>
            </a:extLst>
          </p:cNvPr>
          <p:cNvGraphicFramePr>
            <a:graphicFrameLocks noChangeAspect="1"/>
          </p:cNvGraphicFramePr>
          <p:nvPr>
            <p:extLst>
              <p:ext uri="{D42A27DB-BD31-4B8C-83A1-F6EECF244321}">
                <p14:modId xmlns:p14="http://schemas.microsoft.com/office/powerpoint/2010/main" val="2304872121"/>
              </p:ext>
            </p:extLst>
          </p:nvPr>
        </p:nvGraphicFramePr>
        <p:xfrm>
          <a:off x="4994683" y="5079699"/>
          <a:ext cx="2202635" cy="426916"/>
        </p:xfrm>
        <a:graphic>
          <a:graphicData uri="http://schemas.openxmlformats.org/presentationml/2006/ole">
            <mc:AlternateContent xmlns:mc="http://schemas.openxmlformats.org/markup-compatibility/2006">
              <mc:Choice xmlns:v="urn:schemas-microsoft-com:vml" Requires="v">
                <p:oleObj name="Equation" r:id="rId3" imgW="1130871" imgH="219590" progId="Equation.DSMT4">
                  <p:embed/>
                </p:oleObj>
              </mc:Choice>
              <mc:Fallback>
                <p:oleObj name="Equation" r:id="rId3" imgW="1130871" imgH="219590" progId="Equation.DSMT4">
                  <p:embed/>
                  <p:pic>
                    <p:nvPicPr>
                      <p:cNvPr id="0" name=""/>
                      <p:cNvPicPr/>
                      <p:nvPr/>
                    </p:nvPicPr>
                    <p:blipFill>
                      <a:blip r:embed="rId4"/>
                      <a:stretch>
                        <a:fillRect/>
                      </a:stretch>
                    </p:blipFill>
                    <p:spPr>
                      <a:xfrm>
                        <a:off x="4994683" y="5079699"/>
                        <a:ext cx="2202635" cy="426916"/>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DBBD5FEC-058A-4BE4-424A-4965FFF41F48}"/>
              </a:ext>
            </a:extLst>
          </p:cNvPr>
          <p:cNvGraphicFramePr>
            <a:graphicFrameLocks noChangeAspect="1"/>
          </p:cNvGraphicFramePr>
          <p:nvPr>
            <p:extLst>
              <p:ext uri="{D42A27DB-BD31-4B8C-83A1-F6EECF244321}">
                <p14:modId xmlns:p14="http://schemas.microsoft.com/office/powerpoint/2010/main" val="47053347"/>
              </p:ext>
            </p:extLst>
          </p:nvPr>
        </p:nvGraphicFramePr>
        <p:xfrm>
          <a:off x="7102098" y="4258107"/>
          <a:ext cx="278423" cy="241300"/>
        </p:xfrm>
        <a:graphic>
          <a:graphicData uri="http://schemas.openxmlformats.org/presentationml/2006/ole">
            <mc:AlternateContent xmlns:mc="http://schemas.openxmlformats.org/markup-compatibility/2006">
              <mc:Choice xmlns:v="urn:schemas-microsoft-com:vml" Requires="v">
                <p:oleObj name="Equation" r:id="rId5" imgW="142571" imgH="124038" progId="Equation.DSMT4">
                  <p:embed/>
                </p:oleObj>
              </mc:Choice>
              <mc:Fallback>
                <p:oleObj name="Equation" r:id="rId5" imgW="142571" imgH="124038" progId="Equation.DSMT4">
                  <p:embed/>
                  <p:pic>
                    <p:nvPicPr>
                      <p:cNvPr id="0" name=""/>
                      <p:cNvPicPr/>
                      <p:nvPr/>
                    </p:nvPicPr>
                    <p:blipFill>
                      <a:blip r:embed="rId6"/>
                      <a:stretch>
                        <a:fillRect/>
                      </a:stretch>
                    </p:blipFill>
                    <p:spPr>
                      <a:xfrm>
                        <a:off x="7102098" y="4258107"/>
                        <a:ext cx="278423" cy="241300"/>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DFB5ED0C-F09C-A06D-9251-90BFB180460F}"/>
              </a:ext>
            </a:extLst>
          </p:cNvPr>
          <p:cNvGraphicFramePr>
            <a:graphicFrameLocks noChangeAspect="1"/>
          </p:cNvGraphicFramePr>
          <p:nvPr>
            <p:extLst>
              <p:ext uri="{D42A27DB-BD31-4B8C-83A1-F6EECF244321}">
                <p14:modId xmlns:p14="http://schemas.microsoft.com/office/powerpoint/2010/main" val="1352456162"/>
              </p:ext>
            </p:extLst>
          </p:nvPr>
        </p:nvGraphicFramePr>
        <p:xfrm>
          <a:off x="9069443" y="4220983"/>
          <a:ext cx="278423" cy="315547"/>
        </p:xfrm>
        <a:graphic>
          <a:graphicData uri="http://schemas.openxmlformats.org/presentationml/2006/ole">
            <mc:AlternateContent xmlns:mc="http://schemas.openxmlformats.org/markup-compatibility/2006">
              <mc:Choice xmlns:v="urn:schemas-microsoft-com:vml" Requires="v">
                <p:oleObj name="Equation" r:id="rId7" imgW="142571" imgH="162258" progId="Equation.DSMT4">
                  <p:embed/>
                </p:oleObj>
              </mc:Choice>
              <mc:Fallback>
                <p:oleObj name="Equation" r:id="rId7" imgW="142571" imgH="162258" progId="Equation.DSMT4">
                  <p:embed/>
                  <p:pic>
                    <p:nvPicPr>
                      <p:cNvPr id="0" name=""/>
                      <p:cNvPicPr/>
                      <p:nvPr/>
                    </p:nvPicPr>
                    <p:blipFill>
                      <a:blip r:embed="rId8"/>
                      <a:stretch>
                        <a:fillRect/>
                      </a:stretch>
                    </p:blipFill>
                    <p:spPr>
                      <a:xfrm>
                        <a:off x="9069443" y="4220983"/>
                        <a:ext cx="278423" cy="315547"/>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7999FA96-7817-9B64-72B8-C45D2F71CF90}"/>
              </a:ext>
            </a:extLst>
          </p:cNvPr>
          <p:cNvGraphicFramePr>
            <a:graphicFrameLocks noChangeAspect="1"/>
          </p:cNvGraphicFramePr>
          <p:nvPr>
            <p:extLst>
              <p:ext uri="{D42A27DB-BD31-4B8C-83A1-F6EECF244321}">
                <p14:modId xmlns:p14="http://schemas.microsoft.com/office/powerpoint/2010/main" val="3408987537"/>
              </p:ext>
            </p:extLst>
          </p:nvPr>
        </p:nvGraphicFramePr>
        <p:xfrm>
          <a:off x="11027751" y="4181540"/>
          <a:ext cx="315547" cy="334109"/>
        </p:xfrm>
        <a:graphic>
          <a:graphicData uri="http://schemas.openxmlformats.org/presentationml/2006/ole">
            <mc:AlternateContent xmlns:mc="http://schemas.openxmlformats.org/markup-compatibility/2006">
              <mc:Choice xmlns:v="urn:schemas-microsoft-com:vml" Requires="v">
                <p:oleObj name="Equation" r:id="rId9" imgW="161604" imgH="171633" progId="Equation.DSMT4">
                  <p:embed/>
                </p:oleObj>
              </mc:Choice>
              <mc:Fallback>
                <p:oleObj name="Equation" r:id="rId9" imgW="161604" imgH="171633" progId="Equation.DSMT4">
                  <p:embed/>
                  <p:pic>
                    <p:nvPicPr>
                      <p:cNvPr id="0" name=""/>
                      <p:cNvPicPr/>
                      <p:nvPr/>
                    </p:nvPicPr>
                    <p:blipFill>
                      <a:blip r:embed="rId10"/>
                      <a:stretch>
                        <a:fillRect/>
                      </a:stretch>
                    </p:blipFill>
                    <p:spPr>
                      <a:xfrm>
                        <a:off x="11027751" y="4181540"/>
                        <a:ext cx="315547" cy="334109"/>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A28AF7A1-2898-25E7-E81C-6422F79C740C}"/>
              </a:ext>
            </a:extLst>
          </p:cNvPr>
          <p:cNvGraphicFramePr>
            <a:graphicFrameLocks noChangeAspect="1"/>
          </p:cNvGraphicFramePr>
          <p:nvPr>
            <p:extLst>
              <p:ext uri="{D42A27DB-BD31-4B8C-83A1-F6EECF244321}">
                <p14:modId xmlns:p14="http://schemas.microsoft.com/office/powerpoint/2010/main" val="3860370653"/>
              </p:ext>
            </p:extLst>
          </p:nvPr>
        </p:nvGraphicFramePr>
        <p:xfrm>
          <a:off x="2779568" y="4636798"/>
          <a:ext cx="241300" cy="241300"/>
        </p:xfrm>
        <a:graphic>
          <a:graphicData uri="http://schemas.openxmlformats.org/presentationml/2006/ole">
            <mc:AlternateContent xmlns:mc="http://schemas.openxmlformats.org/markup-compatibility/2006">
              <mc:Choice xmlns:v="urn:schemas-microsoft-com:vml" Requires="v">
                <p:oleObj name="Equation" r:id="rId11" imgW="123538" imgH="124038" progId="Equation.DSMT4">
                  <p:embed/>
                </p:oleObj>
              </mc:Choice>
              <mc:Fallback>
                <p:oleObj name="Equation" r:id="rId11" imgW="123538" imgH="124038" progId="Equation.DSMT4">
                  <p:embed/>
                  <p:pic>
                    <p:nvPicPr>
                      <p:cNvPr id="0" name=""/>
                      <p:cNvPicPr/>
                      <p:nvPr/>
                    </p:nvPicPr>
                    <p:blipFill>
                      <a:blip r:embed="rId12"/>
                      <a:stretch>
                        <a:fillRect/>
                      </a:stretch>
                    </p:blipFill>
                    <p:spPr>
                      <a:xfrm>
                        <a:off x="2779568" y="4636798"/>
                        <a:ext cx="241300" cy="241300"/>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46B450FC-DE74-B5F8-BB7C-48CFB07AE521}"/>
              </a:ext>
            </a:extLst>
          </p:cNvPr>
          <p:cNvGraphicFramePr>
            <a:graphicFrameLocks noChangeAspect="1"/>
          </p:cNvGraphicFramePr>
          <p:nvPr>
            <p:extLst>
              <p:ext uri="{D42A27DB-BD31-4B8C-83A1-F6EECF244321}">
                <p14:modId xmlns:p14="http://schemas.microsoft.com/office/powerpoint/2010/main" val="4096870524"/>
              </p:ext>
            </p:extLst>
          </p:nvPr>
        </p:nvGraphicFramePr>
        <p:xfrm>
          <a:off x="5642788" y="3703527"/>
          <a:ext cx="906422" cy="408354"/>
        </p:xfrm>
        <a:graphic>
          <a:graphicData uri="http://schemas.openxmlformats.org/presentationml/2006/ole">
            <mc:AlternateContent xmlns:mc="http://schemas.openxmlformats.org/markup-compatibility/2006">
              <mc:Choice xmlns:v="urn:schemas-microsoft-com:vml" Requires="v">
                <p:oleObj name="Equation" r:id="rId13" imgW="465421" imgH="209854" progId="Equation.DSMT4">
                  <p:embed/>
                </p:oleObj>
              </mc:Choice>
              <mc:Fallback>
                <p:oleObj name="Equation" r:id="rId13" imgW="465421" imgH="209854" progId="Equation.DSMT4">
                  <p:embed/>
                  <p:pic>
                    <p:nvPicPr>
                      <p:cNvPr id="0" name=""/>
                      <p:cNvPicPr/>
                      <p:nvPr/>
                    </p:nvPicPr>
                    <p:blipFill>
                      <a:blip r:embed="rId14"/>
                      <a:stretch>
                        <a:fillRect/>
                      </a:stretch>
                    </p:blipFill>
                    <p:spPr>
                      <a:xfrm>
                        <a:off x="5642788" y="3703527"/>
                        <a:ext cx="906422" cy="408354"/>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4E0BDCBF-0323-1940-2E2A-413F1CB62FED}"/>
              </a:ext>
            </a:extLst>
          </p:cNvPr>
          <p:cNvGraphicFramePr>
            <a:graphicFrameLocks noChangeAspect="1"/>
          </p:cNvGraphicFramePr>
          <p:nvPr>
            <p:extLst>
              <p:ext uri="{D42A27DB-BD31-4B8C-83A1-F6EECF244321}">
                <p14:modId xmlns:p14="http://schemas.microsoft.com/office/powerpoint/2010/main" val="2936005101"/>
              </p:ext>
            </p:extLst>
          </p:nvPr>
        </p:nvGraphicFramePr>
        <p:xfrm>
          <a:off x="8275116" y="2835309"/>
          <a:ext cx="278423" cy="408354"/>
        </p:xfrm>
        <a:graphic>
          <a:graphicData uri="http://schemas.openxmlformats.org/presentationml/2006/ole">
            <mc:AlternateContent xmlns:mc="http://schemas.openxmlformats.org/markup-compatibility/2006">
              <mc:Choice xmlns:v="urn:schemas-microsoft-com:vml" Requires="v">
                <p:oleObj name="Equation" r:id="rId15" imgW="142571" imgH="209854" progId="Equation.DSMT4">
                  <p:embed/>
                </p:oleObj>
              </mc:Choice>
              <mc:Fallback>
                <p:oleObj name="Equation" r:id="rId15" imgW="142571" imgH="209854" progId="Equation.DSMT4">
                  <p:embed/>
                  <p:pic>
                    <p:nvPicPr>
                      <p:cNvPr id="0" name=""/>
                      <p:cNvPicPr/>
                      <p:nvPr/>
                    </p:nvPicPr>
                    <p:blipFill>
                      <a:blip r:embed="rId16"/>
                      <a:stretch>
                        <a:fillRect/>
                      </a:stretch>
                    </p:blipFill>
                    <p:spPr>
                      <a:xfrm>
                        <a:off x="8275116" y="2835309"/>
                        <a:ext cx="278423" cy="408354"/>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283B5D0A-B4C9-6A69-27C0-B06EE7759492}"/>
              </a:ext>
            </a:extLst>
          </p:cNvPr>
          <p:cNvGraphicFramePr>
            <a:graphicFrameLocks noChangeAspect="1"/>
          </p:cNvGraphicFramePr>
          <p:nvPr>
            <p:extLst>
              <p:ext uri="{D42A27DB-BD31-4B8C-83A1-F6EECF244321}">
                <p14:modId xmlns:p14="http://schemas.microsoft.com/office/powerpoint/2010/main" val="333889065"/>
              </p:ext>
            </p:extLst>
          </p:nvPr>
        </p:nvGraphicFramePr>
        <p:xfrm>
          <a:off x="9978170" y="2918835"/>
          <a:ext cx="296984" cy="241300"/>
        </p:xfrm>
        <a:graphic>
          <a:graphicData uri="http://schemas.openxmlformats.org/presentationml/2006/ole">
            <mc:AlternateContent xmlns:mc="http://schemas.openxmlformats.org/markup-compatibility/2006">
              <mc:Choice xmlns:v="urn:schemas-microsoft-com:vml" Requires="v">
                <p:oleObj name="Equation" r:id="rId17" imgW="151908" imgH="124038" progId="Equation.DSMT4">
                  <p:embed/>
                </p:oleObj>
              </mc:Choice>
              <mc:Fallback>
                <p:oleObj name="Equation" r:id="rId17" imgW="151908" imgH="124038" progId="Equation.DSMT4">
                  <p:embed/>
                  <p:pic>
                    <p:nvPicPr>
                      <p:cNvPr id="0" name=""/>
                      <p:cNvPicPr/>
                      <p:nvPr/>
                    </p:nvPicPr>
                    <p:blipFill>
                      <a:blip r:embed="rId18"/>
                      <a:stretch>
                        <a:fillRect/>
                      </a:stretch>
                    </p:blipFill>
                    <p:spPr>
                      <a:xfrm>
                        <a:off x="9978170" y="2918835"/>
                        <a:ext cx="296984" cy="241300"/>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CCA51ACA-1907-3D21-22A8-95995F5F621D}"/>
              </a:ext>
            </a:extLst>
          </p:cNvPr>
          <p:cNvGraphicFramePr>
            <a:graphicFrameLocks noChangeAspect="1"/>
          </p:cNvGraphicFramePr>
          <p:nvPr>
            <p:extLst>
              <p:ext uri="{D42A27DB-BD31-4B8C-83A1-F6EECF244321}">
                <p14:modId xmlns:p14="http://schemas.microsoft.com/office/powerpoint/2010/main" val="1334502926"/>
              </p:ext>
            </p:extLst>
          </p:nvPr>
        </p:nvGraphicFramePr>
        <p:xfrm>
          <a:off x="3961734" y="3243385"/>
          <a:ext cx="278423" cy="371231"/>
        </p:xfrm>
        <a:graphic>
          <a:graphicData uri="http://schemas.openxmlformats.org/presentationml/2006/ole">
            <mc:AlternateContent xmlns:mc="http://schemas.openxmlformats.org/markup-compatibility/2006">
              <mc:Choice xmlns:v="urn:schemas-microsoft-com:vml" Requires="v">
                <p:oleObj name="Equation" r:id="rId19" imgW="142571" imgH="190744" progId="Equation.DSMT4">
                  <p:embed/>
                </p:oleObj>
              </mc:Choice>
              <mc:Fallback>
                <p:oleObj name="Equation" r:id="rId19" imgW="142571" imgH="190744" progId="Equation.DSMT4">
                  <p:embed/>
                  <p:pic>
                    <p:nvPicPr>
                      <p:cNvPr id="0" name=""/>
                      <p:cNvPicPr/>
                      <p:nvPr/>
                    </p:nvPicPr>
                    <p:blipFill>
                      <a:blip r:embed="rId20"/>
                      <a:stretch>
                        <a:fillRect/>
                      </a:stretch>
                    </p:blipFill>
                    <p:spPr>
                      <a:xfrm>
                        <a:off x="3961734" y="3243385"/>
                        <a:ext cx="278423" cy="371231"/>
                      </a:xfrm>
                      <a:prstGeom prst="rect">
                        <a:avLst/>
                      </a:prstGeom>
                    </p:spPr>
                  </p:pic>
                </p:oleObj>
              </mc:Fallback>
            </mc:AlternateContent>
          </a:graphicData>
        </a:graphic>
      </p:graphicFrame>
    </p:spTree>
    <p:extLst>
      <p:ext uri="{BB962C8B-B14F-4D97-AF65-F5344CB8AC3E}">
        <p14:creationId xmlns:p14="http://schemas.microsoft.com/office/powerpoint/2010/main" val="2858252773"/>
      </p:ext>
    </p:extLst>
  </p:cSld>
  <p:clrMapOvr>
    <a:masterClrMapping/>
  </p:clrMapOvr>
  <p:transition advTm="18857"/>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4.4 </a:t>
            </a:r>
            <a:r>
              <a:rPr lang="zh-CN" altLang="en-US" sz="2800" b="1" dirty="0">
                <a:latin typeface="Times New Roman" pitchFamily="18" charset="0"/>
                <a:ea typeface="华文中宋" pitchFamily="2" charset="-122"/>
              </a:rPr>
              <a:t>机器人动力学建模方法</a:t>
            </a:r>
          </a:p>
        </p:txBody>
      </p:sp>
      <p:sp>
        <p:nvSpPr>
          <p:cNvPr id="12290" name="内容占位符 2"/>
          <p:cNvSpPr>
            <a:spLocks noChangeArrowheads="1"/>
          </p:cNvSpPr>
          <p:nvPr/>
        </p:nvSpPr>
        <p:spPr bwMode="auto">
          <a:xfrm>
            <a:off x="977900" y="1009650"/>
            <a:ext cx="105918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10000"/>
              </a:lnSpc>
              <a:spcBef>
                <a:spcPct val="10000"/>
              </a:spcBef>
              <a:spcAft>
                <a:spcPct val="10000"/>
              </a:spcAft>
            </a:pPr>
            <a:r>
              <a:rPr lang="en-US" altLang="zh-CN" sz="2400" b="1" dirty="0">
                <a:latin typeface="Times New Roman" pitchFamily="18" charset="0"/>
                <a:ea typeface="微软雅黑" pitchFamily="34" charset="-122"/>
              </a:rPr>
              <a:t>4.4.3 </a:t>
            </a:r>
            <a:r>
              <a:rPr lang="zh-CN" altLang="en-US" sz="2400" b="1" dirty="0">
                <a:latin typeface="Times New Roman" pitchFamily="18" charset="0"/>
                <a:ea typeface="微软雅黑" pitchFamily="34" charset="-122"/>
              </a:rPr>
              <a:t>机器人动力学方程的性质</a:t>
            </a: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现在考虑一个由     个连杆组成的机械手，其拉格朗日动力学方程包含一些有助于实现机器人控制的重要性质：反对称性、相关无源性、参数线性化和惯性矩阵的界限。</a:t>
            </a: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r>
              <a:rPr lang="zh-CN" altLang="en-US" sz="2400" b="1" dirty="0">
                <a:solidFill>
                  <a:srgbClr val="FF0000"/>
                </a:solidFill>
                <a:latin typeface="Times New Roman" pitchFamily="18" charset="0"/>
                <a:ea typeface="微软雅黑" pitchFamily="34" charset="-122"/>
              </a:rPr>
              <a:t>性质</a:t>
            </a:r>
            <a:r>
              <a:rPr lang="en-US" altLang="zh-CN" sz="2400" b="1" dirty="0">
                <a:solidFill>
                  <a:srgbClr val="FF0000"/>
                </a:solidFill>
                <a:latin typeface="Times New Roman" pitchFamily="18" charset="0"/>
                <a:ea typeface="微软雅黑" pitchFamily="34" charset="-122"/>
              </a:rPr>
              <a:t>1  </a:t>
            </a:r>
            <a:r>
              <a:rPr lang="zh-CN" altLang="en-US" sz="2400" b="1" dirty="0">
                <a:latin typeface="Times New Roman" pitchFamily="18" charset="0"/>
                <a:ea typeface="微软雅黑" pitchFamily="34" charset="-122"/>
              </a:rPr>
              <a:t>反对称性</a:t>
            </a: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反对称性是指式</a:t>
            </a:r>
            <a:r>
              <a:rPr lang="en-US" altLang="zh-CN" sz="2400" b="1" dirty="0">
                <a:latin typeface="Times New Roman" pitchFamily="18" charset="0"/>
                <a:ea typeface="微软雅黑" pitchFamily="34" charset="-122"/>
              </a:rPr>
              <a:t>(4.8)</a:t>
            </a:r>
            <a:r>
              <a:rPr lang="zh-CN" altLang="en-US" sz="2400" b="1" dirty="0">
                <a:latin typeface="Times New Roman" pitchFamily="18" charset="0"/>
                <a:ea typeface="微软雅黑" pitchFamily="34" charset="-122"/>
              </a:rPr>
              <a:t>中的惯性矩阵       和矩阵        之间的一个重要关系。</a:t>
            </a: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令       表示一个      连杆机器人的惯性矩阵，同时定义        为机器人动力学模型中非线性的耦合力项。那么，矩阵                            是反对称的，即矩阵 </a:t>
            </a:r>
            <a:endParaRPr lang="en-US" altLang="zh-CN" sz="2400" b="1" dirty="0">
              <a:latin typeface="Times New Roman" pitchFamily="18" charset="0"/>
              <a:ea typeface="微软雅黑" pitchFamily="34" charset="-122"/>
            </a:endParaRPr>
          </a:p>
          <a:p>
            <a:pPr>
              <a:lnSpc>
                <a:spcPct val="110000"/>
              </a:lnSpc>
              <a:spcBef>
                <a:spcPct val="10000"/>
              </a:spcBef>
              <a:spcAft>
                <a:spcPct val="10000"/>
              </a:spcAft>
            </a:pPr>
            <a:r>
              <a:rPr lang="zh-CN" altLang="en-US" sz="2400" b="1" dirty="0">
                <a:latin typeface="Times New Roman" pitchFamily="18" charset="0"/>
                <a:ea typeface="微软雅黑" pitchFamily="34" charset="-122"/>
              </a:rPr>
              <a:t>        中的元素     满足               。</a:t>
            </a: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p:txBody>
      </p:sp>
      <p:sp>
        <p:nvSpPr>
          <p:cNvPr id="2" name="Rectangle 2">
            <a:extLst>
              <a:ext uri="{FF2B5EF4-FFF2-40B4-BE49-F238E27FC236}">
                <a16:creationId xmlns:a16="http://schemas.microsoft.com/office/drawing/2014/main" id="{05D0BA8F-52A5-C8D0-CAB4-B4070DAE615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4">
            <a:extLst>
              <a:ext uri="{FF2B5EF4-FFF2-40B4-BE49-F238E27FC236}">
                <a16:creationId xmlns:a16="http://schemas.microsoft.com/office/drawing/2014/main" id="{2E8D1518-A6A2-5B86-4105-17A4FD0199F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id="{D6DC6AF4-4071-6769-DF3D-24C8A7F0E33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2">
            <a:extLst>
              <a:ext uri="{FF2B5EF4-FFF2-40B4-BE49-F238E27FC236}">
                <a16:creationId xmlns:a16="http://schemas.microsoft.com/office/drawing/2014/main" id="{8106722E-A8AF-B46A-2FD7-14F069A9781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Rectangle 4">
            <a:extLst>
              <a:ext uri="{FF2B5EF4-FFF2-40B4-BE49-F238E27FC236}">
                <a16:creationId xmlns:a16="http://schemas.microsoft.com/office/drawing/2014/main" id="{7CB91B8C-92E2-4AF0-458B-675043DFEFF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7" name="Rectangle 6">
            <a:extLst>
              <a:ext uri="{FF2B5EF4-FFF2-40B4-BE49-F238E27FC236}">
                <a16:creationId xmlns:a16="http://schemas.microsoft.com/office/drawing/2014/main" id="{EF77BD10-6485-2ED5-54CD-0A09F6FEADB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a:extLst>
              <a:ext uri="{FF2B5EF4-FFF2-40B4-BE49-F238E27FC236}">
                <a16:creationId xmlns:a16="http://schemas.microsoft.com/office/drawing/2014/main" id="{D4F3D7C3-063F-0BDC-72C4-7810F64E24DD}"/>
              </a:ext>
            </a:extLst>
          </p:cNvPr>
          <p:cNvGraphicFramePr>
            <a:graphicFrameLocks noChangeAspect="1"/>
          </p:cNvGraphicFramePr>
          <p:nvPr>
            <p:extLst>
              <p:ext uri="{D42A27DB-BD31-4B8C-83A1-F6EECF244321}">
                <p14:modId xmlns:p14="http://schemas.microsoft.com/office/powerpoint/2010/main" val="20518937"/>
              </p:ext>
            </p:extLst>
          </p:nvPr>
        </p:nvGraphicFramePr>
        <p:xfrm>
          <a:off x="3992294" y="1610677"/>
          <a:ext cx="245012" cy="265430"/>
        </p:xfrm>
        <a:graphic>
          <a:graphicData uri="http://schemas.openxmlformats.org/presentationml/2006/ole">
            <mc:AlternateContent xmlns:mc="http://schemas.openxmlformats.org/markup-compatibility/2006">
              <mc:Choice xmlns:v="urn:schemas-microsoft-com:vml" Requires="v">
                <p:oleObj name="Equation" r:id="rId3" imgW="114200" imgH="124038" progId="Equation.DSMT4">
                  <p:embed/>
                </p:oleObj>
              </mc:Choice>
              <mc:Fallback>
                <p:oleObj name="Equation" r:id="rId3" imgW="114200" imgH="124038" progId="Equation.DSMT4">
                  <p:embed/>
                  <p:pic>
                    <p:nvPicPr>
                      <p:cNvPr id="0" name=""/>
                      <p:cNvPicPr/>
                      <p:nvPr/>
                    </p:nvPicPr>
                    <p:blipFill>
                      <a:blip r:embed="rId4"/>
                      <a:stretch>
                        <a:fillRect/>
                      </a:stretch>
                    </p:blipFill>
                    <p:spPr>
                      <a:xfrm>
                        <a:off x="3992294" y="1610677"/>
                        <a:ext cx="245012" cy="265430"/>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B96B6DB1-9390-6009-AC89-FAAFAA4A1140}"/>
              </a:ext>
            </a:extLst>
          </p:cNvPr>
          <p:cNvGraphicFramePr>
            <a:graphicFrameLocks noChangeAspect="1"/>
          </p:cNvGraphicFramePr>
          <p:nvPr>
            <p:extLst>
              <p:ext uri="{D42A27DB-BD31-4B8C-83A1-F6EECF244321}">
                <p14:modId xmlns:p14="http://schemas.microsoft.com/office/powerpoint/2010/main" val="1166280874"/>
              </p:ext>
            </p:extLst>
          </p:nvPr>
        </p:nvGraphicFramePr>
        <p:xfrm>
          <a:off x="6333393" y="3370849"/>
          <a:ext cx="565026" cy="306803"/>
        </p:xfrm>
        <a:graphic>
          <a:graphicData uri="http://schemas.openxmlformats.org/presentationml/2006/ole">
            <mc:AlternateContent xmlns:mc="http://schemas.openxmlformats.org/markup-compatibility/2006">
              <mc:Choice xmlns:v="urn:schemas-microsoft-com:vml" Requires="v">
                <p:oleObj name="Equation" r:id="rId5" imgW="351579" imgH="190744" progId="Equation.DSMT4">
                  <p:embed/>
                </p:oleObj>
              </mc:Choice>
              <mc:Fallback>
                <p:oleObj name="Equation" r:id="rId5" imgW="351579" imgH="190744" progId="Equation.DSMT4">
                  <p:embed/>
                  <p:pic>
                    <p:nvPicPr>
                      <p:cNvPr id="0" name=""/>
                      <p:cNvPicPr/>
                      <p:nvPr/>
                    </p:nvPicPr>
                    <p:blipFill>
                      <a:blip r:embed="rId6"/>
                      <a:stretch>
                        <a:fillRect/>
                      </a:stretch>
                    </p:blipFill>
                    <p:spPr>
                      <a:xfrm>
                        <a:off x="6333393" y="3370849"/>
                        <a:ext cx="565026" cy="306803"/>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9C29A817-588E-1750-057F-E904E97C0466}"/>
              </a:ext>
            </a:extLst>
          </p:cNvPr>
          <p:cNvGraphicFramePr>
            <a:graphicFrameLocks noChangeAspect="1"/>
          </p:cNvGraphicFramePr>
          <p:nvPr>
            <p:extLst>
              <p:ext uri="{D42A27DB-BD31-4B8C-83A1-F6EECF244321}">
                <p14:modId xmlns:p14="http://schemas.microsoft.com/office/powerpoint/2010/main" val="2169093183"/>
              </p:ext>
            </p:extLst>
          </p:nvPr>
        </p:nvGraphicFramePr>
        <p:xfrm>
          <a:off x="7778302" y="3345449"/>
          <a:ext cx="672408" cy="306803"/>
        </p:xfrm>
        <a:graphic>
          <a:graphicData uri="http://schemas.openxmlformats.org/presentationml/2006/ole">
            <mc:AlternateContent xmlns:mc="http://schemas.openxmlformats.org/markup-compatibility/2006">
              <mc:Choice xmlns:v="urn:schemas-microsoft-com:vml" Requires="v">
                <p:oleObj name="Equation" r:id="rId7" imgW="418017" imgH="190744" progId="Equation.DSMT4">
                  <p:embed/>
                </p:oleObj>
              </mc:Choice>
              <mc:Fallback>
                <p:oleObj name="Equation" r:id="rId7" imgW="418017" imgH="190744" progId="Equation.DSMT4">
                  <p:embed/>
                  <p:pic>
                    <p:nvPicPr>
                      <p:cNvPr id="0" name=""/>
                      <p:cNvPicPr/>
                      <p:nvPr/>
                    </p:nvPicPr>
                    <p:blipFill>
                      <a:blip r:embed="rId8"/>
                      <a:stretch>
                        <a:fillRect/>
                      </a:stretch>
                    </p:blipFill>
                    <p:spPr>
                      <a:xfrm>
                        <a:off x="7778302" y="3345449"/>
                        <a:ext cx="672408" cy="306803"/>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FEFC4195-EDF5-E05D-439A-DC2EFE7B7968}"/>
              </a:ext>
            </a:extLst>
          </p:cNvPr>
          <p:cNvGraphicFramePr>
            <a:graphicFrameLocks noChangeAspect="1"/>
          </p:cNvGraphicFramePr>
          <p:nvPr>
            <p:extLst>
              <p:ext uri="{D42A27DB-BD31-4B8C-83A1-F6EECF244321}">
                <p14:modId xmlns:p14="http://schemas.microsoft.com/office/powerpoint/2010/main" val="519624368"/>
              </p:ext>
            </p:extLst>
          </p:nvPr>
        </p:nvGraphicFramePr>
        <p:xfrm>
          <a:off x="2101118" y="3807412"/>
          <a:ext cx="565026" cy="306803"/>
        </p:xfrm>
        <a:graphic>
          <a:graphicData uri="http://schemas.openxmlformats.org/presentationml/2006/ole">
            <mc:AlternateContent xmlns:mc="http://schemas.openxmlformats.org/markup-compatibility/2006">
              <mc:Choice xmlns:v="urn:schemas-microsoft-com:vml" Requires="v">
                <p:oleObj name="Equation" r:id="rId9" imgW="351579" imgH="190744" progId="Equation.DSMT4">
                  <p:embed/>
                </p:oleObj>
              </mc:Choice>
              <mc:Fallback>
                <p:oleObj name="Equation" r:id="rId9" imgW="351579" imgH="190744" progId="Equation.DSMT4">
                  <p:embed/>
                  <p:pic>
                    <p:nvPicPr>
                      <p:cNvPr id="0" name=""/>
                      <p:cNvPicPr/>
                      <p:nvPr/>
                    </p:nvPicPr>
                    <p:blipFill>
                      <a:blip r:embed="rId10"/>
                      <a:stretch>
                        <a:fillRect/>
                      </a:stretch>
                    </p:blipFill>
                    <p:spPr>
                      <a:xfrm>
                        <a:off x="2101118" y="3807412"/>
                        <a:ext cx="565026" cy="306803"/>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C1432798-1BBB-96A6-CE6D-9385D164CB9D}"/>
              </a:ext>
            </a:extLst>
          </p:cNvPr>
          <p:cNvGraphicFramePr>
            <a:graphicFrameLocks noChangeAspect="1"/>
          </p:cNvGraphicFramePr>
          <p:nvPr>
            <p:extLst>
              <p:ext uri="{D42A27DB-BD31-4B8C-83A1-F6EECF244321}">
                <p14:modId xmlns:p14="http://schemas.microsoft.com/office/powerpoint/2010/main" val="3684109476"/>
              </p:ext>
            </p:extLst>
          </p:nvPr>
        </p:nvGraphicFramePr>
        <p:xfrm>
          <a:off x="6038850" y="3365500"/>
          <a:ext cx="114300" cy="123825"/>
        </p:xfrm>
        <a:graphic>
          <a:graphicData uri="http://schemas.openxmlformats.org/presentationml/2006/ole">
            <mc:AlternateContent xmlns:mc="http://schemas.openxmlformats.org/markup-compatibility/2006">
              <mc:Choice xmlns:v="urn:schemas-microsoft-com:vml" Requires="v">
                <p:oleObj name="Equation" r:id="rId11" imgW="114200" imgH="124038" progId="Equation.DSMT4">
                  <p:embed/>
                </p:oleObj>
              </mc:Choice>
              <mc:Fallback>
                <p:oleObj name="Equation" r:id="rId11" imgW="114200" imgH="124038" progId="Equation.DSMT4">
                  <p:embed/>
                  <p:pic>
                    <p:nvPicPr>
                      <p:cNvPr id="0" name=""/>
                      <p:cNvPicPr/>
                      <p:nvPr/>
                    </p:nvPicPr>
                    <p:blipFill>
                      <a:blip r:embed="rId12"/>
                      <a:stretch>
                        <a:fillRect/>
                      </a:stretch>
                    </p:blipFill>
                    <p:spPr>
                      <a:xfrm>
                        <a:off x="6038850" y="3365500"/>
                        <a:ext cx="114300" cy="123825"/>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E4AC0EE2-9616-818F-F821-FFB66E752FB8}"/>
              </a:ext>
            </a:extLst>
          </p:cNvPr>
          <p:cNvGraphicFramePr>
            <a:graphicFrameLocks noChangeAspect="1"/>
          </p:cNvGraphicFramePr>
          <p:nvPr>
            <p:extLst>
              <p:ext uri="{D42A27DB-BD31-4B8C-83A1-F6EECF244321}">
                <p14:modId xmlns:p14="http://schemas.microsoft.com/office/powerpoint/2010/main" val="273108657"/>
              </p:ext>
            </p:extLst>
          </p:nvPr>
        </p:nvGraphicFramePr>
        <p:xfrm>
          <a:off x="6038850" y="3365500"/>
          <a:ext cx="114300" cy="123825"/>
        </p:xfrm>
        <a:graphic>
          <a:graphicData uri="http://schemas.openxmlformats.org/presentationml/2006/ole">
            <mc:AlternateContent xmlns:mc="http://schemas.openxmlformats.org/markup-compatibility/2006">
              <mc:Choice xmlns:v="urn:schemas-microsoft-com:vml" Requires="v">
                <p:oleObj name="Equation" r:id="rId13" imgW="114200" imgH="124038" progId="Equation.DSMT4">
                  <p:embed/>
                </p:oleObj>
              </mc:Choice>
              <mc:Fallback>
                <p:oleObj name="Equation" r:id="rId13" imgW="114200" imgH="124038" progId="Equation.DSMT4">
                  <p:embed/>
                  <p:pic>
                    <p:nvPicPr>
                      <p:cNvPr id="0" name=""/>
                      <p:cNvPicPr/>
                      <p:nvPr/>
                    </p:nvPicPr>
                    <p:blipFill>
                      <a:blip r:embed="rId12"/>
                      <a:stretch>
                        <a:fillRect/>
                      </a:stretch>
                    </p:blipFill>
                    <p:spPr>
                      <a:xfrm>
                        <a:off x="6038850" y="3365500"/>
                        <a:ext cx="114300" cy="123825"/>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7F67784D-22EA-43FD-7471-26C6A063F67D}"/>
              </a:ext>
            </a:extLst>
          </p:cNvPr>
          <p:cNvGraphicFramePr>
            <a:graphicFrameLocks noChangeAspect="1"/>
          </p:cNvGraphicFramePr>
          <p:nvPr>
            <p:extLst>
              <p:ext uri="{D42A27DB-BD31-4B8C-83A1-F6EECF244321}">
                <p14:modId xmlns:p14="http://schemas.microsoft.com/office/powerpoint/2010/main" val="1806732681"/>
              </p:ext>
            </p:extLst>
          </p:nvPr>
        </p:nvGraphicFramePr>
        <p:xfrm>
          <a:off x="3973244" y="3859213"/>
          <a:ext cx="244475" cy="265113"/>
        </p:xfrm>
        <a:graphic>
          <a:graphicData uri="http://schemas.openxmlformats.org/presentationml/2006/ole">
            <mc:AlternateContent xmlns:mc="http://schemas.openxmlformats.org/markup-compatibility/2006">
              <mc:Choice xmlns:v="urn:schemas-microsoft-com:vml" Requires="v">
                <p:oleObj name="Equation" r:id="rId14" imgW="244098" imgH="265330" progId="Equation.DSMT4">
                  <p:embed/>
                </p:oleObj>
              </mc:Choice>
              <mc:Fallback>
                <p:oleObj name="Equation" r:id="rId14" imgW="244098" imgH="265330" progId="Equation.DSMT4">
                  <p:embed/>
                  <p:pic>
                    <p:nvPicPr>
                      <p:cNvPr id="0" name=""/>
                      <p:cNvPicPr/>
                      <p:nvPr/>
                    </p:nvPicPr>
                    <p:blipFill>
                      <a:blip r:embed="rId15"/>
                      <a:stretch>
                        <a:fillRect/>
                      </a:stretch>
                    </p:blipFill>
                    <p:spPr>
                      <a:xfrm>
                        <a:off x="3973244" y="3859213"/>
                        <a:ext cx="244475" cy="265113"/>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F400FED7-E70D-9CBA-2CB4-AF40ADB8F939}"/>
              </a:ext>
            </a:extLst>
          </p:cNvPr>
          <p:cNvGraphicFramePr>
            <a:graphicFrameLocks noChangeAspect="1"/>
          </p:cNvGraphicFramePr>
          <p:nvPr>
            <p:extLst>
              <p:ext uri="{D42A27DB-BD31-4B8C-83A1-F6EECF244321}">
                <p14:modId xmlns:p14="http://schemas.microsoft.com/office/powerpoint/2010/main" val="1702842731"/>
              </p:ext>
            </p:extLst>
          </p:nvPr>
        </p:nvGraphicFramePr>
        <p:xfrm>
          <a:off x="8845102" y="3807412"/>
          <a:ext cx="672408" cy="306803"/>
        </p:xfrm>
        <a:graphic>
          <a:graphicData uri="http://schemas.openxmlformats.org/presentationml/2006/ole">
            <mc:AlternateContent xmlns:mc="http://schemas.openxmlformats.org/markup-compatibility/2006">
              <mc:Choice xmlns:v="urn:schemas-microsoft-com:vml" Requires="v">
                <p:oleObj name="Equation" r:id="rId16" imgW="418017" imgH="190744" progId="Equation.DSMT4">
                  <p:embed/>
                </p:oleObj>
              </mc:Choice>
              <mc:Fallback>
                <p:oleObj name="Equation" r:id="rId16" imgW="418017" imgH="190744" progId="Equation.DSMT4">
                  <p:embed/>
                  <p:pic>
                    <p:nvPicPr>
                      <p:cNvPr id="0" name=""/>
                      <p:cNvPicPr/>
                      <p:nvPr/>
                    </p:nvPicPr>
                    <p:blipFill>
                      <a:blip r:embed="rId17"/>
                      <a:stretch>
                        <a:fillRect/>
                      </a:stretch>
                    </p:blipFill>
                    <p:spPr>
                      <a:xfrm>
                        <a:off x="8845102" y="3807412"/>
                        <a:ext cx="672408" cy="306803"/>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0F56936D-4DDE-3ACE-1203-1A0329C9E1F0}"/>
              </a:ext>
            </a:extLst>
          </p:cNvPr>
          <p:cNvGraphicFramePr>
            <a:graphicFrameLocks noChangeAspect="1"/>
          </p:cNvGraphicFramePr>
          <p:nvPr>
            <p:extLst>
              <p:ext uri="{D42A27DB-BD31-4B8C-83A1-F6EECF244321}">
                <p14:modId xmlns:p14="http://schemas.microsoft.com/office/powerpoint/2010/main" val="1639611025"/>
              </p:ext>
            </p:extLst>
          </p:nvPr>
        </p:nvGraphicFramePr>
        <p:xfrm>
          <a:off x="6563193" y="4219538"/>
          <a:ext cx="2115077" cy="320748"/>
        </p:xfrm>
        <a:graphic>
          <a:graphicData uri="http://schemas.openxmlformats.org/presentationml/2006/ole">
            <mc:AlternateContent xmlns:mc="http://schemas.openxmlformats.org/markup-compatibility/2006">
              <mc:Choice xmlns:v="urn:schemas-microsoft-com:vml" Requires="v">
                <p:oleObj name="Equation" r:id="rId18" imgW="1444384" imgH="219590" progId="Equation.DSMT4">
                  <p:embed/>
                </p:oleObj>
              </mc:Choice>
              <mc:Fallback>
                <p:oleObj name="Equation" r:id="rId18" imgW="1444384" imgH="219590" progId="Equation.DSMT4">
                  <p:embed/>
                  <p:pic>
                    <p:nvPicPr>
                      <p:cNvPr id="0" name=""/>
                      <p:cNvPicPr/>
                      <p:nvPr/>
                    </p:nvPicPr>
                    <p:blipFill>
                      <a:blip r:embed="rId19"/>
                      <a:stretch>
                        <a:fillRect/>
                      </a:stretch>
                    </p:blipFill>
                    <p:spPr>
                      <a:xfrm>
                        <a:off x="6563193" y="4219538"/>
                        <a:ext cx="2115077" cy="320748"/>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194FC74D-7D64-36B1-3DEE-7E999C77576E}"/>
              </a:ext>
            </a:extLst>
          </p:cNvPr>
          <p:cNvGraphicFramePr>
            <a:graphicFrameLocks noChangeAspect="1"/>
          </p:cNvGraphicFramePr>
          <p:nvPr>
            <p:extLst>
              <p:ext uri="{D42A27DB-BD31-4B8C-83A1-F6EECF244321}">
                <p14:modId xmlns:p14="http://schemas.microsoft.com/office/powerpoint/2010/main" val="225127385"/>
              </p:ext>
            </p:extLst>
          </p:nvPr>
        </p:nvGraphicFramePr>
        <p:xfrm>
          <a:off x="1309077" y="4698146"/>
          <a:ext cx="315547" cy="296984"/>
        </p:xfrm>
        <a:graphic>
          <a:graphicData uri="http://schemas.openxmlformats.org/presentationml/2006/ole">
            <mc:AlternateContent xmlns:mc="http://schemas.openxmlformats.org/markup-compatibility/2006">
              <mc:Choice xmlns:v="urn:schemas-microsoft-com:vml" Requires="v">
                <p:oleObj name="Equation" r:id="rId20" imgW="161604" imgH="152523" progId="Equation.DSMT4">
                  <p:embed/>
                </p:oleObj>
              </mc:Choice>
              <mc:Fallback>
                <p:oleObj name="Equation" r:id="rId20" imgW="161604" imgH="152523" progId="Equation.DSMT4">
                  <p:embed/>
                  <p:pic>
                    <p:nvPicPr>
                      <p:cNvPr id="0" name=""/>
                      <p:cNvPicPr/>
                      <p:nvPr/>
                    </p:nvPicPr>
                    <p:blipFill>
                      <a:blip r:embed="rId21"/>
                      <a:stretch>
                        <a:fillRect/>
                      </a:stretch>
                    </p:blipFill>
                    <p:spPr>
                      <a:xfrm>
                        <a:off x="1309077" y="4698146"/>
                        <a:ext cx="315547" cy="296984"/>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EA50BE60-609D-6FC0-B327-37B8352574A4}"/>
              </a:ext>
            </a:extLst>
          </p:cNvPr>
          <p:cNvGraphicFramePr>
            <a:graphicFrameLocks noChangeAspect="1"/>
          </p:cNvGraphicFramePr>
          <p:nvPr>
            <p:extLst>
              <p:ext uri="{D42A27DB-BD31-4B8C-83A1-F6EECF244321}">
                <p14:modId xmlns:p14="http://schemas.microsoft.com/office/powerpoint/2010/main" val="1266514956"/>
              </p:ext>
            </p:extLst>
          </p:nvPr>
        </p:nvGraphicFramePr>
        <p:xfrm>
          <a:off x="2938585" y="4623900"/>
          <a:ext cx="371231" cy="445477"/>
        </p:xfrm>
        <a:graphic>
          <a:graphicData uri="http://schemas.openxmlformats.org/presentationml/2006/ole">
            <mc:AlternateContent xmlns:mc="http://schemas.openxmlformats.org/markup-compatibility/2006">
              <mc:Choice xmlns:v="urn:schemas-microsoft-com:vml" Requires="v">
                <p:oleObj name="Equation" r:id="rId22" imgW="189975" imgH="228965" progId="Equation.DSMT4">
                  <p:embed/>
                </p:oleObj>
              </mc:Choice>
              <mc:Fallback>
                <p:oleObj name="Equation" r:id="rId22" imgW="189975" imgH="228965" progId="Equation.DSMT4">
                  <p:embed/>
                  <p:pic>
                    <p:nvPicPr>
                      <p:cNvPr id="0" name=""/>
                      <p:cNvPicPr/>
                      <p:nvPr/>
                    </p:nvPicPr>
                    <p:blipFill>
                      <a:blip r:embed="rId23"/>
                      <a:stretch>
                        <a:fillRect/>
                      </a:stretch>
                    </p:blipFill>
                    <p:spPr>
                      <a:xfrm>
                        <a:off x="2938585" y="4623900"/>
                        <a:ext cx="371231" cy="445477"/>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081BE38D-DA74-771E-8BDC-FF1DB51A13D9}"/>
              </a:ext>
            </a:extLst>
          </p:cNvPr>
          <p:cNvGraphicFramePr>
            <a:graphicFrameLocks noChangeAspect="1"/>
          </p:cNvGraphicFramePr>
          <p:nvPr>
            <p:extLst>
              <p:ext uri="{D42A27DB-BD31-4B8C-83A1-F6EECF244321}">
                <p14:modId xmlns:p14="http://schemas.microsoft.com/office/powerpoint/2010/main" val="1835279095"/>
              </p:ext>
            </p:extLst>
          </p:nvPr>
        </p:nvGraphicFramePr>
        <p:xfrm>
          <a:off x="3999568" y="4623900"/>
          <a:ext cx="1054913" cy="445477"/>
        </p:xfrm>
        <a:graphic>
          <a:graphicData uri="http://schemas.openxmlformats.org/presentationml/2006/ole">
            <mc:AlternateContent xmlns:mc="http://schemas.openxmlformats.org/markup-compatibility/2006">
              <mc:Choice xmlns:v="urn:schemas-microsoft-com:vml" Requires="v">
                <p:oleObj name="Equation" r:id="rId24" imgW="541554" imgH="228965" progId="Equation.DSMT4">
                  <p:embed/>
                </p:oleObj>
              </mc:Choice>
              <mc:Fallback>
                <p:oleObj name="Equation" r:id="rId24" imgW="541554" imgH="228965" progId="Equation.DSMT4">
                  <p:embed/>
                  <p:pic>
                    <p:nvPicPr>
                      <p:cNvPr id="0" name=""/>
                      <p:cNvPicPr/>
                      <p:nvPr/>
                    </p:nvPicPr>
                    <p:blipFill>
                      <a:blip r:embed="rId25"/>
                      <a:stretch>
                        <a:fillRect/>
                      </a:stretch>
                    </p:blipFill>
                    <p:spPr>
                      <a:xfrm>
                        <a:off x="3999568" y="4623900"/>
                        <a:ext cx="1054913" cy="445477"/>
                      </a:xfrm>
                      <a:prstGeom prst="rect">
                        <a:avLst/>
                      </a:prstGeom>
                    </p:spPr>
                  </p:pic>
                </p:oleObj>
              </mc:Fallback>
            </mc:AlternateContent>
          </a:graphicData>
        </a:graphic>
      </p:graphicFrame>
    </p:spTree>
    <p:extLst>
      <p:ext uri="{BB962C8B-B14F-4D97-AF65-F5344CB8AC3E}">
        <p14:creationId xmlns:p14="http://schemas.microsoft.com/office/powerpoint/2010/main" val="2524013624"/>
      </p:ext>
    </p:extLst>
  </p:cSld>
  <p:clrMapOvr>
    <a:masterClrMapping/>
  </p:clrMapOvr>
  <p:transition advTm="18857"/>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4.4 </a:t>
            </a:r>
            <a:r>
              <a:rPr lang="zh-CN" altLang="en-US" sz="2800" b="1" dirty="0">
                <a:latin typeface="Times New Roman" pitchFamily="18" charset="0"/>
                <a:ea typeface="华文中宋" pitchFamily="2" charset="-122"/>
              </a:rPr>
              <a:t>机器人动力学建模方法</a:t>
            </a:r>
          </a:p>
        </p:txBody>
      </p:sp>
      <p:sp>
        <p:nvSpPr>
          <p:cNvPr id="12290" name="内容占位符 2"/>
          <p:cNvSpPr>
            <a:spLocks noChangeArrowheads="1"/>
          </p:cNvSpPr>
          <p:nvPr/>
        </p:nvSpPr>
        <p:spPr bwMode="auto">
          <a:xfrm>
            <a:off x="977900" y="1009650"/>
            <a:ext cx="105918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10000"/>
              </a:lnSpc>
              <a:spcBef>
                <a:spcPct val="10000"/>
              </a:spcBef>
              <a:spcAft>
                <a:spcPct val="10000"/>
              </a:spcAft>
            </a:pPr>
            <a:r>
              <a:rPr lang="zh-CN" altLang="en-US" sz="2400" b="1" dirty="0">
                <a:solidFill>
                  <a:srgbClr val="FF0000"/>
                </a:solidFill>
                <a:latin typeface="Times New Roman" pitchFamily="18" charset="0"/>
                <a:ea typeface="微软雅黑" pitchFamily="34" charset="-122"/>
              </a:rPr>
              <a:t>性质</a:t>
            </a:r>
            <a:r>
              <a:rPr lang="en-US" altLang="zh-CN" sz="2400" b="1" dirty="0">
                <a:solidFill>
                  <a:srgbClr val="FF0000"/>
                </a:solidFill>
                <a:latin typeface="Times New Roman" pitchFamily="18" charset="0"/>
                <a:ea typeface="微软雅黑" pitchFamily="34" charset="-122"/>
              </a:rPr>
              <a:t>2  </a:t>
            </a:r>
            <a:r>
              <a:rPr lang="zh-CN" altLang="en-US" sz="2400" b="1" dirty="0">
                <a:latin typeface="Times New Roman" pitchFamily="18" charset="0"/>
                <a:ea typeface="微软雅黑" pitchFamily="34" charset="-122"/>
              </a:rPr>
              <a:t>无源性</a:t>
            </a: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与反对称性相关的是无源性，它是指存在一个常数           ，使得</a:t>
            </a: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	    	</a:t>
            </a:r>
            <a:r>
              <a:rPr lang="en-US" altLang="zh-CN" sz="2400" b="1" dirty="0">
                <a:latin typeface="Times New Roman" pitchFamily="18" charset="0"/>
                <a:ea typeface="微软雅黑" pitchFamily="34" charset="-122"/>
              </a:rPr>
              <a:t> </a:t>
            </a: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表达式                          表示系统在时间间隔          内所产生的能量。无源性意味着系统所消耗的能量具有由      给出的下界。</a:t>
            </a: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性质</a:t>
            </a:r>
            <a:r>
              <a:rPr lang="en-US" altLang="zh-CN" sz="2400" b="1" dirty="0">
                <a:latin typeface="Times New Roman" pitchFamily="18" charset="0"/>
                <a:ea typeface="微软雅黑" pitchFamily="34" charset="-122"/>
              </a:rPr>
              <a:t>3  </a:t>
            </a:r>
            <a:r>
              <a:rPr lang="zh-CN" altLang="en-US" sz="2400" b="1" dirty="0">
                <a:latin typeface="Times New Roman" pitchFamily="18" charset="0"/>
                <a:ea typeface="微软雅黑" pitchFamily="34" charset="-122"/>
              </a:rPr>
              <a:t>参数线性化</a:t>
            </a: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机器人的动力学方程是通过连杆质量、惯性矩等参数进行定义的，每个特定的机器人必须确定这些参数，以便实现仿真和控制机器人实现期望的运动控制。动力学方程的复杂性使得确定这些参数成为一个难以完成的任务。</a:t>
            </a: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然而，这些动力学方程的惯性参数可以认为是线性的，即存在          的函数            ，以及    </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维向量      ，使得拉格朗日动力学方程可写为</a:t>
            </a: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	 	</a:t>
            </a:r>
            <a:r>
              <a:rPr lang="en-US" altLang="zh-CN" sz="2400" b="1" dirty="0">
                <a:latin typeface="Times New Roman" pitchFamily="18" charset="0"/>
                <a:ea typeface="微软雅黑" pitchFamily="34" charset="-122"/>
              </a:rPr>
              <a:t> </a:t>
            </a:r>
          </a:p>
          <a:p>
            <a:pPr indent="720000">
              <a:lnSpc>
                <a:spcPct val="11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2" name="Rectangle 2">
            <a:extLst>
              <a:ext uri="{FF2B5EF4-FFF2-40B4-BE49-F238E27FC236}">
                <a16:creationId xmlns:a16="http://schemas.microsoft.com/office/drawing/2014/main" id="{05D0BA8F-52A5-C8D0-CAB4-B4070DAE615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4">
            <a:extLst>
              <a:ext uri="{FF2B5EF4-FFF2-40B4-BE49-F238E27FC236}">
                <a16:creationId xmlns:a16="http://schemas.microsoft.com/office/drawing/2014/main" id="{2E8D1518-A6A2-5B86-4105-17A4FD0199F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id="{D6DC6AF4-4071-6769-DF3D-24C8A7F0E33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2">
            <a:extLst>
              <a:ext uri="{FF2B5EF4-FFF2-40B4-BE49-F238E27FC236}">
                <a16:creationId xmlns:a16="http://schemas.microsoft.com/office/drawing/2014/main" id="{8106722E-A8AF-B46A-2FD7-14F069A9781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Rectangle 4">
            <a:extLst>
              <a:ext uri="{FF2B5EF4-FFF2-40B4-BE49-F238E27FC236}">
                <a16:creationId xmlns:a16="http://schemas.microsoft.com/office/drawing/2014/main" id="{7CB91B8C-92E2-4AF0-458B-675043DFEFF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7" name="Rectangle 6">
            <a:extLst>
              <a:ext uri="{FF2B5EF4-FFF2-40B4-BE49-F238E27FC236}">
                <a16:creationId xmlns:a16="http://schemas.microsoft.com/office/drawing/2014/main" id="{EF77BD10-6485-2ED5-54CD-0A09F6FEADB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a:extLst>
              <a:ext uri="{FF2B5EF4-FFF2-40B4-BE49-F238E27FC236}">
                <a16:creationId xmlns:a16="http://schemas.microsoft.com/office/drawing/2014/main" id="{EA5F2C63-F9DC-E6CB-53C0-5080DA4636B2}"/>
              </a:ext>
            </a:extLst>
          </p:cNvPr>
          <p:cNvGraphicFramePr>
            <a:graphicFrameLocks noChangeAspect="1"/>
          </p:cNvGraphicFramePr>
          <p:nvPr>
            <p:extLst>
              <p:ext uri="{D42A27DB-BD31-4B8C-83A1-F6EECF244321}">
                <p14:modId xmlns:p14="http://schemas.microsoft.com/office/powerpoint/2010/main" val="4098778500"/>
              </p:ext>
            </p:extLst>
          </p:nvPr>
        </p:nvGraphicFramePr>
        <p:xfrm>
          <a:off x="4058872" y="6110410"/>
          <a:ext cx="4074255" cy="371231"/>
        </p:xfrm>
        <a:graphic>
          <a:graphicData uri="http://schemas.openxmlformats.org/presentationml/2006/ole">
            <mc:AlternateContent xmlns:mc="http://schemas.openxmlformats.org/markup-compatibility/2006">
              <mc:Choice xmlns:v="urn:schemas-microsoft-com:vml" Requires="v">
                <p:oleObj name="Equation" r:id="rId3" imgW="2090442" imgH="190744" progId="Equation.DSMT4">
                  <p:embed/>
                </p:oleObj>
              </mc:Choice>
              <mc:Fallback>
                <p:oleObj name="Equation" r:id="rId3" imgW="2090442" imgH="190744" progId="Equation.DSMT4">
                  <p:embed/>
                  <p:pic>
                    <p:nvPicPr>
                      <p:cNvPr id="0" name=""/>
                      <p:cNvPicPr/>
                      <p:nvPr/>
                    </p:nvPicPr>
                    <p:blipFill>
                      <a:blip r:embed="rId4"/>
                      <a:stretch>
                        <a:fillRect/>
                      </a:stretch>
                    </p:blipFill>
                    <p:spPr>
                      <a:xfrm>
                        <a:off x="4058872" y="6110410"/>
                        <a:ext cx="4074255" cy="371231"/>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CD5DE734-D95B-F7E9-9FA0-C24FD5A4C143}"/>
              </a:ext>
            </a:extLst>
          </p:cNvPr>
          <p:cNvGraphicFramePr>
            <a:graphicFrameLocks noChangeAspect="1"/>
          </p:cNvGraphicFramePr>
          <p:nvPr>
            <p:extLst>
              <p:ext uri="{D42A27DB-BD31-4B8C-83A1-F6EECF244321}">
                <p14:modId xmlns:p14="http://schemas.microsoft.com/office/powerpoint/2010/main" val="1784436019"/>
              </p:ext>
            </p:extLst>
          </p:nvPr>
        </p:nvGraphicFramePr>
        <p:xfrm>
          <a:off x="4585372" y="5594715"/>
          <a:ext cx="296984" cy="315547"/>
        </p:xfrm>
        <a:graphic>
          <a:graphicData uri="http://schemas.openxmlformats.org/presentationml/2006/ole">
            <mc:AlternateContent xmlns:mc="http://schemas.openxmlformats.org/markup-compatibility/2006">
              <mc:Choice xmlns:v="urn:schemas-microsoft-com:vml" Requires="v">
                <p:oleObj name="Equation" r:id="rId5" imgW="151908" imgH="162258" progId="Equation.DSMT4">
                  <p:embed/>
                </p:oleObj>
              </mc:Choice>
              <mc:Fallback>
                <p:oleObj name="Equation" r:id="rId5" imgW="151908" imgH="162258" progId="Equation.DSMT4">
                  <p:embed/>
                  <p:pic>
                    <p:nvPicPr>
                      <p:cNvPr id="0" name=""/>
                      <p:cNvPicPr/>
                      <p:nvPr/>
                    </p:nvPicPr>
                    <p:blipFill>
                      <a:blip r:embed="rId6"/>
                      <a:stretch>
                        <a:fillRect/>
                      </a:stretch>
                    </p:blipFill>
                    <p:spPr>
                      <a:xfrm>
                        <a:off x="4585372" y="5594715"/>
                        <a:ext cx="296984" cy="315547"/>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75B8C3CC-6F25-89F9-B598-61EEAC6513EF}"/>
              </a:ext>
            </a:extLst>
          </p:cNvPr>
          <p:cNvGraphicFramePr>
            <a:graphicFrameLocks noChangeAspect="1"/>
          </p:cNvGraphicFramePr>
          <p:nvPr>
            <p:extLst>
              <p:ext uri="{D42A27DB-BD31-4B8C-83A1-F6EECF244321}">
                <p14:modId xmlns:p14="http://schemas.microsoft.com/office/powerpoint/2010/main" val="888670980"/>
              </p:ext>
            </p:extLst>
          </p:nvPr>
        </p:nvGraphicFramePr>
        <p:xfrm>
          <a:off x="3280422" y="5585496"/>
          <a:ext cx="167055" cy="315547"/>
        </p:xfrm>
        <a:graphic>
          <a:graphicData uri="http://schemas.openxmlformats.org/presentationml/2006/ole">
            <mc:AlternateContent xmlns:mc="http://schemas.openxmlformats.org/markup-compatibility/2006">
              <mc:Choice xmlns:v="urn:schemas-microsoft-com:vml" Requires="v">
                <p:oleObj name="Equation" r:id="rId7" imgW="85471" imgH="162258" progId="Equation.DSMT4">
                  <p:embed/>
                </p:oleObj>
              </mc:Choice>
              <mc:Fallback>
                <p:oleObj name="Equation" r:id="rId7" imgW="85471" imgH="162258" progId="Equation.DSMT4">
                  <p:embed/>
                  <p:pic>
                    <p:nvPicPr>
                      <p:cNvPr id="0" name=""/>
                      <p:cNvPicPr/>
                      <p:nvPr/>
                    </p:nvPicPr>
                    <p:blipFill>
                      <a:blip r:embed="rId8"/>
                      <a:stretch>
                        <a:fillRect/>
                      </a:stretch>
                    </p:blipFill>
                    <p:spPr>
                      <a:xfrm>
                        <a:off x="3280422" y="5585496"/>
                        <a:ext cx="167055" cy="315547"/>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0D28B1B7-59E1-4F77-B62A-8CDC4CBF6FAF}"/>
              </a:ext>
            </a:extLst>
          </p:cNvPr>
          <p:cNvGraphicFramePr>
            <a:graphicFrameLocks noChangeAspect="1"/>
          </p:cNvGraphicFramePr>
          <p:nvPr>
            <p:extLst>
              <p:ext uri="{D42A27DB-BD31-4B8C-83A1-F6EECF244321}">
                <p14:modId xmlns:p14="http://schemas.microsoft.com/office/powerpoint/2010/main" val="3163410617"/>
              </p:ext>
            </p:extLst>
          </p:nvPr>
        </p:nvGraphicFramePr>
        <p:xfrm>
          <a:off x="1336023" y="5524622"/>
          <a:ext cx="1036352" cy="371231"/>
        </p:xfrm>
        <a:graphic>
          <a:graphicData uri="http://schemas.openxmlformats.org/presentationml/2006/ole">
            <mc:AlternateContent xmlns:mc="http://schemas.openxmlformats.org/markup-compatibility/2006">
              <mc:Choice xmlns:v="urn:schemas-microsoft-com:vml" Requires="v">
                <p:oleObj name="Equation" r:id="rId9" imgW="532217" imgH="190744" progId="Equation.DSMT4">
                  <p:embed/>
                </p:oleObj>
              </mc:Choice>
              <mc:Fallback>
                <p:oleObj name="Equation" r:id="rId9" imgW="532217" imgH="190744" progId="Equation.DSMT4">
                  <p:embed/>
                  <p:pic>
                    <p:nvPicPr>
                      <p:cNvPr id="0" name=""/>
                      <p:cNvPicPr/>
                      <p:nvPr/>
                    </p:nvPicPr>
                    <p:blipFill>
                      <a:blip r:embed="rId10"/>
                      <a:stretch>
                        <a:fillRect/>
                      </a:stretch>
                    </p:blipFill>
                    <p:spPr>
                      <a:xfrm>
                        <a:off x="1336023" y="5524622"/>
                        <a:ext cx="1036352" cy="371231"/>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8D0EFF03-6911-0922-3B42-81EC02DAFD38}"/>
              </a:ext>
            </a:extLst>
          </p:cNvPr>
          <p:cNvGraphicFramePr>
            <a:graphicFrameLocks noChangeAspect="1"/>
          </p:cNvGraphicFramePr>
          <p:nvPr>
            <p:extLst>
              <p:ext uri="{D42A27DB-BD31-4B8C-83A1-F6EECF244321}">
                <p14:modId xmlns:p14="http://schemas.microsoft.com/office/powerpoint/2010/main" val="3847750216"/>
              </p:ext>
            </p:extLst>
          </p:nvPr>
        </p:nvGraphicFramePr>
        <p:xfrm>
          <a:off x="10160488" y="5155589"/>
          <a:ext cx="519724" cy="315547"/>
        </p:xfrm>
        <a:graphic>
          <a:graphicData uri="http://schemas.openxmlformats.org/presentationml/2006/ole">
            <mc:AlternateContent xmlns:mc="http://schemas.openxmlformats.org/markup-compatibility/2006">
              <mc:Choice xmlns:v="urn:schemas-microsoft-com:vml" Requires="v">
                <p:oleObj name="Equation" r:id="rId11" imgW="266109" imgH="162258" progId="Equation.DSMT4">
                  <p:embed/>
                </p:oleObj>
              </mc:Choice>
              <mc:Fallback>
                <p:oleObj name="Equation" r:id="rId11" imgW="266109" imgH="162258" progId="Equation.DSMT4">
                  <p:embed/>
                  <p:pic>
                    <p:nvPicPr>
                      <p:cNvPr id="0" name=""/>
                      <p:cNvPicPr/>
                      <p:nvPr/>
                    </p:nvPicPr>
                    <p:blipFill>
                      <a:blip r:embed="rId12"/>
                      <a:stretch>
                        <a:fillRect/>
                      </a:stretch>
                    </p:blipFill>
                    <p:spPr>
                      <a:xfrm>
                        <a:off x="10160488" y="5155589"/>
                        <a:ext cx="519724" cy="315547"/>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4A406D40-4A9B-9BDD-DDB4-D92156257412}"/>
              </a:ext>
            </a:extLst>
          </p:cNvPr>
          <p:cNvGraphicFramePr>
            <a:graphicFrameLocks noChangeAspect="1"/>
          </p:cNvGraphicFramePr>
          <p:nvPr>
            <p:extLst>
              <p:ext uri="{D42A27DB-BD31-4B8C-83A1-F6EECF244321}">
                <p14:modId xmlns:p14="http://schemas.microsoft.com/office/powerpoint/2010/main" val="2494749242"/>
              </p:ext>
            </p:extLst>
          </p:nvPr>
        </p:nvGraphicFramePr>
        <p:xfrm>
          <a:off x="8563240" y="1565398"/>
          <a:ext cx="683682" cy="371231"/>
        </p:xfrm>
        <a:graphic>
          <a:graphicData uri="http://schemas.openxmlformats.org/presentationml/2006/ole">
            <mc:AlternateContent xmlns:mc="http://schemas.openxmlformats.org/markup-compatibility/2006">
              <mc:Choice xmlns:v="urn:schemas-microsoft-com:vml" Requires="v">
                <p:oleObj name="Equation" r:id="rId13" imgW="351579" imgH="190744" progId="Equation.DSMT4">
                  <p:embed/>
                </p:oleObj>
              </mc:Choice>
              <mc:Fallback>
                <p:oleObj name="Equation" r:id="rId13" imgW="351579" imgH="190744" progId="Equation.DSMT4">
                  <p:embed/>
                  <p:pic>
                    <p:nvPicPr>
                      <p:cNvPr id="0" name=""/>
                      <p:cNvPicPr/>
                      <p:nvPr/>
                    </p:nvPicPr>
                    <p:blipFill>
                      <a:blip r:embed="rId14"/>
                      <a:stretch>
                        <a:fillRect/>
                      </a:stretch>
                    </p:blipFill>
                    <p:spPr>
                      <a:xfrm>
                        <a:off x="8563240" y="1565398"/>
                        <a:ext cx="683682" cy="371231"/>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4A456317-9171-2D67-9430-874ACE531A0B}"/>
              </a:ext>
            </a:extLst>
          </p:cNvPr>
          <p:cNvGraphicFramePr>
            <a:graphicFrameLocks noChangeAspect="1"/>
          </p:cNvGraphicFramePr>
          <p:nvPr>
            <p:extLst>
              <p:ext uri="{D42A27DB-BD31-4B8C-83A1-F6EECF244321}">
                <p14:modId xmlns:p14="http://schemas.microsoft.com/office/powerpoint/2010/main" val="3140842378"/>
              </p:ext>
            </p:extLst>
          </p:nvPr>
        </p:nvGraphicFramePr>
        <p:xfrm>
          <a:off x="3651108" y="1873861"/>
          <a:ext cx="2462497" cy="649652"/>
        </p:xfrm>
        <a:graphic>
          <a:graphicData uri="http://schemas.openxmlformats.org/presentationml/2006/ole">
            <mc:AlternateContent xmlns:mc="http://schemas.openxmlformats.org/markup-compatibility/2006">
              <mc:Choice xmlns:v="urn:schemas-microsoft-com:vml" Requires="v">
                <p:oleObj name="Equation" r:id="rId15" imgW="1263746" imgH="333892" progId="Equation.DSMT4">
                  <p:embed/>
                </p:oleObj>
              </mc:Choice>
              <mc:Fallback>
                <p:oleObj name="Equation" r:id="rId15" imgW="1263746" imgH="333892" progId="Equation.DSMT4">
                  <p:embed/>
                  <p:pic>
                    <p:nvPicPr>
                      <p:cNvPr id="0" name=""/>
                      <p:cNvPicPr/>
                      <p:nvPr/>
                    </p:nvPicPr>
                    <p:blipFill>
                      <a:blip r:embed="rId16"/>
                      <a:stretch>
                        <a:fillRect/>
                      </a:stretch>
                    </p:blipFill>
                    <p:spPr>
                      <a:xfrm>
                        <a:off x="3651108" y="1873861"/>
                        <a:ext cx="2462497" cy="649652"/>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4223508F-7BF4-B1B2-1001-961ACB919C8E}"/>
              </a:ext>
            </a:extLst>
          </p:cNvPr>
          <p:cNvGraphicFramePr>
            <a:graphicFrameLocks noChangeAspect="1"/>
          </p:cNvGraphicFramePr>
          <p:nvPr>
            <p:extLst>
              <p:ext uri="{D42A27DB-BD31-4B8C-83A1-F6EECF244321}">
                <p14:modId xmlns:p14="http://schemas.microsoft.com/office/powerpoint/2010/main" val="2984256992"/>
              </p:ext>
            </p:extLst>
          </p:nvPr>
        </p:nvGraphicFramePr>
        <p:xfrm>
          <a:off x="6475251" y="2040913"/>
          <a:ext cx="832176" cy="315547"/>
        </p:xfrm>
        <a:graphic>
          <a:graphicData uri="http://schemas.openxmlformats.org/presentationml/2006/ole">
            <mc:AlternateContent xmlns:mc="http://schemas.openxmlformats.org/markup-compatibility/2006">
              <mc:Choice xmlns:v="urn:schemas-microsoft-com:vml" Requires="v">
                <p:oleObj name="Equation" r:id="rId17" imgW="427713" imgH="162258" progId="Equation.DSMT4">
                  <p:embed/>
                </p:oleObj>
              </mc:Choice>
              <mc:Fallback>
                <p:oleObj name="Equation" r:id="rId17" imgW="427713" imgH="162258" progId="Equation.DSMT4">
                  <p:embed/>
                  <p:pic>
                    <p:nvPicPr>
                      <p:cNvPr id="0" name=""/>
                      <p:cNvPicPr/>
                      <p:nvPr/>
                    </p:nvPicPr>
                    <p:blipFill>
                      <a:blip r:embed="rId18"/>
                      <a:stretch>
                        <a:fillRect/>
                      </a:stretch>
                    </p:blipFill>
                    <p:spPr>
                      <a:xfrm>
                        <a:off x="6475251" y="2040913"/>
                        <a:ext cx="832176" cy="315547"/>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7CE3CA16-036C-7DE8-BB31-C9C534C23915}"/>
              </a:ext>
            </a:extLst>
          </p:cNvPr>
          <p:cNvGraphicFramePr>
            <a:graphicFrameLocks noChangeAspect="1"/>
          </p:cNvGraphicFramePr>
          <p:nvPr>
            <p:extLst>
              <p:ext uri="{D42A27DB-BD31-4B8C-83A1-F6EECF244321}">
                <p14:modId xmlns:p14="http://schemas.microsoft.com/office/powerpoint/2010/main" val="2739613989"/>
              </p:ext>
            </p:extLst>
          </p:nvPr>
        </p:nvGraphicFramePr>
        <p:xfrm>
          <a:off x="2793645" y="2376855"/>
          <a:ext cx="1853058" cy="649652"/>
        </p:xfrm>
        <a:graphic>
          <a:graphicData uri="http://schemas.openxmlformats.org/presentationml/2006/ole">
            <mc:AlternateContent xmlns:mc="http://schemas.openxmlformats.org/markup-compatibility/2006">
              <mc:Choice xmlns:v="urn:schemas-microsoft-com:vml" Requires="v">
                <p:oleObj name="Equation" r:id="rId19" imgW="950234" imgH="333892" progId="Equation.DSMT4">
                  <p:embed/>
                </p:oleObj>
              </mc:Choice>
              <mc:Fallback>
                <p:oleObj name="Equation" r:id="rId19" imgW="950234" imgH="333892" progId="Equation.DSMT4">
                  <p:embed/>
                  <p:pic>
                    <p:nvPicPr>
                      <p:cNvPr id="0" name=""/>
                      <p:cNvPicPr/>
                      <p:nvPr/>
                    </p:nvPicPr>
                    <p:blipFill>
                      <a:blip r:embed="rId20"/>
                      <a:stretch>
                        <a:fillRect/>
                      </a:stretch>
                    </p:blipFill>
                    <p:spPr>
                      <a:xfrm>
                        <a:off x="2793645" y="2376855"/>
                        <a:ext cx="1853058" cy="649652"/>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88383758-3137-A67A-0748-AE7063ED037C}"/>
              </a:ext>
            </a:extLst>
          </p:cNvPr>
          <p:cNvGraphicFramePr>
            <a:graphicFrameLocks noChangeAspect="1"/>
          </p:cNvGraphicFramePr>
          <p:nvPr>
            <p:extLst>
              <p:ext uri="{D42A27DB-BD31-4B8C-83A1-F6EECF244321}">
                <p14:modId xmlns:p14="http://schemas.microsoft.com/office/powerpoint/2010/main" val="1224387951"/>
              </p:ext>
            </p:extLst>
          </p:nvPr>
        </p:nvGraphicFramePr>
        <p:xfrm>
          <a:off x="7544493" y="2508617"/>
          <a:ext cx="609436" cy="371231"/>
        </p:xfrm>
        <a:graphic>
          <a:graphicData uri="http://schemas.openxmlformats.org/presentationml/2006/ole">
            <mc:AlternateContent xmlns:mc="http://schemas.openxmlformats.org/markup-compatibility/2006">
              <mc:Choice xmlns:v="urn:schemas-microsoft-com:vml" Requires="v">
                <p:oleObj name="Equation" r:id="rId21" imgW="313512" imgH="190744" progId="Equation.DSMT4">
                  <p:embed/>
                </p:oleObj>
              </mc:Choice>
              <mc:Fallback>
                <p:oleObj name="Equation" r:id="rId21" imgW="313512" imgH="190744" progId="Equation.DSMT4">
                  <p:embed/>
                  <p:pic>
                    <p:nvPicPr>
                      <p:cNvPr id="0" name=""/>
                      <p:cNvPicPr/>
                      <p:nvPr/>
                    </p:nvPicPr>
                    <p:blipFill>
                      <a:blip r:embed="rId22"/>
                      <a:stretch>
                        <a:fillRect/>
                      </a:stretch>
                    </p:blipFill>
                    <p:spPr>
                      <a:xfrm>
                        <a:off x="7544493" y="2508617"/>
                        <a:ext cx="609436" cy="371231"/>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B8ADB617-9891-C7D1-DA38-221A7ADF1D00}"/>
              </a:ext>
            </a:extLst>
          </p:cNvPr>
          <p:cNvGraphicFramePr>
            <a:graphicFrameLocks noChangeAspect="1"/>
          </p:cNvGraphicFramePr>
          <p:nvPr>
            <p:extLst>
              <p:ext uri="{D42A27DB-BD31-4B8C-83A1-F6EECF244321}">
                <p14:modId xmlns:p14="http://schemas.microsoft.com/office/powerpoint/2010/main" val="2962126974"/>
              </p:ext>
            </p:extLst>
          </p:nvPr>
        </p:nvGraphicFramePr>
        <p:xfrm>
          <a:off x="5668682" y="2942613"/>
          <a:ext cx="426916" cy="371231"/>
        </p:xfrm>
        <a:graphic>
          <a:graphicData uri="http://schemas.openxmlformats.org/presentationml/2006/ole">
            <mc:AlternateContent xmlns:mc="http://schemas.openxmlformats.org/markup-compatibility/2006">
              <mc:Choice xmlns:v="urn:schemas-microsoft-com:vml" Requires="v">
                <p:oleObj name="Equation" r:id="rId23" imgW="218705" imgH="190744" progId="Equation.DSMT4">
                  <p:embed/>
                </p:oleObj>
              </mc:Choice>
              <mc:Fallback>
                <p:oleObj name="Equation" r:id="rId23" imgW="218705" imgH="190744" progId="Equation.DSMT4">
                  <p:embed/>
                  <p:pic>
                    <p:nvPicPr>
                      <p:cNvPr id="0" name=""/>
                      <p:cNvPicPr/>
                      <p:nvPr/>
                    </p:nvPicPr>
                    <p:blipFill>
                      <a:blip r:embed="rId24"/>
                      <a:stretch>
                        <a:fillRect/>
                      </a:stretch>
                    </p:blipFill>
                    <p:spPr>
                      <a:xfrm>
                        <a:off x="5668682" y="2942613"/>
                        <a:ext cx="426916" cy="371231"/>
                      </a:xfrm>
                      <a:prstGeom prst="rect">
                        <a:avLst/>
                      </a:prstGeom>
                    </p:spPr>
                  </p:pic>
                </p:oleObj>
              </mc:Fallback>
            </mc:AlternateContent>
          </a:graphicData>
        </a:graphic>
      </p:graphicFrame>
    </p:spTree>
    <p:extLst>
      <p:ext uri="{BB962C8B-B14F-4D97-AF65-F5344CB8AC3E}">
        <p14:creationId xmlns:p14="http://schemas.microsoft.com/office/powerpoint/2010/main" val="2512809202"/>
      </p:ext>
    </p:extLst>
  </p:cSld>
  <p:clrMapOvr>
    <a:masterClrMapping/>
  </p:clrMapOvr>
  <p:transition advTm="18857"/>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4.4 </a:t>
            </a:r>
            <a:r>
              <a:rPr lang="zh-CN" altLang="en-US" sz="2800" b="1" dirty="0">
                <a:latin typeface="Times New Roman" pitchFamily="18" charset="0"/>
                <a:ea typeface="华文中宋" pitchFamily="2" charset="-122"/>
              </a:rPr>
              <a:t>机器人动力学建模方法</a:t>
            </a:r>
          </a:p>
        </p:txBody>
      </p:sp>
      <p:sp>
        <p:nvSpPr>
          <p:cNvPr id="12290" name="内容占位符 2"/>
          <p:cNvSpPr>
            <a:spLocks noChangeArrowheads="1"/>
          </p:cNvSpPr>
          <p:nvPr/>
        </p:nvSpPr>
        <p:spPr bwMode="auto">
          <a:xfrm>
            <a:off x="977900" y="1009650"/>
            <a:ext cx="105918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性质</a:t>
            </a:r>
            <a:r>
              <a:rPr lang="en-US" altLang="zh-CN" sz="2400" b="1" dirty="0">
                <a:latin typeface="Times New Roman" pitchFamily="18" charset="0"/>
                <a:ea typeface="微软雅黑" pitchFamily="34" charset="-122"/>
              </a:rPr>
              <a:t>4  </a:t>
            </a:r>
            <a:r>
              <a:rPr lang="zh-CN" altLang="en-US" sz="2400" b="1" dirty="0">
                <a:latin typeface="Times New Roman" pitchFamily="18" charset="0"/>
                <a:ea typeface="微软雅黑" pitchFamily="34" charset="-122"/>
              </a:rPr>
              <a:t>惯性矩阵的界限</a:t>
            </a: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     连杆机器人的惯性矩阵对称且正定，对于固定的广义坐标值       ，令   </a:t>
            </a:r>
            <a:endParaRPr lang="en-US" altLang="zh-CN" sz="2400" b="1" dirty="0">
              <a:latin typeface="Times New Roman" pitchFamily="18" charset="0"/>
              <a:ea typeface="微软雅黑" pitchFamily="34" charset="-122"/>
            </a:endParaRPr>
          </a:p>
          <a:p>
            <a:pPr>
              <a:lnSpc>
                <a:spcPct val="110000"/>
              </a:lnSpc>
              <a:spcBef>
                <a:spcPct val="10000"/>
              </a:spcBef>
              <a:spcAft>
                <a:spcPct val="10000"/>
              </a:spcAft>
            </a:pPr>
            <a:r>
              <a:rPr lang="zh-CN" altLang="en-US" sz="2400" b="1" dirty="0">
                <a:latin typeface="Times New Roman" pitchFamily="18" charset="0"/>
                <a:ea typeface="微软雅黑" pitchFamily="34" charset="-122"/>
              </a:rPr>
              <a:t>                   表示矩阵        的     个特征值。由于矩阵        是正定矩阵，所以这些特征值是正值。因此可得</a:t>
            </a:r>
            <a:endParaRPr lang="en-US" altLang="zh-CN" sz="2400" b="1" dirty="0">
              <a:latin typeface="Times New Roman" pitchFamily="18" charset="0"/>
              <a:ea typeface="微软雅黑" pitchFamily="34" charset="-122"/>
            </a:endParaRPr>
          </a:p>
          <a:p>
            <a:pPr>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a:lnSpc>
                <a:spcPct val="110000"/>
              </a:lnSpc>
              <a:spcBef>
                <a:spcPct val="10000"/>
              </a:spcBef>
              <a:spcAft>
                <a:spcPct val="10000"/>
              </a:spcAft>
            </a:pPr>
            <a:r>
              <a:rPr lang="zh-CN" altLang="en-US" sz="2400" b="1" dirty="0">
                <a:latin typeface="Times New Roman" pitchFamily="18" charset="0"/>
                <a:ea typeface="微软雅黑" pitchFamily="34" charset="-122"/>
              </a:rPr>
              <a:t>        如果所有的关节均为转动关节，那么惯性矩阵仅含有那些涉及正弦函数和余弦函数的元素，因此对应矩阵是广义坐标的有界函数。所以，如果惯性矩阵具有一致的界限</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与广义坐标      无关</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，那么可以找到常数       和       ，使得</a:t>
            </a:r>
            <a:endParaRPr lang="en-US" altLang="zh-CN" sz="2400" b="1" dirty="0">
              <a:latin typeface="Times New Roman" pitchFamily="18" charset="0"/>
              <a:ea typeface="微软雅黑" pitchFamily="34" charset="-122"/>
            </a:endParaRPr>
          </a:p>
        </p:txBody>
      </p:sp>
      <p:sp>
        <p:nvSpPr>
          <p:cNvPr id="2" name="Rectangle 2">
            <a:extLst>
              <a:ext uri="{FF2B5EF4-FFF2-40B4-BE49-F238E27FC236}">
                <a16:creationId xmlns:a16="http://schemas.microsoft.com/office/drawing/2014/main" id="{05D0BA8F-52A5-C8D0-CAB4-B4070DAE615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4">
            <a:extLst>
              <a:ext uri="{FF2B5EF4-FFF2-40B4-BE49-F238E27FC236}">
                <a16:creationId xmlns:a16="http://schemas.microsoft.com/office/drawing/2014/main" id="{2E8D1518-A6A2-5B86-4105-17A4FD0199F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id="{D6DC6AF4-4071-6769-DF3D-24C8A7F0E33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2">
            <a:extLst>
              <a:ext uri="{FF2B5EF4-FFF2-40B4-BE49-F238E27FC236}">
                <a16:creationId xmlns:a16="http://schemas.microsoft.com/office/drawing/2014/main" id="{8106722E-A8AF-B46A-2FD7-14F069A9781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Rectangle 4">
            <a:extLst>
              <a:ext uri="{FF2B5EF4-FFF2-40B4-BE49-F238E27FC236}">
                <a16:creationId xmlns:a16="http://schemas.microsoft.com/office/drawing/2014/main" id="{7CB91B8C-92E2-4AF0-458B-675043DFEFF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7" name="Rectangle 6">
            <a:extLst>
              <a:ext uri="{FF2B5EF4-FFF2-40B4-BE49-F238E27FC236}">
                <a16:creationId xmlns:a16="http://schemas.microsoft.com/office/drawing/2014/main" id="{EF77BD10-6485-2ED5-54CD-0A09F6FEADB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a:extLst>
              <a:ext uri="{FF2B5EF4-FFF2-40B4-BE49-F238E27FC236}">
                <a16:creationId xmlns:a16="http://schemas.microsoft.com/office/drawing/2014/main" id="{82ACCB2F-BE99-C8CF-5E18-447CC8D3C4AA}"/>
              </a:ext>
            </a:extLst>
          </p:cNvPr>
          <p:cNvGraphicFramePr>
            <a:graphicFrameLocks noChangeAspect="1"/>
          </p:cNvGraphicFramePr>
          <p:nvPr>
            <p:extLst>
              <p:ext uri="{D42A27DB-BD31-4B8C-83A1-F6EECF244321}">
                <p14:modId xmlns:p14="http://schemas.microsoft.com/office/powerpoint/2010/main" val="3920071726"/>
              </p:ext>
            </p:extLst>
          </p:nvPr>
        </p:nvGraphicFramePr>
        <p:xfrm>
          <a:off x="4513628" y="2832466"/>
          <a:ext cx="3164742" cy="389793"/>
        </p:xfrm>
        <a:graphic>
          <a:graphicData uri="http://schemas.openxmlformats.org/presentationml/2006/ole">
            <mc:AlternateContent xmlns:mc="http://schemas.openxmlformats.org/markup-compatibility/2006">
              <mc:Choice xmlns:v="urn:schemas-microsoft-com:vml" Requires="v">
                <p:oleObj name="Equation" r:id="rId3" imgW="1624662" imgH="200479" progId="Equation.DSMT4">
                  <p:embed/>
                </p:oleObj>
              </mc:Choice>
              <mc:Fallback>
                <p:oleObj name="Equation" r:id="rId3" imgW="1624662" imgH="200479" progId="Equation.DSMT4">
                  <p:embed/>
                  <p:pic>
                    <p:nvPicPr>
                      <p:cNvPr id="0" name=""/>
                      <p:cNvPicPr/>
                      <p:nvPr/>
                    </p:nvPicPr>
                    <p:blipFill>
                      <a:blip r:embed="rId4"/>
                      <a:stretch>
                        <a:fillRect/>
                      </a:stretch>
                    </p:blipFill>
                    <p:spPr>
                      <a:xfrm>
                        <a:off x="4513628" y="2832466"/>
                        <a:ext cx="3164742" cy="389793"/>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9852C131-63BA-8EA0-1F45-92BE4562B26C}"/>
              </a:ext>
            </a:extLst>
          </p:cNvPr>
          <p:cNvGraphicFramePr>
            <a:graphicFrameLocks noChangeAspect="1"/>
          </p:cNvGraphicFramePr>
          <p:nvPr>
            <p:extLst>
              <p:ext uri="{D42A27DB-BD31-4B8C-83A1-F6EECF244321}">
                <p14:modId xmlns:p14="http://schemas.microsoft.com/office/powerpoint/2010/main" val="3652545012"/>
              </p:ext>
            </p:extLst>
          </p:nvPr>
        </p:nvGraphicFramePr>
        <p:xfrm>
          <a:off x="1813169" y="1630607"/>
          <a:ext cx="259862" cy="259862"/>
        </p:xfrm>
        <a:graphic>
          <a:graphicData uri="http://schemas.openxmlformats.org/presentationml/2006/ole">
            <mc:AlternateContent xmlns:mc="http://schemas.openxmlformats.org/markup-compatibility/2006">
              <mc:Choice xmlns:v="urn:schemas-microsoft-com:vml" Requires="v">
                <p:oleObj name="Equation" r:id="rId5" imgW="132875" imgH="133412" progId="Equation.DSMT4">
                  <p:embed/>
                </p:oleObj>
              </mc:Choice>
              <mc:Fallback>
                <p:oleObj name="Equation" r:id="rId5" imgW="132875" imgH="133412" progId="Equation.DSMT4">
                  <p:embed/>
                  <p:pic>
                    <p:nvPicPr>
                      <p:cNvPr id="0" name=""/>
                      <p:cNvPicPr/>
                      <p:nvPr/>
                    </p:nvPicPr>
                    <p:blipFill>
                      <a:blip r:embed="rId6"/>
                      <a:stretch>
                        <a:fillRect/>
                      </a:stretch>
                    </p:blipFill>
                    <p:spPr>
                      <a:xfrm>
                        <a:off x="1813169" y="1630607"/>
                        <a:ext cx="259862" cy="259862"/>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606A55C3-3110-9620-877B-B7F492D9DD05}"/>
              </a:ext>
            </a:extLst>
          </p:cNvPr>
          <p:cNvGraphicFramePr>
            <a:graphicFrameLocks noChangeAspect="1"/>
          </p:cNvGraphicFramePr>
          <p:nvPr>
            <p:extLst>
              <p:ext uri="{D42A27DB-BD31-4B8C-83A1-F6EECF244321}">
                <p14:modId xmlns:p14="http://schemas.microsoft.com/office/powerpoint/2010/main" val="572429286"/>
              </p:ext>
            </p:extLst>
          </p:nvPr>
        </p:nvGraphicFramePr>
        <p:xfrm>
          <a:off x="10233268" y="1621082"/>
          <a:ext cx="259862" cy="259862"/>
        </p:xfrm>
        <a:graphic>
          <a:graphicData uri="http://schemas.openxmlformats.org/presentationml/2006/ole">
            <mc:AlternateContent xmlns:mc="http://schemas.openxmlformats.org/markup-compatibility/2006">
              <mc:Choice xmlns:v="urn:schemas-microsoft-com:vml" Requires="v">
                <p:oleObj name="Equation" r:id="rId7" imgW="132875" imgH="133412" progId="Equation.DSMT4">
                  <p:embed/>
                </p:oleObj>
              </mc:Choice>
              <mc:Fallback>
                <p:oleObj name="Equation" r:id="rId7" imgW="132875" imgH="133412" progId="Equation.DSMT4">
                  <p:embed/>
                  <p:pic>
                    <p:nvPicPr>
                      <p:cNvPr id="0" name=""/>
                      <p:cNvPicPr/>
                      <p:nvPr/>
                    </p:nvPicPr>
                    <p:blipFill>
                      <a:blip r:embed="rId8"/>
                      <a:stretch>
                        <a:fillRect/>
                      </a:stretch>
                    </p:blipFill>
                    <p:spPr>
                      <a:xfrm>
                        <a:off x="10233268" y="1621082"/>
                        <a:ext cx="259862" cy="259862"/>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3CFBD7E9-9DFA-0382-C5E3-0DE08882B2C6}"/>
              </a:ext>
            </a:extLst>
          </p:cNvPr>
          <p:cNvGraphicFramePr>
            <a:graphicFrameLocks noChangeAspect="1"/>
          </p:cNvGraphicFramePr>
          <p:nvPr>
            <p:extLst>
              <p:ext uri="{D42A27DB-BD31-4B8C-83A1-F6EECF244321}">
                <p14:modId xmlns:p14="http://schemas.microsoft.com/office/powerpoint/2010/main" val="4206571772"/>
              </p:ext>
            </p:extLst>
          </p:nvPr>
        </p:nvGraphicFramePr>
        <p:xfrm>
          <a:off x="3723053" y="2033319"/>
          <a:ext cx="631094" cy="389793"/>
        </p:xfrm>
        <a:graphic>
          <a:graphicData uri="http://schemas.openxmlformats.org/presentationml/2006/ole">
            <mc:AlternateContent xmlns:mc="http://schemas.openxmlformats.org/markup-compatibility/2006">
              <mc:Choice xmlns:v="urn:schemas-microsoft-com:vml" Requires="v">
                <p:oleObj name="Equation" r:id="rId9" imgW="323209" imgH="200479" progId="Equation.DSMT4">
                  <p:embed/>
                </p:oleObj>
              </mc:Choice>
              <mc:Fallback>
                <p:oleObj name="Equation" r:id="rId9" imgW="323209" imgH="200479" progId="Equation.DSMT4">
                  <p:embed/>
                  <p:pic>
                    <p:nvPicPr>
                      <p:cNvPr id="0" name=""/>
                      <p:cNvPicPr/>
                      <p:nvPr/>
                    </p:nvPicPr>
                    <p:blipFill>
                      <a:blip r:embed="rId10"/>
                      <a:stretch>
                        <a:fillRect/>
                      </a:stretch>
                    </p:blipFill>
                    <p:spPr>
                      <a:xfrm>
                        <a:off x="3723053" y="2033319"/>
                        <a:ext cx="631094" cy="389793"/>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94DA4DDE-2F00-5E41-8271-3B974F415F64}"/>
              </a:ext>
            </a:extLst>
          </p:cNvPr>
          <p:cNvGraphicFramePr>
            <a:graphicFrameLocks noChangeAspect="1"/>
          </p:cNvGraphicFramePr>
          <p:nvPr>
            <p:extLst>
              <p:ext uri="{D42A27DB-BD31-4B8C-83A1-F6EECF244321}">
                <p14:modId xmlns:p14="http://schemas.microsoft.com/office/powerpoint/2010/main" val="568078818"/>
              </p:ext>
            </p:extLst>
          </p:nvPr>
        </p:nvGraphicFramePr>
        <p:xfrm>
          <a:off x="4700367" y="2094156"/>
          <a:ext cx="259862" cy="259862"/>
        </p:xfrm>
        <a:graphic>
          <a:graphicData uri="http://schemas.openxmlformats.org/presentationml/2006/ole">
            <mc:AlternateContent xmlns:mc="http://schemas.openxmlformats.org/markup-compatibility/2006">
              <mc:Choice xmlns:v="urn:schemas-microsoft-com:vml" Requires="v">
                <p:oleObj name="Equation" r:id="rId11" imgW="132875" imgH="133412" progId="Equation.DSMT4">
                  <p:embed/>
                </p:oleObj>
              </mc:Choice>
              <mc:Fallback>
                <p:oleObj name="Equation" r:id="rId11" imgW="132875" imgH="133412" progId="Equation.DSMT4">
                  <p:embed/>
                  <p:pic>
                    <p:nvPicPr>
                      <p:cNvPr id="0" name=""/>
                      <p:cNvPicPr/>
                      <p:nvPr/>
                    </p:nvPicPr>
                    <p:blipFill>
                      <a:blip r:embed="rId12"/>
                      <a:stretch>
                        <a:fillRect/>
                      </a:stretch>
                    </p:blipFill>
                    <p:spPr>
                      <a:xfrm>
                        <a:off x="4700367" y="2094156"/>
                        <a:ext cx="259862" cy="259862"/>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AC8D0CAA-12E2-F4E2-64A3-57EBC6EEFC49}"/>
              </a:ext>
            </a:extLst>
          </p:cNvPr>
          <p:cNvGraphicFramePr>
            <a:graphicFrameLocks noChangeAspect="1"/>
          </p:cNvGraphicFramePr>
          <p:nvPr>
            <p:extLst>
              <p:ext uri="{D42A27DB-BD31-4B8C-83A1-F6EECF244321}">
                <p14:modId xmlns:p14="http://schemas.microsoft.com/office/powerpoint/2010/main" val="2318446031"/>
              </p:ext>
            </p:extLst>
          </p:nvPr>
        </p:nvGraphicFramePr>
        <p:xfrm>
          <a:off x="7754570" y="2014665"/>
          <a:ext cx="631094" cy="389793"/>
        </p:xfrm>
        <a:graphic>
          <a:graphicData uri="http://schemas.openxmlformats.org/presentationml/2006/ole">
            <mc:AlternateContent xmlns:mc="http://schemas.openxmlformats.org/markup-compatibility/2006">
              <mc:Choice xmlns:v="urn:schemas-microsoft-com:vml" Requires="v">
                <p:oleObj name="Equation" r:id="rId13" imgW="323209" imgH="200479" progId="Equation.DSMT4">
                  <p:embed/>
                </p:oleObj>
              </mc:Choice>
              <mc:Fallback>
                <p:oleObj name="Equation" r:id="rId13" imgW="323209" imgH="200479" progId="Equation.DSMT4">
                  <p:embed/>
                  <p:pic>
                    <p:nvPicPr>
                      <p:cNvPr id="0" name=""/>
                      <p:cNvPicPr/>
                      <p:nvPr/>
                    </p:nvPicPr>
                    <p:blipFill>
                      <a:blip r:embed="rId14"/>
                      <a:stretch>
                        <a:fillRect/>
                      </a:stretch>
                    </p:blipFill>
                    <p:spPr>
                      <a:xfrm>
                        <a:off x="7754570" y="2014665"/>
                        <a:ext cx="631094" cy="389793"/>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67A298FA-B492-F005-DA5B-564F132CFB85}"/>
              </a:ext>
            </a:extLst>
          </p:cNvPr>
          <p:cNvGraphicFramePr>
            <a:graphicFrameLocks noChangeAspect="1"/>
          </p:cNvGraphicFramePr>
          <p:nvPr>
            <p:extLst>
              <p:ext uri="{D42A27DB-BD31-4B8C-83A1-F6EECF244321}">
                <p14:modId xmlns:p14="http://schemas.microsoft.com/office/powerpoint/2010/main" val="855386865"/>
              </p:ext>
            </p:extLst>
          </p:nvPr>
        </p:nvGraphicFramePr>
        <p:xfrm>
          <a:off x="4567765" y="4850178"/>
          <a:ext cx="3056468" cy="389793"/>
        </p:xfrm>
        <a:graphic>
          <a:graphicData uri="http://schemas.openxmlformats.org/presentationml/2006/ole">
            <mc:AlternateContent xmlns:mc="http://schemas.openxmlformats.org/markup-compatibility/2006">
              <mc:Choice xmlns:v="urn:schemas-microsoft-com:vml" Requires="v">
                <p:oleObj name="Equation" r:id="rId15" imgW="1567921" imgH="200479" progId="Equation.DSMT4">
                  <p:embed/>
                </p:oleObj>
              </mc:Choice>
              <mc:Fallback>
                <p:oleObj name="Equation" r:id="rId15" imgW="1567921" imgH="200479" progId="Equation.DSMT4">
                  <p:embed/>
                  <p:pic>
                    <p:nvPicPr>
                      <p:cNvPr id="0" name=""/>
                      <p:cNvPicPr/>
                      <p:nvPr/>
                    </p:nvPicPr>
                    <p:blipFill>
                      <a:blip r:embed="rId16"/>
                      <a:stretch>
                        <a:fillRect/>
                      </a:stretch>
                    </p:blipFill>
                    <p:spPr>
                      <a:xfrm>
                        <a:off x="4567765" y="4850178"/>
                        <a:ext cx="3056468" cy="389793"/>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E95D110D-D379-A907-BF90-4F135A18133A}"/>
              </a:ext>
            </a:extLst>
          </p:cNvPr>
          <p:cNvGraphicFramePr>
            <a:graphicFrameLocks noChangeAspect="1"/>
          </p:cNvGraphicFramePr>
          <p:nvPr>
            <p:extLst>
              <p:ext uri="{D42A27DB-BD31-4B8C-83A1-F6EECF244321}">
                <p14:modId xmlns:p14="http://schemas.microsoft.com/office/powerpoint/2010/main" val="2970780651"/>
              </p:ext>
            </p:extLst>
          </p:nvPr>
        </p:nvGraphicFramePr>
        <p:xfrm>
          <a:off x="4917222" y="4222215"/>
          <a:ext cx="345876" cy="345876"/>
        </p:xfrm>
        <a:graphic>
          <a:graphicData uri="http://schemas.openxmlformats.org/presentationml/2006/ole">
            <mc:AlternateContent xmlns:mc="http://schemas.openxmlformats.org/markup-compatibility/2006">
              <mc:Choice xmlns:v="urn:schemas-microsoft-com:vml" Requires="v">
                <p:oleObj name="Equation" r:id="rId17" imgW="132875" imgH="133412" progId="Equation.DSMT4">
                  <p:embed/>
                </p:oleObj>
              </mc:Choice>
              <mc:Fallback>
                <p:oleObj name="Equation" r:id="rId17" imgW="132875" imgH="133412" progId="Equation.DSMT4">
                  <p:embed/>
                  <p:pic>
                    <p:nvPicPr>
                      <p:cNvPr id="0" name=""/>
                      <p:cNvPicPr/>
                      <p:nvPr/>
                    </p:nvPicPr>
                    <p:blipFill>
                      <a:blip r:embed="rId18"/>
                      <a:stretch>
                        <a:fillRect/>
                      </a:stretch>
                    </p:blipFill>
                    <p:spPr>
                      <a:xfrm>
                        <a:off x="4917222" y="4222215"/>
                        <a:ext cx="345876" cy="345876"/>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97EDA216-A626-5774-08C5-4DB86E16D9CF}"/>
              </a:ext>
            </a:extLst>
          </p:cNvPr>
          <p:cNvGraphicFramePr>
            <a:graphicFrameLocks noChangeAspect="1"/>
          </p:cNvGraphicFramePr>
          <p:nvPr>
            <p:extLst>
              <p:ext uri="{D42A27DB-BD31-4B8C-83A1-F6EECF244321}">
                <p14:modId xmlns:p14="http://schemas.microsoft.com/office/powerpoint/2010/main" val="1891203741"/>
              </p:ext>
            </p:extLst>
          </p:nvPr>
        </p:nvGraphicFramePr>
        <p:xfrm>
          <a:off x="8834804" y="4189779"/>
          <a:ext cx="389793" cy="389793"/>
        </p:xfrm>
        <a:graphic>
          <a:graphicData uri="http://schemas.openxmlformats.org/presentationml/2006/ole">
            <mc:AlternateContent xmlns:mc="http://schemas.openxmlformats.org/markup-compatibility/2006">
              <mc:Choice xmlns:v="urn:schemas-microsoft-com:vml" Requires="v">
                <p:oleObj name="Equation" r:id="rId19" imgW="199671" imgH="200479" progId="Equation.DSMT4">
                  <p:embed/>
                </p:oleObj>
              </mc:Choice>
              <mc:Fallback>
                <p:oleObj name="Equation" r:id="rId19" imgW="199671" imgH="200479" progId="Equation.DSMT4">
                  <p:embed/>
                  <p:pic>
                    <p:nvPicPr>
                      <p:cNvPr id="0" name=""/>
                      <p:cNvPicPr/>
                      <p:nvPr/>
                    </p:nvPicPr>
                    <p:blipFill>
                      <a:blip r:embed="rId20"/>
                      <a:stretch>
                        <a:fillRect/>
                      </a:stretch>
                    </p:blipFill>
                    <p:spPr>
                      <a:xfrm>
                        <a:off x="8834804" y="4189779"/>
                        <a:ext cx="389793" cy="389793"/>
                      </a:xfrm>
                      <a:prstGeom prst="rect">
                        <a:avLst/>
                      </a:prstGeom>
                    </p:spPr>
                  </p:pic>
                </p:oleObj>
              </mc:Fallback>
            </mc:AlternateContent>
          </a:graphicData>
        </a:graphic>
      </p:graphicFrame>
      <p:graphicFrame>
        <p:nvGraphicFramePr>
          <p:cNvPr id="20" name="对象 19">
            <a:extLst>
              <a:ext uri="{FF2B5EF4-FFF2-40B4-BE49-F238E27FC236}">
                <a16:creationId xmlns:a16="http://schemas.microsoft.com/office/drawing/2014/main" id="{FCC9B06E-4C8C-ECC1-F7E5-731BF1722772}"/>
              </a:ext>
            </a:extLst>
          </p:cNvPr>
          <p:cNvGraphicFramePr>
            <a:graphicFrameLocks noChangeAspect="1"/>
          </p:cNvGraphicFramePr>
          <p:nvPr>
            <p:extLst>
              <p:ext uri="{D42A27DB-BD31-4B8C-83A1-F6EECF244321}">
                <p14:modId xmlns:p14="http://schemas.microsoft.com/office/powerpoint/2010/main" val="2940245553"/>
              </p:ext>
            </p:extLst>
          </p:nvPr>
        </p:nvGraphicFramePr>
        <p:xfrm>
          <a:off x="9627284" y="4177396"/>
          <a:ext cx="389793" cy="389793"/>
        </p:xfrm>
        <a:graphic>
          <a:graphicData uri="http://schemas.openxmlformats.org/presentationml/2006/ole">
            <mc:AlternateContent xmlns:mc="http://schemas.openxmlformats.org/markup-compatibility/2006">
              <mc:Choice xmlns:v="urn:schemas-microsoft-com:vml" Requires="v">
                <p:oleObj name="Equation" r:id="rId21" imgW="199671" imgH="200479" progId="Equation.DSMT4">
                  <p:embed/>
                </p:oleObj>
              </mc:Choice>
              <mc:Fallback>
                <p:oleObj name="Equation" r:id="rId21" imgW="199671" imgH="200479" progId="Equation.DSMT4">
                  <p:embed/>
                  <p:pic>
                    <p:nvPicPr>
                      <p:cNvPr id="0" name=""/>
                      <p:cNvPicPr/>
                      <p:nvPr/>
                    </p:nvPicPr>
                    <p:blipFill>
                      <a:blip r:embed="rId22"/>
                      <a:stretch>
                        <a:fillRect/>
                      </a:stretch>
                    </p:blipFill>
                    <p:spPr>
                      <a:xfrm>
                        <a:off x="9627284" y="4177396"/>
                        <a:ext cx="389793" cy="389793"/>
                      </a:xfrm>
                      <a:prstGeom prst="rect">
                        <a:avLst/>
                      </a:prstGeom>
                    </p:spPr>
                  </p:pic>
                </p:oleObj>
              </mc:Fallback>
            </mc:AlternateContent>
          </a:graphicData>
        </a:graphic>
      </p:graphicFrame>
      <p:sp>
        <p:nvSpPr>
          <p:cNvPr id="21" name="Rectangle 2">
            <a:extLst>
              <a:ext uri="{FF2B5EF4-FFF2-40B4-BE49-F238E27FC236}">
                <a16:creationId xmlns:a16="http://schemas.microsoft.com/office/drawing/2014/main" id="{495F9D1D-4065-A0ED-652B-D60C9DD0BBC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2" name="对象 21">
            <a:extLst>
              <a:ext uri="{FF2B5EF4-FFF2-40B4-BE49-F238E27FC236}">
                <a16:creationId xmlns:a16="http://schemas.microsoft.com/office/drawing/2014/main" id="{0DD37516-5996-A69A-721A-D8810C97F0B2}"/>
              </a:ext>
            </a:extLst>
          </p:cNvPr>
          <p:cNvGraphicFramePr>
            <a:graphicFrameLocks noChangeAspect="1"/>
          </p:cNvGraphicFramePr>
          <p:nvPr>
            <p:extLst>
              <p:ext uri="{D42A27DB-BD31-4B8C-83A1-F6EECF244321}">
                <p14:modId xmlns:p14="http://schemas.microsoft.com/office/powerpoint/2010/main" val="3605031683"/>
              </p:ext>
            </p:extLst>
          </p:nvPr>
        </p:nvGraphicFramePr>
        <p:xfrm>
          <a:off x="731632" y="2063041"/>
          <a:ext cx="1291210" cy="290977"/>
        </p:xfrm>
        <a:graphic>
          <a:graphicData uri="http://schemas.openxmlformats.org/presentationml/2006/ole">
            <mc:AlternateContent xmlns:mc="http://schemas.openxmlformats.org/markup-compatibility/2006">
              <mc:Choice xmlns:v="urn:schemas-microsoft-com:vml" Requires="v">
                <p:oleObj name="Equation" r:id="rId23" imgW="901309" imgH="203112" progId="Equation.DSMT4">
                  <p:embed/>
                </p:oleObj>
              </mc:Choice>
              <mc:Fallback>
                <p:oleObj name="Equation" r:id="rId23" imgW="901309" imgH="203112" progId="Equation.DSMT4">
                  <p:embed/>
                  <p:pic>
                    <p:nvPicPr>
                      <p:cNvPr id="0" name="Object 1"/>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31632" y="2063041"/>
                        <a:ext cx="1291210" cy="290977"/>
                      </a:xfrm>
                      <a:prstGeom prst="rect">
                        <a:avLst/>
                      </a:prstGeom>
                      <a:noFill/>
                    </p:spPr>
                  </p:pic>
                </p:oleObj>
              </mc:Fallback>
            </mc:AlternateContent>
          </a:graphicData>
        </a:graphic>
      </p:graphicFrame>
      <p:graphicFrame>
        <p:nvGraphicFramePr>
          <p:cNvPr id="23" name="对象 22">
            <a:extLst>
              <a:ext uri="{FF2B5EF4-FFF2-40B4-BE49-F238E27FC236}">
                <a16:creationId xmlns:a16="http://schemas.microsoft.com/office/drawing/2014/main" id="{343C7191-9126-10A7-72F9-140AB361F058}"/>
              </a:ext>
            </a:extLst>
          </p:cNvPr>
          <p:cNvGraphicFramePr>
            <a:graphicFrameLocks noChangeAspect="1"/>
          </p:cNvGraphicFramePr>
          <p:nvPr>
            <p:extLst>
              <p:ext uri="{D42A27DB-BD31-4B8C-83A1-F6EECF244321}">
                <p14:modId xmlns:p14="http://schemas.microsoft.com/office/powerpoint/2010/main" val="884163126"/>
              </p:ext>
            </p:extLst>
          </p:nvPr>
        </p:nvGraphicFramePr>
        <p:xfrm>
          <a:off x="2022842" y="2063041"/>
          <a:ext cx="499290" cy="308385"/>
        </p:xfrm>
        <a:graphic>
          <a:graphicData uri="http://schemas.openxmlformats.org/presentationml/2006/ole">
            <mc:AlternateContent xmlns:mc="http://schemas.openxmlformats.org/markup-compatibility/2006">
              <mc:Choice xmlns:v="urn:schemas-microsoft-com:vml" Requires="v">
                <p:oleObj name="Equation" r:id="rId25" imgW="323209" imgH="200479" progId="Equation.DSMT4">
                  <p:embed/>
                </p:oleObj>
              </mc:Choice>
              <mc:Fallback>
                <p:oleObj name="Equation" r:id="rId25" imgW="323209" imgH="200479" progId="Equation.DSMT4">
                  <p:embed/>
                  <p:pic>
                    <p:nvPicPr>
                      <p:cNvPr id="0" name=""/>
                      <p:cNvPicPr/>
                      <p:nvPr/>
                    </p:nvPicPr>
                    <p:blipFill>
                      <a:blip r:embed="rId26"/>
                      <a:stretch>
                        <a:fillRect/>
                      </a:stretch>
                    </p:blipFill>
                    <p:spPr>
                      <a:xfrm>
                        <a:off x="2022842" y="2063041"/>
                        <a:ext cx="499290" cy="308385"/>
                      </a:xfrm>
                      <a:prstGeom prst="rect">
                        <a:avLst/>
                      </a:prstGeom>
                    </p:spPr>
                  </p:pic>
                </p:oleObj>
              </mc:Fallback>
            </mc:AlternateContent>
          </a:graphicData>
        </a:graphic>
      </p:graphicFrame>
    </p:spTree>
    <p:extLst>
      <p:ext uri="{BB962C8B-B14F-4D97-AF65-F5344CB8AC3E}">
        <p14:creationId xmlns:p14="http://schemas.microsoft.com/office/powerpoint/2010/main" val="3741844570"/>
      </p:ext>
    </p:extLst>
  </p:cSld>
  <p:clrMapOvr>
    <a:masterClrMapping/>
  </p:clrMapOvr>
  <p:transition advTm="18857"/>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4.5 </a:t>
            </a:r>
            <a:r>
              <a:rPr lang="zh-CN" altLang="en-US" sz="2800" b="1" dirty="0">
                <a:latin typeface="Times New Roman" pitchFamily="18" charset="0"/>
                <a:ea typeface="华文中宋" pitchFamily="2" charset="-122"/>
              </a:rPr>
              <a:t>四足机器人简化动力学推导</a:t>
            </a:r>
          </a:p>
        </p:txBody>
      </p:sp>
      <p:sp>
        <p:nvSpPr>
          <p:cNvPr id="12290" name="内容占位符 2"/>
          <p:cNvSpPr>
            <a:spLocks noChangeArrowheads="1"/>
          </p:cNvSpPr>
          <p:nvPr/>
        </p:nvSpPr>
        <p:spPr bwMode="auto">
          <a:xfrm>
            <a:off x="977900" y="1009650"/>
            <a:ext cx="105918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在介绍了基本的机器人动力学建模方法之后，本节重点关注四足机器人的建模过程。</a:t>
            </a: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四足机器人是一个可以在</a:t>
            </a:r>
            <a:r>
              <a:rPr lang="en-US" altLang="zh-CN" sz="2400" b="1" dirty="0">
                <a:latin typeface="Times New Roman" pitchFamily="18" charset="0"/>
                <a:ea typeface="微软雅黑" pitchFamily="34" charset="-122"/>
              </a:rPr>
              <a:t>3</a:t>
            </a:r>
            <a:r>
              <a:rPr lang="zh-CN" altLang="en-US" sz="2400" b="1" dirty="0">
                <a:latin typeface="Times New Roman" pitchFamily="18" charset="0"/>
                <a:ea typeface="微软雅黑" pitchFamily="34" charset="-122"/>
              </a:rPr>
              <a:t>维空间自由运动的移动平台，机器人通过</a:t>
            </a:r>
            <a:r>
              <a:rPr lang="en-US" altLang="zh-CN" sz="2400" b="1" dirty="0">
                <a:latin typeface="Times New Roman" pitchFamily="18" charset="0"/>
                <a:ea typeface="微软雅黑" pitchFamily="34" charset="-122"/>
              </a:rPr>
              <a:t>4</a:t>
            </a:r>
            <a:r>
              <a:rPr lang="zh-CN" altLang="en-US" sz="2400" b="1" dirty="0">
                <a:latin typeface="Times New Roman" pitchFamily="18" charset="0"/>
                <a:ea typeface="微软雅黑" pitchFamily="34" charset="-122"/>
              </a:rPr>
              <a:t>条腿的运动带动机器人整体的运动。相比固定基座的工业机械手，四足机器人机身基坐标系多出</a:t>
            </a:r>
            <a:r>
              <a:rPr lang="en-US" altLang="zh-CN" sz="2400" b="1" dirty="0">
                <a:latin typeface="Times New Roman" pitchFamily="18" charset="0"/>
                <a:ea typeface="微软雅黑" pitchFamily="34" charset="-122"/>
              </a:rPr>
              <a:t>6</a:t>
            </a:r>
            <a:r>
              <a:rPr lang="zh-CN" altLang="en-US" sz="2400" b="1" dirty="0">
                <a:latin typeface="Times New Roman" pitchFamily="18" charset="0"/>
                <a:ea typeface="微软雅黑" pitchFamily="34" charset="-122"/>
              </a:rPr>
              <a:t>个虚拟自由度</a:t>
            </a:r>
            <a:r>
              <a:rPr lang="en-US" altLang="zh-CN" sz="2400" b="1" dirty="0">
                <a:latin typeface="Times New Roman" pitchFamily="18" charset="0"/>
                <a:ea typeface="微软雅黑" pitchFamily="34" charset="-122"/>
              </a:rPr>
              <a:t>(3</a:t>
            </a:r>
            <a:r>
              <a:rPr lang="zh-CN" altLang="en-US" sz="2400" b="1" dirty="0">
                <a:latin typeface="Times New Roman" pitchFamily="18" charset="0"/>
                <a:ea typeface="微软雅黑" pitchFamily="34" charset="-122"/>
              </a:rPr>
              <a:t>个位置自由度、</a:t>
            </a:r>
            <a:r>
              <a:rPr lang="en-US" altLang="zh-CN" sz="2400" b="1" dirty="0">
                <a:latin typeface="Times New Roman" pitchFamily="18" charset="0"/>
                <a:ea typeface="微软雅黑" pitchFamily="34" charset="-122"/>
              </a:rPr>
              <a:t>3</a:t>
            </a:r>
            <a:r>
              <a:rPr lang="zh-CN" altLang="en-US" sz="2400" b="1" dirty="0">
                <a:latin typeface="Times New Roman" pitchFamily="18" charset="0"/>
                <a:ea typeface="微软雅黑" pitchFamily="34" charset="-122"/>
              </a:rPr>
              <a:t>个方向自由度</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a:t>
            </a: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在坐标系的建立过程中，为了简单，仍然以四足机器人的右前腿为例，将中间过渡坐标系                    移至机器人右前腿髋关节处，坐标轴      、       和       的方向指向机器人的前进方向。</a:t>
            </a:r>
            <a:endParaRPr lang="en-US" altLang="zh-CN" sz="2400" b="1" dirty="0">
              <a:latin typeface="Times New Roman" pitchFamily="18" charset="0"/>
              <a:ea typeface="微软雅黑" pitchFamily="34" charset="-122"/>
            </a:endParaRPr>
          </a:p>
        </p:txBody>
      </p:sp>
      <p:sp>
        <p:nvSpPr>
          <p:cNvPr id="2" name="Rectangle 2">
            <a:extLst>
              <a:ext uri="{FF2B5EF4-FFF2-40B4-BE49-F238E27FC236}">
                <a16:creationId xmlns:a16="http://schemas.microsoft.com/office/drawing/2014/main" id="{05D0BA8F-52A5-C8D0-CAB4-B4070DAE615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4">
            <a:extLst>
              <a:ext uri="{FF2B5EF4-FFF2-40B4-BE49-F238E27FC236}">
                <a16:creationId xmlns:a16="http://schemas.microsoft.com/office/drawing/2014/main" id="{2E8D1518-A6A2-5B86-4105-17A4FD0199F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id="{D6DC6AF4-4071-6769-DF3D-24C8A7F0E33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2">
            <a:extLst>
              <a:ext uri="{FF2B5EF4-FFF2-40B4-BE49-F238E27FC236}">
                <a16:creationId xmlns:a16="http://schemas.microsoft.com/office/drawing/2014/main" id="{8106722E-A8AF-B46A-2FD7-14F069A9781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Rectangle 4">
            <a:extLst>
              <a:ext uri="{FF2B5EF4-FFF2-40B4-BE49-F238E27FC236}">
                <a16:creationId xmlns:a16="http://schemas.microsoft.com/office/drawing/2014/main" id="{7CB91B8C-92E2-4AF0-458B-675043DFEFF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7" name="Rectangle 6">
            <a:extLst>
              <a:ext uri="{FF2B5EF4-FFF2-40B4-BE49-F238E27FC236}">
                <a16:creationId xmlns:a16="http://schemas.microsoft.com/office/drawing/2014/main" id="{EF77BD10-6485-2ED5-54CD-0A09F6FEADB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Rectangle 2">
            <a:extLst>
              <a:ext uri="{FF2B5EF4-FFF2-40B4-BE49-F238E27FC236}">
                <a16:creationId xmlns:a16="http://schemas.microsoft.com/office/drawing/2014/main" id="{495F9D1D-4065-A0ED-652B-D60C9DD0BBC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a:extLst>
              <a:ext uri="{FF2B5EF4-FFF2-40B4-BE49-F238E27FC236}">
                <a16:creationId xmlns:a16="http://schemas.microsoft.com/office/drawing/2014/main" id="{912BA2C6-7957-6207-7D90-9DE02467238E}"/>
              </a:ext>
            </a:extLst>
          </p:cNvPr>
          <p:cNvGraphicFramePr>
            <a:graphicFrameLocks noChangeAspect="1"/>
          </p:cNvGraphicFramePr>
          <p:nvPr>
            <p:extLst>
              <p:ext uri="{D42A27DB-BD31-4B8C-83A1-F6EECF244321}">
                <p14:modId xmlns:p14="http://schemas.microsoft.com/office/powerpoint/2010/main" val="819768836"/>
              </p:ext>
            </p:extLst>
          </p:nvPr>
        </p:nvGraphicFramePr>
        <p:xfrm>
          <a:off x="3738682" y="3620400"/>
          <a:ext cx="1166284" cy="408354"/>
        </p:xfrm>
        <a:graphic>
          <a:graphicData uri="http://schemas.openxmlformats.org/presentationml/2006/ole">
            <mc:AlternateContent xmlns:mc="http://schemas.openxmlformats.org/markup-compatibility/2006">
              <mc:Choice xmlns:v="urn:schemas-microsoft-com:vml" Requires="v">
                <p:oleObj name="Equation" r:id="rId3" imgW="598654" imgH="209854" progId="Equation.DSMT4">
                  <p:embed/>
                </p:oleObj>
              </mc:Choice>
              <mc:Fallback>
                <p:oleObj name="Equation" r:id="rId3" imgW="598654" imgH="209854" progId="Equation.DSMT4">
                  <p:embed/>
                  <p:pic>
                    <p:nvPicPr>
                      <p:cNvPr id="0" name=""/>
                      <p:cNvPicPr/>
                      <p:nvPr/>
                    </p:nvPicPr>
                    <p:blipFill>
                      <a:blip r:embed="rId4"/>
                      <a:stretch>
                        <a:fillRect/>
                      </a:stretch>
                    </p:blipFill>
                    <p:spPr>
                      <a:xfrm>
                        <a:off x="3738682" y="3620400"/>
                        <a:ext cx="1166284" cy="408354"/>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1217A698-0DB0-5719-2BA3-82707C252BE5}"/>
              </a:ext>
            </a:extLst>
          </p:cNvPr>
          <p:cNvGraphicFramePr>
            <a:graphicFrameLocks noChangeAspect="1"/>
          </p:cNvGraphicFramePr>
          <p:nvPr>
            <p:extLst>
              <p:ext uri="{D42A27DB-BD31-4B8C-83A1-F6EECF244321}">
                <p14:modId xmlns:p14="http://schemas.microsoft.com/office/powerpoint/2010/main" val="3921548068"/>
              </p:ext>
            </p:extLst>
          </p:nvPr>
        </p:nvGraphicFramePr>
        <p:xfrm>
          <a:off x="9946541" y="3622909"/>
          <a:ext cx="426916" cy="445477"/>
        </p:xfrm>
        <a:graphic>
          <a:graphicData uri="http://schemas.openxmlformats.org/presentationml/2006/ole">
            <mc:AlternateContent xmlns:mc="http://schemas.openxmlformats.org/markup-compatibility/2006">
              <mc:Choice xmlns:v="urn:schemas-microsoft-com:vml" Requires="v">
                <p:oleObj name="Equation" r:id="rId5" imgW="218705" imgH="228965" progId="Equation.DSMT4">
                  <p:embed/>
                </p:oleObj>
              </mc:Choice>
              <mc:Fallback>
                <p:oleObj name="Equation" r:id="rId5" imgW="218705" imgH="228965" progId="Equation.DSMT4">
                  <p:embed/>
                  <p:pic>
                    <p:nvPicPr>
                      <p:cNvPr id="0" name=""/>
                      <p:cNvPicPr/>
                      <p:nvPr/>
                    </p:nvPicPr>
                    <p:blipFill>
                      <a:blip r:embed="rId6"/>
                      <a:stretch>
                        <a:fillRect/>
                      </a:stretch>
                    </p:blipFill>
                    <p:spPr>
                      <a:xfrm>
                        <a:off x="9946541" y="3622909"/>
                        <a:ext cx="426916" cy="445477"/>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FC56D350-9F3A-2860-72CF-67B13CCDCE16}"/>
              </a:ext>
            </a:extLst>
          </p:cNvPr>
          <p:cNvGraphicFramePr>
            <a:graphicFrameLocks noChangeAspect="1"/>
          </p:cNvGraphicFramePr>
          <p:nvPr>
            <p:extLst>
              <p:ext uri="{D42A27DB-BD31-4B8C-83A1-F6EECF244321}">
                <p14:modId xmlns:p14="http://schemas.microsoft.com/office/powerpoint/2010/main" val="2937932565"/>
              </p:ext>
            </p:extLst>
          </p:nvPr>
        </p:nvGraphicFramePr>
        <p:xfrm>
          <a:off x="10618726" y="3631945"/>
          <a:ext cx="296984" cy="408354"/>
        </p:xfrm>
        <a:graphic>
          <a:graphicData uri="http://schemas.openxmlformats.org/presentationml/2006/ole">
            <mc:AlternateContent xmlns:mc="http://schemas.openxmlformats.org/markup-compatibility/2006">
              <mc:Choice xmlns:v="urn:schemas-microsoft-com:vml" Requires="v">
                <p:oleObj name="Equation" r:id="rId7" imgW="151908" imgH="209854" progId="Equation.DSMT4">
                  <p:embed/>
                </p:oleObj>
              </mc:Choice>
              <mc:Fallback>
                <p:oleObj name="Equation" r:id="rId7" imgW="151908" imgH="209854" progId="Equation.DSMT4">
                  <p:embed/>
                  <p:pic>
                    <p:nvPicPr>
                      <p:cNvPr id="0" name=""/>
                      <p:cNvPicPr/>
                      <p:nvPr/>
                    </p:nvPicPr>
                    <p:blipFill>
                      <a:blip r:embed="rId8"/>
                      <a:stretch>
                        <a:fillRect/>
                      </a:stretch>
                    </p:blipFill>
                    <p:spPr>
                      <a:xfrm>
                        <a:off x="10618726" y="3631945"/>
                        <a:ext cx="296984" cy="408354"/>
                      </a:xfrm>
                      <a:prstGeom prst="rect">
                        <a:avLst/>
                      </a:prstGeom>
                    </p:spPr>
                  </p:pic>
                </p:oleObj>
              </mc:Fallback>
            </mc:AlternateContent>
          </a:graphicData>
        </a:graphic>
      </p:graphicFrame>
      <p:graphicFrame>
        <p:nvGraphicFramePr>
          <p:cNvPr id="24" name="对象 23">
            <a:extLst>
              <a:ext uri="{FF2B5EF4-FFF2-40B4-BE49-F238E27FC236}">
                <a16:creationId xmlns:a16="http://schemas.microsoft.com/office/drawing/2014/main" id="{6BF3A7E8-E94A-E45C-90CB-23D3B7BFAF85}"/>
              </a:ext>
            </a:extLst>
          </p:cNvPr>
          <p:cNvGraphicFramePr>
            <a:graphicFrameLocks noChangeAspect="1"/>
          </p:cNvGraphicFramePr>
          <p:nvPr>
            <p:extLst>
              <p:ext uri="{D42A27DB-BD31-4B8C-83A1-F6EECF244321}">
                <p14:modId xmlns:p14="http://schemas.microsoft.com/office/powerpoint/2010/main" val="4231869828"/>
              </p:ext>
            </p:extLst>
          </p:nvPr>
        </p:nvGraphicFramePr>
        <p:xfrm>
          <a:off x="1495626" y="4017563"/>
          <a:ext cx="278423" cy="408354"/>
        </p:xfrm>
        <a:graphic>
          <a:graphicData uri="http://schemas.openxmlformats.org/presentationml/2006/ole">
            <mc:AlternateContent xmlns:mc="http://schemas.openxmlformats.org/markup-compatibility/2006">
              <mc:Choice xmlns:v="urn:schemas-microsoft-com:vml" Requires="v">
                <p:oleObj name="Equation" r:id="rId9" imgW="142571" imgH="209854" progId="Equation.DSMT4">
                  <p:embed/>
                </p:oleObj>
              </mc:Choice>
              <mc:Fallback>
                <p:oleObj name="Equation" r:id="rId9" imgW="142571" imgH="209854" progId="Equation.DSMT4">
                  <p:embed/>
                  <p:pic>
                    <p:nvPicPr>
                      <p:cNvPr id="0" name=""/>
                      <p:cNvPicPr/>
                      <p:nvPr/>
                    </p:nvPicPr>
                    <p:blipFill>
                      <a:blip r:embed="rId10"/>
                      <a:stretch>
                        <a:fillRect/>
                      </a:stretch>
                    </p:blipFill>
                    <p:spPr>
                      <a:xfrm>
                        <a:off x="1495626" y="4017563"/>
                        <a:ext cx="278423" cy="408354"/>
                      </a:xfrm>
                      <a:prstGeom prst="rect">
                        <a:avLst/>
                      </a:prstGeom>
                    </p:spPr>
                  </p:pic>
                </p:oleObj>
              </mc:Fallback>
            </mc:AlternateContent>
          </a:graphicData>
        </a:graphic>
      </p:graphicFrame>
    </p:spTree>
    <p:extLst>
      <p:ext uri="{BB962C8B-B14F-4D97-AF65-F5344CB8AC3E}">
        <p14:creationId xmlns:p14="http://schemas.microsoft.com/office/powerpoint/2010/main" val="552235901"/>
      </p:ext>
    </p:extLst>
  </p:cSld>
  <p:clrMapOvr>
    <a:masterClrMapping/>
  </p:clrMapOvr>
  <p:transition advTm="18857"/>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4.5 </a:t>
            </a:r>
            <a:r>
              <a:rPr lang="zh-CN" altLang="en-US" sz="2800" b="1" dirty="0">
                <a:latin typeface="Times New Roman" pitchFamily="18" charset="0"/>
                <a:ea typeface="华文中宋" pitchFamily="2" charset="-122"/>
              </a:rPr>
              <a:t>四足机器人简化动力学推导</a:t>
            </a:r>
          </a:p>
        </p:txBody>
      </p:sp>
      <p:sp>
        <p:nvSpPr>
          <p:cNvPr id="12290" name="内容占位符 2"/>
          <p:cNvSpPr>
            <a:spLocks noChangeArrowheads="1"/>
          </p:cNvSpPr>
          <p:nvPr/>
        </p:nvSpPr>
        <p:spPr bwMode="auto">
          <a:xfrm>
            <a:off x="977900" y="1009650"/>
            <a:ext cx="105918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以右前腿为例，首先，使用改进</a:t>
            </a:r>
            <a:r>
              <a:rPr lang="en-US" altLang="zh-CN" sz="2400" b="1" dirty="0">
                <a:latin typeface="Times New Roman" pitchFamily="18" charset="0"/>
                <a:ea typeface="微软雅黑" pitchFamily="34" charset="-122"/>
              </a:rPr>
              <a:t>D-H(MDH)</a:t>
            </a:r>
            <a:r>
              <a:rPr lang="zh-CN" altLang="en-US" sz="2400" b="1" dirty="0">
                <a:latin typeface="Times New Roman" pitchFamily="18" charset="0"/>
                <a:ea typeface="微软雅黑" pitchFamily="34" charset="-122"/>
              </a:rPr>
              <a:t>方法推导其正运动学方程。机器人每条腿有</a:t>
            </a:r>
            <a:r>
              <a:rPr lang="en-US" altLang="zh-CN" sz="2400" b="1" dirty="0">
                <a:latin typeface="Times New Roman" pitchFamily="18" charset="0"/>
                <a:ea typeface="微软雅黑" pitchFamily="34" charset="-122"/>
              </a:rPr>
              <a:t>3</a:t>
            </a:r>
            <a:r>
              <a:rPr lang="zh-CN" altLang="en-US" sz="2400" b="1" dirty="0">
                <a:latin typeface="Times New Roman" pitchFamily="18" charset="0"/>
                <a:ea typeface="微软雅黑" pitchFamily="34" charset="-122"/>
              </a:rPr>
              <a:t>个自由度，紧靠躯干的为一个横滚自由度，另两个为俯仰自由度。由坐标系可建立</a:t>
            </a:r>
            <a:r>
              <a:rPr lang="en-US" altLang="zh-CN" sz="2400" b="1" dirty="0">
                <a:latin typeface="Times New Roman" pitchFamily="18" charset="0"/>
                <a:ea typeface="微软雅黑" pitchFamily="34" charset="-122"/>
              </a:rPr>
              <a:t>MDH</a:t>
            </a:r>
            <a:r>
              <a:rPr lang="zh-CN" altLang="en-US" sz="2400" b="1" dirty="0">
                <a:latin typeface="Times New Roman" pitchFamily="18" charset="0"/>
                <a:ea typeface="微软雅黑" pitchFamily="34" charset="-122"/>
              </a:rPr>
              <a:t>参数表，如表所示。</a:t>
            </a:r>
            <a:endParaRPr lang="en-US" altLang="zh-CN" sz="2400" b="1" dirty="0">
              <a:latin typeface="Times New Roman" pitchFamily="18" charset="0"/>
              <a:ea typeface="微软雅黑" pitchFamily="34" charset="-122"/>
            </a:endParaRPr>
          </a:p>
        </p:txBody>
      </p:sp>
      <p:sp>
        <p:nvSpPr>
          <p:cNvPr id="2" name="Rectangle 2">
            <a:extLst>
              <a:ext uri="{FF2B5EF4-FFF2-40B4-BE49-F238E27FC236}">
                <a16:creationId xmlns:a16="http://schemas.microsoft.com/office/drawing/2014/main" id="{05D0BA8F-52A5-C8D0-CAB4-B4070DAE615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4">
            <a:extLst>
              <a:ext uri="{FF2B5EF4-FFF2-40B4-BE49-F238E27FC236}">
                <a16:creationId xmlns:a16="http://schemas.microsoft.com/office/drawing/2014/main" id="{2E8D1518-A6A2-5B86-4105-17A4FD0199F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id="{D6DC6AF4-4071-6769-DF3D-24C8A7F0E33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2">
            <a:extLst>
              <a:ext uri="{FF2B5EF4-FFF2-40B4-BE49-F238E27FC236}">
                <a16:creationId xmlns:a16="http://schemas.microsoft.com/office/drawing/2014/main" id="{8106722E-A8AF-B46A-2FD7-14F069A9781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Rectangle 4">
            <a:extLst>
              <a:ext uri="{FF2B5EF4-FFF2-40B4-BE49-F238E27FC236}">
                <a16:creationId xmlns:a16="http://schemas.microsoft.com/office/drawing/2014/main" id="{7CB91B8C-92E2-4AF0-458B-675043DFEFF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7" name="Rectangle 6">
            <a:extLst>
              <a:ext uri="{FF2B5EF4-FFF2-40B4-BE49-F238E27FC236}">
                <a16:creationId xmlns:a16="http://schemas.microsoft.com/office/drawing/2014/main" id="{EF77BD10-6485-2ED5-54CD-0A09F6FEADB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Rectangle 2">
            <a:extLst>
              <a:ext uri="{FF2B5EF4-FFF2-40B4-BE49-F238E27FC236}">
                <a16:creationId xmlns:a16="http://schemas.microsoft.com/office/drawing/2014/main" id="{495F9D1D-4065-A0ED-652B-D60C9DD0BBC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4338" name="Picture 2">
            <a:extLst>
              <a:ext uri="{FF2B5EF4-FFF2-40B4-BE49-F238E27FC236}">
                <a16:creationId xmlns:a16="http://schemas.microsoft.com/office/drawing/2014/main" id="{7A41ECF9-3064-50FA-AE81-3C4C992D60A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6398" y="2470222"/>
            <a:ext cx="3246438" cy="3378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AAA054C9-9837-5FB9-B34A-033F55E6390A}"/>
              </a:ext>
            </a:extLst>
          </p:cNvPr>
          <p:cNvSpPr txBox="1"/>
          <p:nvPr/>
        </p:nvSpPr>
        <p:spPr>
          <a:xfrm>
            <a:off x="1306946" y="5848350"/>
            <a:ext cx="6123708" cy="369332"/>
          </a:xfrm>
          <a:prstGeom prst="rect">
            <a:avLst/>
          </a:prstGeom>
          <a:noFill/>
        </p:spPr>
        <p:txBody>
          <a:bodyPr wrap="square">
            <a:spAutoFit/>
          </a:bodyPr>
          <a:lstStyle/>
          <a:p>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800" kern="1000" dirty="0">
                <a:effectLst/>
                <a:latin typeface="Times New Roman" panose="02020603050405020304" pitchFamily="18" charset="0"/>
                <a:ea typeface="宋体" panose="02010600030101010101" pitchFamily="2" charset="-122"/>
              </a:rPr>
              <a:t>4.10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机器人右前腿坐标系示意图</a:t>
            </a:r>
            <a:endParaRPr lang="zh-CN" altLang="en-US" dirty="0"/>
          </a:p>
        </p:txBody>
      </p:sp>
      <p:graphicFrame>
        <p:nvGraphicFramePr>
          <p:cNvPr id="42" name="对象 41">
            <a:extLst>
              <a:ext uri="{FF2B5EF4-FFF2-40B4-BE49-F238E27FC236}">
                <a16:creationId xmlns:a16="http://schemas.microsoft.com/office/drawing/2014/main" id="{1B84671F-69FB-5A2E-916E-E94FCA300173}"/>
              </a:ext>
            </a:extLst>
          </p:cNvPr>
          <p:cNvGraphicFramePr>
            <a:graphicFrameLocks noChangeAspect="1"/>
          </p:cNvGraphicFramePr>
          <p:nvPr>
            <p:extLst>
              <p:ext uri="{D42A27DB-BD31-4B8C-83A1-F6EECF244321}">
                <p14:modId xmlns:p14="http://schemas.microsoft.com/office/powerpoint/2010/main" val="3008711659"/>
              </p:ext>
            </p:extLst>
          </p:nvPr>
        </p:nvGraphicFramePr>
        <p:xfrm>
          <a:off x="2886365" y="2896535"/>
          <a:ext cx="11114775" cy="3441848"/>
        </p:xfrm>
        <a:graphic>
          <a:graphicData uri="http://schemas.openxmlformats.org/presentationml/2006/ole">
            <mc:AlternateContent xmlns:mc="http://schemas.openxmlformats.org/markup-compatibility/2006">
              <mc:Choice xmlns:v="urn:schemas-microsoft-com:vml" Requires="v">
                <p:oleObj spid="_x0000_s14438" name="Document" r:id="rId5" imgW="5387595" imgH="1668516" progId="Word.Document.12">
                  <p:embed/>
                </p:oleObj>
              </mc:Choice>
              <mc:Fallback>
                <p:oleObj name="Document" r:id="rId5" imgW="5387595" imgH="1668516" progId="Word.Document.12">
                  <p:embed/>
                  <p:pic>
                    <p:nvPicPr>
                      <p:cNvPr id="0" name=""/>
                      <p:cNvPicPr/>
                      <p:nvPr/>
                    </p:nvPicPr>
                    <p:blipFill>
                      <a:blip r:embed="rId6"/>
                      <a:stretch>
                        <a:fillRect/>
                      </a:stretch>
                    </p:blipFill>
                    <p:spPr>
                      <a:xfrm>
                        <a:off x="2886365" y="2896535"/>
                        <a:ext cx="11114775" cy="3441848"/>
                      </a:xfrm>
                      <a:prstGeom prst="rect">
                        <a:avLst/>
                      </a:prstGeom>
                    </p:spPr>
                  </p:pic>
                </p:oleObj>
              </mc:Fallback>
            </mc:AlternateContent>
          </a:graphicData>
        </a:graphic>
      </p:graphicFrame>
    </p:spTree>
    <p:extLst>
      <p:ext uri="{BB962C8B-B14F-4D97-AF65-F5344CB8AC3E}">
        <p14:creationId xmlns:p14="http://schemas.microsoft.com/office/powerpoint/2010/main" val="2873435779"/>
      </p:ext>
    </p:extLst>
  </p:cSld>
  <p:clrMapOvr>
    <a:masterClrMapping/>
  </p:clrMapOvr>
  <p:transition advTm="18857"/>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4.5 </a:t>
            </a:r>
            <a:r>
              <a:rPr lang="zh-CN" altLang="en-US" sz="2800" b="1" dirty="0">
                <a:latin typeface="Times New Roman" pitchFamily="18" charset="0"/>
                <a:ea typeface="华文中宋" pitchFamily="2" charset="-122"/>
              </a:rPr>
              <a:t>四足机器人简化动力学推导</a:t>
            </a:r>
          </a:p>
        </p:txBody>
      </p:sp>
      <p:sp>
        <p:nvSpPr>
          <p:cNvPr id="12290" name="内容占位符 2"/>
          <p:cNvSpPr>
            <a:spLocks noChangeArrowheads="1"/>
          </p:cNvSpPr>
          <p:nvPr/>
        </p:nvSpPr>
        <p:spPr bwMode="auto">
          <a:xfrm>
            <a:off x="977900" y="1009650"/>
            <a:ext cx="105918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由表</a:t>
            </a:r>
            <a:r>
              <a:rPr lang="en-US" altLang="zh-CN" sz="2400" b="1" dirty="0">
                <a:latin typeface="Times New Roman" pitchFamily="18" charset="0"/>
                <a:ea typeface="微软雅黑" pitchFamily="34" charset="-122"/>
              </a:rPr>
              <a:t>4.1</a:t>
            </a:r>
            <a:r>
              <a:rPr lang="zh-CN" altLang="en-US" sz="2400" b="1" dirty="0">
                <a:latin typeface="Times New Roman" pitchFamily="18" charset="0"/>
                <a:ea typeface="微软雅黑" pitchFamily="34" charset="-122"/>
              </a:rPr>
              <a:t>可得到各齐次矩阵：</a:t>
            </a:r>
            <a:endParaRPr lang="en-US" altLang="zh-CN" sz="2400" b="1" dirty="0">
              <a:latin typeface="Times New Roman" pitchFamily="18" charset="0"/>
              <a:ea typeface="微软雅黑" pitchFamily="34" charset="-122"/>
            </a:endParaRPr>
          </a:p>
        </p:txBody>
      </p:sp>
      <p:sp>
        <p:nvSpPr>
          <p:cNvPr id="2" name="Rectangle 2">
            <a:extLst>
              <a:ext uri="{FF2B5EF4-FFF2-40B4-BE49-F238E27FC236}">
                <a16:creationId xmlns:a16="http://schemas.microsoft.com/office/drawing/2014/main" id="{05D0BA8F-52A5-C8D0-CAB4-B4070DAE615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4">
            <a:extLst>
              <a:ext uri="{FF2B5EF4-FFF2-40B4-BE49-F238E27FC236}">
                <a16:creationId xmlns:a16="http://schemas.microsoft.com/office/drawing/2014/main" id="{2E8D1518-A6A2-5B86-4105-17A4FD0199F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id="{D6DC6AF4-4071-6769-DF3D-24C8A7F0E33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2">
            <a:extLst>
              <a:ext uri="{FF2B5EF4-FFF2-40B4-BE49-F238E27FC236}">
                <a16:creationId xmlns:a16="http://schemas.microsoft.com/office/drawing/2014/main" id="{8106722E-A8AF-B46A-2FD7-14F069A9781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Rectangle 4">
            <a:extLst>
              <a:ext uri="{FF2B5EF4-FFF2-40B4-BE49-F238E27FC236}">
                <a16:creationId xmlns:a16="http://schemas.microsoft.com/office/drawing/2014/main" id="{7CB91B8C-92E2-4AF0-458B-675043DFEFF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7" name="Rectangle 6">
            <a:extLst>
              <a:ext uri="{FF2B5EF4-FFF2-40B4-BE49-F238E27FC236}">
                <a16:creationId xmlns:a16="http://schemas.microsoft.com/office/drawing/2014/main" id="{EF77BD10-6485-2ED5-54CD-0A09F6FEADB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Rectangle 2">
            <a:extLst>
              <a:ext uri="{FF2B5EF4-FFF2-40B4-BE49-F238E27FC236}">
                <a16:creationId xmlns:a16="http://schemas.microsoft.com/office/drawing/2014/main" id="{495F9D1D-4065-A0ED-652B-D60C9DD0BBC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a:extLst>
              <a:ext uri="{FF2B5EF4-FFF2-40B4-BE49-F238E27FC236}">
                <a16:creationId xmlns:a16="http://schemas.microsoft.com/office/drawing/2014/main" id="{52EAE07B-D703-3E5D-7056-AF2449DE56AD}"/>
              </a:ext>
            </a:extLst>
          </p:cNvPr>
          <p:cNvGraphicFramePr>
            <a:graphicFrameLocks noChangeAspect="1"/>
          </p:cNvGraphicFramePr>
          <p:nvPr>
            <p:extLst>
              <p:ext uri="{D42A27DB-BD31-4B8C-83A1-F6EECF244321}">
                <p14:modId xmlns:p14="http://schemas.microsoft.com/office/powerpoint/2010/main" val="2675617120"/>
              </p:ext>
            </p:extLst>
          </p:nvPr>
        </p:nvGraphicFramePr>
        <p:xfrm>
          <a:off x="1165341" y="1829797"/>
          <a:ext cx="2877038" cy="1386490"/>
        </p:xfrm>
        <a:graphic>
          <a:graphicData uri="http://schemas.openxmlformats.org/presentationml/2006/ole">
            <mc:AlternateContent xmlns:mc="http://schemas.openxmlformats.org/markup-compatibility/2006">
              <mc:Choice xmlns:v="urn:schemas-microsoft-com:vml" Requires="v">
                <p:oleObj name="Equation" r:id="rId3" imgW="1624662" imgH="782446" progId="Equation.DSMT4">
                  <p:embed/>
                </p:oleObj>
              </mc:Choice>
              <mc:Fallback>
                <p:oleObj name="Equation" r:id="rId3" imgW="1624662" imgH="782446" progId="Equation.DSMT4">
                  <p:embed/>
                  <p:pic>
                    <p:nvPicPr>
                      <p:cNvPr id="0" name=""/>
                      <p:cNvPicPr/>
                      <p:nvPr/>
                    </p:nvPicPr>
                    <p:blipFill>
                      <a:blip r:embed="rId4"/>
                      <a:stretch>
                        <a:fillRect/>
                      </a:stretch>
                    </p:blipFill>
                    <p:spPr>
                      <a:xfrm>
                        <a:off x="1165341" y="1829797"/>
                        <a:ext cx="2877038" cy="1386490"/>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4A9C15CE-0814-3662-1436-1107C19DE265}"/>
              </a:ext>
            </a:extLst>
          </p:cNvPr>
          <p:cNvGraphicFramePr>
            <a:graphicFrameLocks noChangeAspect="1"/>
          </p:cNvGraphicFramePr>
          <p:nvPr>
            <p:extLst>
              <p:ext uri="{D42A27DB-BD31-4B8C-83A1-F6EECF244321}">
                <p14:modId xmlns:p14="http://schemas.microsoft.com/office/powerpoint/2010/main" val="569739196"/>
              </p:ext>
            </p:extLst>
          </p:nvPr>
        </p:nvGraphicFramePr>
        <p:xfrm>
          <a:off x="4308459" y="1790198"/>
          <a:ext cx="3130149" cy="1437113"/>
        </p:xfrm>
        <a:graphic>
          <a:graphicData uri="http://schemas.openxmlformats.org/presentationml/2006/ole">
            <mc:AlternateContent xmlns:mc="http://schemas.openxmlformats.org/markup-compatibility/2006">
              <mc:Choice xmlns:v="urn:schemas-microsoft-com:vml" Requires="v">
                <p:oleObj name="Equation" r:id="rId5" imgW="1767233" imgH="810931" progId="Equation.DSMT4">
                  <p:embed/>
                </p:oleObj>
              </mc:Choice>
              <mc:Fallback>
                <p:oleObj name="Equation" r:id="rId5" imgW="1767233" imgH="810931" progId="Equation.DSMT4">
                  <p:embed/>
                  <p:pic>
                    <p:nvPicPr>
                      <p:cNvPr id="0" name=""/>
                      <p:cNvPicPr/>
                      <p:nvPr/>
                    </p:nvPicPr>
                    <p:blipFill>
                      <a:blip r:embed="rId6"/>
                      <a:stretch>
                        <a:fillRect/>
                      </a:stretch>
                    </p:blipFill>
                    <p:spPr>
                      <a:xfrm>
                        <a:off x="4308459" y="1790198"/>
                        <a:ext cx="3130149" cy="1437113"/>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FDBCFC84-A0A3-85CC-B2FD-B309A5B5C9B6}"/>
              </a:ext>
            </a:extLst>
          </p:cNvPr>
          <p:cNvGraphicFramePr>
            <a:graphicFrameLocks noChangeAspect="1"/>
          </p:cNvGraphicFramePr>
          <p:nvPr>
            <p:extLst>
              <p:ext uri="{D42A27DB-BD31-4B8C-83A1-F6EECF244321}">
                <p14:modId xmlns:p14="http://schemas.microsoft.com/office/powerpoint/2010/main" val="3999255172"/>
              </p:ext>
            </p:extLst>
          </p:nvPr>
        </p:nvGraphicFramePr>
        <p:xfrm>
          <a:off x="7704688" y="1779174"/>
          <a:ext cx="3045779" cy="1437113"/>
        </p:xfrm>
        <a:graphic>
          <a:graphicData uri="http://schemas.openxmlformats.org/presentationml/2006/ole">
            <mc:AlternateContent xmlns:mc="http://schemas.openxmlformats.org/markup-compatibility/2006">
              <mc:Choice xmlns:v="urn:schemas-microsoft-com:vml" Requires="v">
                <p:oleObj name="Equation" r:id="rId7" imgW="1719829" imgH="810931" progId="Equation.DSMT4">
                  <p:embed/>
                </p:oleObj>
              </mc:Choice>
              <mc:Fallback>
                <p:oleObj name="Equation" r:id="rId7" imgW="1719829" imgH="810931" progId="Equation.DSMT4">
                  <p:embed/>
                  <p:pic>
                    <p:nvPicPr>
                      <p:cNvPr id="0" name=""/>
                      <p:cNvPicPr/>
                      <p:nvPr/>
                    </p:nvPicPr>
                    <p:blipFill>
                      <a:blip r:embed="rId8"/>
                      <a:stretch>
                        <a:fillRect/>
                      </a:stretch>
                    </p:blipFill>
                    <p:spPr>
                      <a:xfrm>
                        <a:off x="7704688" y="1779174"/>
                        <a:ext cx="3045779" cy="1437113"/>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62FCE70F-BE38-334B-A657-6772E09AC8C7}"/>
              </a:ext>
            </a:extLst>
          </p:cNvPr>
          <p:cNvGraphicFramePr>
            <a:graphicFrameLocks noChangeAspect="1"/>
          </p:cNvGraphicFramePr>
          <p:nvPr>
            <p:extLst>
              <p:ext uri="{D42A27DB-BD31-4B8C-83A1-F6EECF244321}">
                <p14:modId xmlns:p14="http://schemas.microsoft.com/office/powerpoint/2010/main" val="587486941"/>
              </p:ext>
            </p:extLst>
          </p:nvPr>
        </p:nvGraphicFramePr>
        <p:xfrm>
          <a:off x="1165341" y="3429000"/>
          <a:ext cx="2069891" cy="1437113"/>
        </p:xfrm>
        <a:graphic>
          <a:graphicData uri="http://schemas.openxmlformats.org/presentationml/2006/ole">
            <mc:AlternateContent xmlns:mc="http://schemas.openxmlformats.org/markup-compatibility/2006">
              <mc:Choice xmlns:v="urn:schemas-microsoft-com:vml" Requires="v">
                <p:oleObj name="Equation" r:id="rId9" imgW="1168579" imgH="810931" progId="Equation.DSMT4">
                  <p:embed/>
                </p:oleObj>
              </mc:Choice>
              <mc:Fallback>
                <p:oleObj name="Equation" r:id="rId9" imgW="1168579" imgH="810931" progId="Equation.DSMT4">
                  <p:embed/>
                  <p:pic>
                    <p:nvPicPr>
                      <p:cNvPr id="0" name=""/>
                      <p:cNvPicPr/>
                      <p:nvPr/>
                    </p:nvPicPr>
                    <p:blipFill>
                      <a:blip r:embed="rId10"/>
                      <a:stretch>
                        <a:fillRect/>
                      </a:stretch>
                    </p:blipFill>
                    <p:spPr>
                      <a:xfrm>
                        <a:off x="1165341" y="3429000"/>
                        <a:ext cx="2069891" cy="1437113"/>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F5F91FC3-82F0-1AA0-7567-8D562D282DCE}"/>
              </a:ext>
            </a:extLst>
          </p:cNvPr>
          <p:cNvGraphicFramePr>
            <a:graphicFrameLocks noChangeAspect="1"/>
          </p:cNvGraphicFramePr>
          <p:nvPr>
            <p:extLst>
              <p:ext uri="{D42A27DB-BD31-4B8C-83A1-F6EECF244321}">
                <p14:modId xmlns:p14="http://schemas.microsoft.com/office/powerpoint/2010/main" val="3610817820"/>
              </p:ext>
            </p:extLst>
          </p:nvPr>
        </p:nvGraphicFramePr>
        <p:xfrm>
          <a:off x="3584277" y="3428999"/>
          <a:ext cx="2289256" cy="1437113"/>
        </p:xfrm>
        <a:graphic>
          <a:graphicData uri="http://schemas.openxmlformats.org/presentationml/2006/ole">
            <mc:AlternateContent xmlns:mc="http://schemas.openxmlformats.org/markup-compatibility/2006">
              <mc:Choice xmlns:v="urn:schemas-microsoft-com:vml" Requires="v">
                <p:oleObj name="Equation" r:id="rId11" imgW="1292117" imgH="810931" progId="Equation.DSMT4">
                  <p:embed/>
                </p:oleObj>
              </mc:Choice>
              <mc:Fallback>
                <p:oleObj name="Equation" r:id="rId11" imgW="1292117" imgH="810931" progId="Equation.DSMT4">
                  <p:embed/>
                  <p:pic>
                    <p:nvPicPr>
                      <p:cNvPr id="0" name=""/>
                      <p:cNvPicPr/>
                      <p:nvPr/>
                    </p:nvPicPr>
                    <p:blipFill>
                      <a:blip r:embed="rId12"/>
                      <a:stretch>
                        <a:fillRect/>
                      </a:stretch>
                    </p:blipFill>
                    <p:spPr>
                      <a:xfrm>
                        <a:off x="3584277" y="3428999"/>
                        <a:ext cx="2289256" cy="1437113"/>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0310ED18-D85E-82CE-5406-E24CEB2D315F}"/>
              </a:ext>
            </a:extLst>
          </p:cNvPr>
          <p:cNvGraphicFramePr>
            <a:graphicFrameLocks noChangeAspect="1"/>
          </p:cNvGraphicFramePr>
          <p:nvPr>
            <p:extLst>
              <p:ext uri="{D42A27DB-BD31-4B8C-83A1-F6EECF244321}">
                <p14:modId xmlns:p14="http://schemas.microsoft.com/office/powerpoint/2010/main" val="4172745867"/>
              </p:ext>
            </p:extLst>
          </p:nvPr>
        </p:nvGraphicFramePr>
        <p:xfrm>
          <a:off x="1190034" y="4948662"/>
          <a:ext cx="5704690" cy="1909338"/>
        </p:xfrm>
        <a:graphic>
          <a:graphicData uri="http://schemas.openxmlformats.org/presentationml/2006/ole">
            <mc:AlternateContent xmlns:mc="http://schemas.openxmlformats.org/markup-compatibility/2006">
              <mc:Choice xmlns:v="urn:schemas-microsoft-com:vml" Requires="v">
                <p:oleObj name="Equation" r:id="rId13" imgW="3107113" imgH="1039896" progId="Equation.DSMT4">
                  <p:embed/>
                </p:oleObj>
              </mc:Choice>
              <mc:Fallback>
                <p:oleObj name="Equation" r:id="rId13" imgW="3107113" imgH="1039896" progId="Equation.DSMT4">
                  <p:embed/>
                  <p:pic>
                    <p:nvPicPr>
                      <p:cNvPr id="0" name=""/>
                      <p:cNvPicPr/>
                      <p:nvPr/>
                    </p:nvPicPr>
                    <p:blipFill>
                      <a:blip r:embed="rId14"/>
                      <a:stretch>
                        <a:fillRect/>
                      </a:stretch>
                    </p:blipFill>
                    <p:spPr>
                      <a:xfrm>
                        <a:off x="1190034" y="4948662"/>
                        <a:ext cx="5704690" cy="1909338"/>
                      </a:xfrm>
                      <a:prstGeom prst="rect">
                        <a:avLst/>
                      </a:prstGeom>
                    </p:spPr>
                  </p:pic>
                </p:oleObj>
              </mc:Fallback>
            </mc:AlternateContent>
          </a:graphicData>
        </a:graphic>
      </p:graphicFrame>
    </p:spTree>
    <p:extLst>
      <p:ext uri="{BB962C8B-B14F-4D97-AF65-F5344CB8AC3E}">
        <p14:creationId xmlns:p14="http://schemas.microsoft.com/office/powerpoint/2010/main" val="3182162969"/>
      </p:ext>
    </p:extLst>
  </p:cSld>
  <p:clrMapOvr>
    <a:masterClrMapping/>
  </p:clrMapOvr>
  <p:transition advTm="18857"/>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4.5 </a:t>
            </a:r>
            <a:r>
              <a:rPr lang="zh-CN" altLang="en-US" sz="2800" b="1" dirty="0">
                <a:latin typeface="Times New Roman" pitchFamily="18" charset="0"/>
                <a:ea typeface="华文中宋" pitchFamily="2" charset="-122"/>
              </a:rPr>
              <a:t>四足机器人简化动力学推导</a:t>
            </a:r>
          </a:p>
        </p:txBody>
      </p:sp>
      <p:sp>
        <p:nvSpPr>
          <p:cNvPr id="12290" name="内容占位符 2"/>
          <p:cNvSpPr>
            <a:spLocks noChangeArrowheads="1"/>
          </p:cNvSpPr>
          <p:nvPr/>
        </p:nvSpPr>
        <p:spPr bwMode="auto">
          <a:xfrm>
            <a:off x="977900" y="1009650"/>
            <a:ext cx="105918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于是，在躯干坐标系      下，右前腿的足端坐标为</a:t>
            </a: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在机器人的动力学推导过程中，    为所有杆件的动能，     为所有杆件的势能。为简化方程，所有坐标都在图</a:t>
            </a:r>
            <a:r>
              <a:rPr lang="en-US" altLang="zh-CN" sz="2400" b="1" dirty="0">
                <a:latin typeface="Times New Roman" pitchFamily="18" charset="0"/>
                <a:ea typeface="微软雅黑" pitchFamily="34" charset="-122"/>
              </a:rPr>
              <a:t>4.10</a:t>
            </a:r>
            <a:r>
              <a:rPr lang="zh-CN" altLang="en-US" sz="2400" b="1" dirty="0">
                <a:latin typeface="Times New Roman" pitchFamily="18" charset="0"/>
                <a:ea typeface="微软雅黑" pitchFamily="34" charset="-122"/>
              </a:rPr>
              <a:t>的髋关节坐标系        下求取分别表示各个坐标原点的位置：</a:t>
            </a:r>
            <a:endParaRPr lang="en-US" altLang="zh-CN" sz="2400" b="1" dirty="0">
              <a:latin typeface="Times New Roman" pitchFamily="18" charset="0"/>
              <a:ea typeface="微软雅黑" pitchFamily="34" charset="-122"/>
            </a:endParaRPr>
          </a:p>
        </p:txBody>
      </p:sp>
      <p:sp>
        <p:nvSpPr>
          <p:cNvPr id="2" name="Rectangle 2">
            <a:extLst>
              <a:ext uri="{FF2B5EF4-FFF2-40B4-BE49-F238E27FC236}">
                <a16:creationId xmlns:a16="http://schemas.microsoft.com/office/drawing/2014/main" id="{05D0BA8F-52A5-C8D0-CAB4-B4070DAE615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4">
            <a:extLst>
              <a:ext uri="{FF2B5EF4-FFF2-40B4-BE49-F238E27FC236}">
                <a16:creationId xmlns:a16="http://schemas.microsoft.com/office/drawing/2014/main" id="{2E8D1518-A6A2-5B86-4105-17A4FD0199F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id="{D6DC6AF4-4071-6769-DF3D-24C8A7F0E33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2">
            <a:extLst>
              <a:ext uri="{FF2B5EF4-FFF2-40B4-BE49-F238E27FC236}">
                <a16:creationId xmlns:a16="http://schemas.microsoft.com/office/drawing/2014/main" id="{8106722E-A8AF-B46A-2FD7-14F069A9781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Rectangle 4">
            <a:extLst>
              <a:ext uri="{FF2B5EF4-FFF2-40B4-BE49-F238E27FC236}">
                <a16:creationId xmlns:a16="http://schemas.microsoft.com/office/drawing/2014/main" id="{7CB91B8C-92E2-4AF0-458B-675043DFEFF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7" name="Rectangle 6">
            <a:extLst>
              <a:ext uri="{FF2B5EF4-FFF2-40B4-BE49-F238E27FC236}">
                <a16:creationId xmlns:a16="http://schemas.microsoft.com/office/drawing/2014/main" id="{EF77BD10-6485-2ED5-54CD-0A09F6FEADB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Rectangle 2">
            <a:extLst>
              <a:ext uri="{FF2B5EF4-FFF2-40B4-BE49-F238E27FC236}">
                <a16:creationId xmlns:a16="http://schemas.microsoft.com/office/drawing/2014/main" id="{495F9D1D-4065-A0ED-652B-D60C9DD0BBC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a:extLst>
              <a:ext uri="{FF2B5EF4-FFF2-40B4-BE49-F238E27FC236}">
                <a16:creationId xmlns:a16="http://schemas.microsoft.com/office/drawing/2014/main" id="{75432FDF-1EC4-811F-5728-9C9619BA51E8}"/>
              </a:ext>
            </a:extLst>
          </p:cNvPr>
          <p:cNvGraphicFramePr>
            <a:graphicFrameLocks noChangeAspect="1"/>
          </p:cNvGraphicFramePr>
          <p:nvPr>
            <p:extLst>
              <p:ext uri="{D42A27DB-BD31-4B8C-83A1-F6EECF244321}">
                <p14:modId xmlns:p14="http://schemas.microsoft.com/office/powerpoint/2010/main" val="3914286415"/>
              </p:ext>
            </p:extLst>
          </p:nvPr>
        </p:nvGraphicFramePr>
        <p:xfrm>
          <a:off x="4589674" y="1080400"/>
          <a:ext cx="334109" cy="408354"/>
        </p:xfrm>
        <a:graphic>
          <a:graphicData uri="http://schemas.openxmlformats.org/presentationml/2006/ole">
            <mc:AlternateContent xmlns:mc="http://schemas.openxmlformats.org/markup-compatibility/2006">
              <mc:Choice xmlns:v="urn:schemas-microsoft-com:vml" Requires="v">
                <p:oleObj name="Equation" r:id="rId3" imgW="170941" imgH="209854" progId="Equation.DSMT4">
                  <p:embed/>
                </p:oleObj>
              </mc:Choice>
              <mc:Fallback>
                <p:oleObj name="Equation" r:id="rId3" imgW="170941" imgH="209854" progId="Equation.DSMT4">
                  <p:embed/>
                  <p:pic>
                    <p:nvPicPr>
                      <p:cNvPr id="0" name=""/>
                      <p:cNvPicPr/>
                      <p:nvPr/>
                    </p:nvPicPr>
                    <p:blipFill>
                      <a:blip r:embed="rId4"/>
                      <a:stretch>
                        <a:fillRect/>
                      </a:stretch>
                    </p:blipFill>
                    <p:spPr>
                      <a:xfrm>
                        <a:off x="4589674" y="1080400"/>
                        <a:ext cx="334109" cy="408354"/>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7B226D64-3555-214E-7972-785AF8F9A0ED}"/>
              </a:ext>
            </a:extLst>
          </p:cNvPr>
          <p:cNvGraphicFramePr>
            <a:graphicFrameLocks noChangeAspect="1"/>
          </p:cNvGraphicFramePr>
          <p:nvPr>
            <p:extLst>
              <p:ext uri="{D42A27DB-BD31-4B8C-83A1-F6EECF244321}">
                <p14:modId xmlns:p14="http://schemas.microsoft.com/office/powerpoint/2010/main" val="488803948"/>
              </p:ext>
            </p:extLst>
          </p:nvPr>
        </p:nvGraphicFramePr>
        <p:xfrm>
          <a:off x="3763491" y="1398773"/>
          <a:ext cx="3501379" cy="1099630"/>
        </p:xfrm>
        <a:graphic>
          <a:graphicData uri="http://schemas.openxmlformats.org/presentationml/2006/ole">
            <mc:AlternateContent xmlns:mc="http://schemas.openxmlformats.org/markup-compatibility/2006">
              <mc:Choice xmlns:v="urn:schemas-microsoft-com:vml" Requires="v">
                <p:oleObj name="Equation" r:id="rId5" imgW="1976242" imgH="620188" progId="Equation.DSMT4">
                  <p:embed/>
                </p:oleObj>
              </mc:Choice>
              <mc:Fallback>
                <p:oleObj name="Equation" r:id="rId5" imgW="1976242" imgH="620188" progId="Equation.DSMT4">
                  <p:embed/>
                  <p:pic>
                    <p:nvPicPr>
                      <p:cNvPr id="0" name=""/>
                      <p:cNvPicPr/>
                      <p:nvPr/>
                    </p:nvPicPr>
                    <p:blipFill>
                      <a:blip r:embed="rId6"/>
                      <a:stretch>
                        <a:fillRect/>
                      </a:stretch>
                    </p:blipFill>
                    <p:spPr>
                      <a:xfrm>
                        <a:off x="3763491" y="1398773"/>
                        <a:ext cx="3501379" cy="1099630"/>
                      </a:xfrm>
                      <a:prstGeom prst="rect">
                        <a:avLst/>
                      </a:prstGeom>
                    </p:spPr>
                  </p:pic>
                </p:oleObj>
              </mc:Fallback>
            </mc:AlternateContent>
          </a:graphicData>
        </a:graphic>
      </p:graphicFrame>
      <p:graphicFrame>
        <p:nvGraphicFramePr>
          <p:cNvPr id="33" name="对象 32">
            <a:extLst>
              <a:ext uri="{FF2B5EF4-FFF2-40B4-BE49-F238E27FC236}">
                <a16:creationId xmlns:a16="http://schemas.microsoft.com/office/drawing/2014/main" id="{605DE334-4F06-9271-3FC6-12B1948BA741}"/>
              </a:ext>
            </a:extLst>
          </p:cNvPr>
          <p:cNvGraphicFramePr>
            <a:graphicFrameLocks noChangeAspect="1"/>
          </p:cNvGraphicFramePr>
          <p:nvPr>
            <p:extLst>
              <p:ext uri="{D42A27DB-BD31-4B8C-83A1-F6EECF244321}">
                <p14:modId xmlns:p14="http://schemas.microsoft.com/office/powerpoint/2010/main" val="1893119107"/>
              </p:ext>
            </p:extLst>
          </p:nvPr>
        </p:nvGraphicFramePr>
        <p:xfrm>
          <a:off x="6086764" y="2621082"/>
          <a:ext cx="133350" cy="133350"/>
        </p:xfrm>
        <a:graphic>
          <a:graphicData uri="http://schemas.openxmlformats.org/presentationml/2006/ole">
            <mc:AlternateContent xmlns:mc="http://schemas.openxmlformats.org/markup-compatibility/2006">
              <mc:Choice xmlns:v="urn:schemas-microsoft-com:vml" Requires="v">
                <p:oleObj name="Equation" r:id="rId7" imgW="132875" imgH="133412" progId="Equation.DSMT4">
                  <p:embed/>
                </p:oleObj>
              </mc:Choice>
              <mc:Fallback>
                <p:oleObj name="Equation" r:id="rId7" imgW="132875" imgH="133412" progId="Equation.DSMT4">
                  <p:embed/>
                  <p:pic>
                    <p:nvPicPr>
                      <p:cNvPr id="0" name=""/>
                      <p:cNvPicPr/>
                      <p:nvPr/>
                    </p:nvPicPr>
                    <p:blipFill>
                      <a:blip r:embed="rId8"/>
                      <a:stretch>
                        <a:fillRect/>
                      </a:stretch>
                    </p:blipFill>
                    <p:spPr>
                      <a:xfrm>
                        <a:off x="6086764" y="2621082"/>
                        <a:ext cx="133350" cy="133350"/>
                      </a:xfrm>
                      <a:prstGeom prst="rect">
                        <a:avLst/>
                      </a:prstGeom>
                    </p:spPr>
                  </p:pic>
                </p:oleObj>
              </mc:Fallback>
            </mc:AlternateContent>
          </a:graphicData>
        </a:graphic>
      </p:graphicFrame>
      <p:graphicFrame>
        <p:nvGraphicFramePr>
          <p:cNvPr id="34" name="对象 33">
            <a:extLst>
              <a:ext uri="{FF2B5EF4-FFF2-40B4-BE49-F238E27FC236}">
                <a16:creationId xmlns:a16="http://schemas.microsoft.com/office/drawing/2014/main" id="{A3FD1BAE-6142-2DBC-8FC8-9AF926DEE5A6}"/>
              </a:ext>
            </a:extLst>
          </p:cNvPr>
          <p:cNvGraphicFramePr>
            <a:graphicFrameLocks noChangeAspect="1"/>
          </p:cNvGraphicFramePr>
          <p:nvPr>
            <p:extLst>
              <p:ext uri="{D42A27DB-BD31-4B8C-83A1-F6EECF244321}">
                <p14:modId xmlns:p14="http://schemas.microsoft.com/office/powerpoint/2010/main" val="323728061"/>
              </p:ext>
            </p:extLst>
          </p:nvPr>
        </p:nvGraphicFramePr>
        <p:xfrm>
          <a:off x="9141980" y="2600587"/>
          <a:ext cx="133350" cy="133350"/>
        </p:xfrm>
        <a:graphic>
          <a:graphicData uri="http://schemas.openxmlformats.org/presentationml/2006/ole">
            <mc:AlternateContent xmlns:mc="http://schemas.openxmlformats.org/markup-compatibility/2006">
              <mc:Choice xmlns:v="urn:schemas-microsoft-com:vml" Requires="v">
                <p:oleObj name="Equation" r:id="rId9" imgW="132875" imgH="133412" progId="Equation.DSMT4">
                  <p:embed/>
                </p:oleObj>
              </mc:Choice>
              <mc:Fallback>
                <p:oleObj name="Equation" r:id="rId9" imgW="132875" imgH="133412" progId="Equation.DSMT4">
                  <p:embed/>
                  <p:pic>
                    <p:nvPicPr>
                      <p:cNvPr id="0" name=""/>
                      <p:cNvPicPr/>
                      <p:nvPr/>
                    </p:nvPicPr>
                    <p:blipFill>
                      <a:blip r:embed="rId10"/>
                      <a:stretch>
                        <a:fillRect/>
                      </a:stretch>
                    </p:blipFill>
                    <p:spPr>
                      <a:xfrm>
                        <a:off x="9141980" y="2600587"/>
                        <a:ext cx="133350" cy="133350"/>
                      </a:xfrm>
                      <a:prstGeom prst="rect">
                        <a:avLst/>
                      </a:prstGeom>
                    </p:spPr>
                  </p:pic>
                </p:oleObj>
              </mc:Fallback>
            </mc:AlternateContent>
          </a:graphicData>
        </a:graphic>
      </p:graphicFrame>
      <p:graphicFrame>
        <p:nvGraphicFramePr>
          <p:cNvPr id="35" name="对象 34">
            <a:extLst>
              <a:ext uri="{FF2B5EF4-FFF2-40B4-BE49-F238E27FC236}">
                <a16:creationId xmlns:a16="http://schemas.microsoft.com/office/drawing/2014/main" id="{E2F0CA42-CAB6-7D4C-42AF-4CF786992F10}"/>
              </a:ext>
            </a:extLst>
          </p:cNvPr>
          <p:cNvGraphicFramePr>
            <a:graphicFrameLocks noChangeAspect="1"/>
          </p:cNvGraphicFramePr>
          <p:nvPr>
            <p:extLst>
              <p:ext uri="{D42A27DB-BD31-4B8C-83A1-F6EECF244321}">
                <p14:modId xmlns:p14="http://schemas.microsoft.com/office/powerpoint/2010/main" val="2760273728"/>
              </p:ext>
            </p:extLst>
          </p:nvPr>
        </p:nvGraphicFramePr>
        <p:xfrm>
          <a:off x="8802977" y="2961381"/>
          <a:ext cx="257175" cy="257175"/>
        </p:xfrm>
        <a:graphic>
          <a:graphicData uri="http://schemas.openxmlformats.org/presentationml/2006/ole">
            <mc:AlternateContent xmlns:mc="http://schemas.openxmlformats.org/markup-compatibility/2006">
              <mc:Choice xmlns:v="urn:schemas-microsoft-com:vml" Requires="v">
                <p:oleObj name="Equation" r:id="rId11" imgW="256412" imgH="257450" progId="Equation.DSMT4">
                  <p:embed/>
                </p:oleObj>
              </mc:Choice>
              <mc:Fallback>
                <p:oleObj name="Equation" r:id="rId11" imgW="256412" imgH="257450" progId="Equation.DSMT4">
                  <p:embed/>
                  <p:pic>
                    <p:nvPicPr>
                      <p:cNvPr id="0" name=""/>
                      <p:cNvPicPr/>
                      <p:nvPr/>
                    </p:nvPicPr>
                    <p:blipFill>
                      <a:blip r:embed="rId12"/>
                      <a:stretch>
                        <a:fillRect/>
                      </a:stretch>
                    </p:blipFill>
                    <p:spPr>
                      <a:xfrm>
                        <a:off x="8802977" y="2961381"/>
                        <a:ext cx="257175" cy="257175"/>
                      </a:xfrm>
                      <a:prstGeom prst="rect">
                        <a:avLst/>
                      </a:prstGeom>
                    </p:spPr>
                  </p:pic>
                </p:oleObj>
              </mc:Fallback>
            </mc:AlternateContent>
          </a:graphicData>
        </a:graphic>
      </p:graphicFrame>
      <p:graphicFrame>
        <p:nvGraphicFramePr>
          <p:cNvPr id="36" name="对象 35">
            <a:extLst>
              <a:ext uri="{FF2B5EF4-FFF2-40B4-BE49-F238E27FC236}">
                <a16:creationId xmlns:a16="http://schemas.microsoft.com/office/drawing/2014/main" id="{F937F93B-EE00-7AFE-564B-CB5126925312}"/>
              </a:ext>
            </a:extLst>
          </p:cNvPr>
          <p:cNvGraphicFramePr>
            <a:graphicFrameLocks noChangeAspect="1"/>
          </p:cNvGraphicFramePr>
          <p:nvPr>
            <p:extLst>
              <p:ext uri="{D42A27DB-BD31-4B8C-83A1-F6EECF244321}">
                <p14:modId xmlns:p14="http://schemas.microsoft.com/office/powerpoint/2010/main" val="2842553377"/>
              </p:ext>
            </p:extLst>
          </p:nvPr>
        </p:nvGraphicFramePr>
        <p:xfrm>
          <a:off x="860070" y="4070712"/>
          <a:ext cx="1789679" cy="1061024"/>
        </p:xfrm>
        <a:graphic>
          <a:graphicData uri="http://schemas.openxmlformats.org/presentationml/2006/ole">
            <mc:AlternateContent xmlns:mc="http://schemas.openxmlformats.org/markup-compatibility/2006">
              <mc:Choice xmlns:v="urn:schemas-microsoft-com:vml" Requires="v">
                <p:oleObj name="Equation" r:id="rId13" imgW="1111838" imgH="658408" progId="Equation.DSMT4">
                  <p:embed/>
                </p:oleObj>
              </mc:Choice>
              <mc:Fallback>
                <p:oleObj name="Equation" r:id="rId13" imgW="1111838" imgH="658408" progId="Equation.DSMT4">
                  <p:embed/>
                  <p:pic>
                    <p:nvPicPr>
                      <p:cNvPr id="0" name=""/>
                      <p:cNvPicPr/>
                      <p:nvPr/>
                    </p:nvPicPr>
                    <p:blipFill>
                      <a:blip r:embed="rId14"/>
                      <a:stretch>
                        <a:fillRect/>
                      </a:stretch>
                    </p:blipFill>
                    <p:spPr>
                      <a:xfrm>
                        <a:off x="860070" y="4070712"/>
                        <a:ext cx="1789679" cy="1061024"/>
                      </a:xfrm>
                      <a:prstGeom prst="rect">
                        <a:avLst/>
                      </a:prstGeom>
                    </p:spPr>
                  </p:pic>
                </p:oleObj>
              </mc:Fallback>
            </mc:AlternateContent>
          </a:graphicData>
        </a:graphic>
      </p:graphicFrame>
      <p:graphicFrame>
        <p:nvGraphicFramePr>
          <p:cNvPr id="37" name="对象 36">
            <a:extLst>
              <a:ext uri="{FF2B5EF4-FFF2-40B4-BE49-F238E27FC236}">
                <a16:creationId xmlns:a16="http://schemas.microsoft.com/office/drawing/2014/main" id="{41AA9647-DBEC-FDB0-9320-F0798E33943C}"/>
              </a:ext>
            </a:extLst>
          </p:cNvPr>
          <p:cNvGraphicFramePr>
            <a:graphicFrameLocks noChangeAspect="1"/>
          </p:cNvGraphicFramePr>
          <p:nvPr>
            <p:extLst>
              <p:ext uri="{D42A27DB-BD31-4B8C-83A1-F6EECF244321}">
                <p14:modId xmlns:p14="http://schemas.microsoft.com/office/powerpoint/2010/main" val="826131801"/>
              </p:ext>
            </p:extLst>
          </p:nvPr>
        </p:nvGraphicFramePr>
        <p:xfrm>
          <a:off x="2796621" y="4070712"/>
          <a:ext cx="2127162" cy="1045684"/>
        </p:xfrm>
        <a:graphic>
          <a:graphicData uri="http://schemas.openxmlformats.org/presentationml/2006/ole">
            <mc:AlternateContent xmlns:mc="http://schemas.openxmlformats.org/markup-compatibility/2006">
              <mc:Choice xmlns:v="urn:schemas-microsoft-com:vml" Requires="v">
                <p:oleObj name="Equation" r:id="rId15" imgW="1320846" imgH="648673" progId="Equation.DSMT4">
                  <p:embed/>
                </p:oleObj>
              </mc:Choice>
              <mc:Fallback>
                <p:oleObj name="Equation" r:id="rId15" imgW="1320846" imgH="648673" progId="Equation.DSMT4">
                  <p:embed/>
                  <p:pic>
                    <p:nvPicPr>
                      <p:cNvPr id="0" name=""/>
                      <p:cNvPicPr/>
                      <p:nvPr/>
                    </p:nvPicPr>
                    <p:blipFill>
                      <a:blip r:embed="rId16"/>
                      <a:stretch>
                        <a:fillRect/>
                      </a:stretch>
                    </p:blipFill>
                    <p:spPr>
                      <a:xfrm>
                        <a:off x="2796621" y="4070712"/>
                        <a:ext cx="2127162" cy="1045684"/>
                      </a:xfrm>
                      <a:prstGeom prst="rect">
                        <a:avLst/>
                      </a:prstGeom>
                    </p:spPr>
                  </p:pic>
                </p:oleObj>
              </mc:Fallback>
            </mc:AlternateContent>
          </a:graphicData>
        </a:graphic>
      </p:graphicFrame>
      <p:graphicFrame>
        <p:nvGraphicFramePr>
          <p:cNvPr id="38" name="对象 37">
            <a:extLst>
              <a:ext uri="{FF2B5EF4-FFF2-40B4-BE49-F238E27FC236}">
                <a16:creationId xmlns:a16="http://schemas.microsoft.com/office/drawing/2014/main" id="{8ECD630A-5489-01B2-0360-0B358E385F11}"/>
              </a:ext>
            </a:extLst>
          </p:cNvPr>
          <p:cNvGraphicFramePr>
            <a:graphicFrameLocks noChangeAspect="1"/>
          </p:cNvGraphicFramePr>
          <p:nvPr>
            <p:extLst>
              <p:ext uri="{D42A27DB-BD31-4B8C-83A1-F6EECF244321}">
                <p14:modId xmlns:p14="http://schemas.microsoft.com/office/powerpoint/2010/main" val="4226118235"/>
              </p:ext>
            </p:extLst>
          </p:nvPr>
        </p:nvGraphicFramePr>
        <p:xfrm>
          <a:off x="5041432" y="4086052"/>
          <a:ext cx="2845590" cy="1045684"/>
        </p:xfrm>
        <a:graphic>
          <a:graphicData uri="http://schemas.openxmlformats.org/presentationml/2006/ole">
            <mc:AlternateContent xmlns:mc="http://schemas.openxmlformats.org/markup-compatibility/2006">
              <mc:Choice xmlns:v="urn:schemas-microsoft-com:vml" Requires="v">
                <p:oleObj name="Equation" r:id="rId17" imgW="1767233" imgH="648673" progId="Equation.DSMT4">
                  <p:embed/>
                </p:oleObj>
              </mc:Choice>
              <mc:Fallback>
                <p:oleObj name="Equation" r:id="rId17" imgW="1767233" imgH="648673" progId="Equation.DSMT4">
                  <p:embed/>
                  <p:pic>
                    <p:nvPicPr>
                      <p:cNvPr id="0" name=""/>
                      <p:cNvPicPr/>
                      <p:nvPr/>
                    </p:nvPicPr>
                    <p:blipFill>
                      <a:blip r:embed="rId18"/>
                      <a:stretch>
                        <a:fillRect/>
                      </a:stretch>
                    </p:blipFill>
                    <p:spPr>
                      <a:xfrm>
                        <a:off x="5041432" y="4086052"/>
                        <a:ext cx="2845590" cy="1045684"/>
                      </a:xfrm>
                      <a:prstGeom prst="rect">
                        <a:avLst/>
                      </a:prstGeom>
                    </p:spPr>
                  </p:pic>
                </p:oleObj>
              </mc:Fallback>
            </mc:AlternateContent>
          </a:graphicData>
        </a:graphic>
      </p:graphicFrame>
      <p:graphicFrame>
        <p:nvGraphicFramePr>
          <p:cNvPr id="39" name="对象 38">
            <a:extLst>
              <a:ext uri="{FF2B5EF4-FFF2-40B4-BE49-F238E27FC236}">
                <a16:creationId xmlns:a16="http://schemas.microsoft.com/office/drawing/2014/main" id="{49E034A3-DDEC-74DC-E6F2-C0C6FC1EBDC5}"/>
              </a:ext>
            </a:extLst>
          </p:cNvPr>
          <p:cNvGraphicFramePr>
            <a:graphicFrameLocks noChangeAspect="1"/>
          </p:cNvGraphicFramePr>
          <p:nvPr>
            <p:extLst>
              <p:ext uri="{D42A27DB-BD31-4B8C-83A1-F6EECF244321}">
                <p14:modId xmlns:p14="http://schemas.microsoft.com/office/powerpoint/2010/main" val="2867935271"/>
              </p:ext>
            </p:extLst>
          </p:nvPr>
        </p:nvGraphicFramePr>
        <p:xfrm>
          <a:off x="7945937" y="4070712"/>
          <a:ext cx="3627935" cy="1045684"/>
        </p:xfrm>
        <a:graphic>
          <a:graphicData uri="http://schemas.openxmlformats.org/presentationml/2006/ole">
            <mc:AlternateContent xmlns:mc="http://schemas.openxmlformats.org/markup-compatibility/2006">
              <mc:Choice xmlns:v="urn:schemas-microsoft-com:vml" Requires="v">
                <p:oleObj name="Equation" r:id="rId19" imgW="2252046" imgH="648673" progId="Equation.DSMT4">
                  <p:embed/>
                </p:oleObj>
              </mc:Choice>
              <mc:Fallback>
                <p:oleObj name="Equation" r:id="rId19" imgW="2252046" imgH="648673" progId="Equation.DSMT4">
                  <p:embed/>
                  <p:pic>
                    <p:nvPicPr>
                      <p:cNvPr id="0" name=""/>
                      <p:cNvPicPr/>
                      <p:nvPr/>
                    </p:nvPicPr>
                    <p:blipFill>
                      <a:blip r:embed="rId20"/>
                      <a:stretch>
                        <a:fillRect/>
                      </a:stretch>
                    </p:blipFill>
                    <p:spPr>
                      <a:xfrm>
                        <a:off x="7945937" y="4070712"/>
                        <a:ext cx="3627935" cy="1045684"/>
                      </a:xfrm>
                      <a:prstGeom prst="rect">
                        <a:avLst/>
                      </a:prstGeom>
                    </p:spPr>
                  </p:pic>
                </p:oleObj>
              </mc:Fallback>
            </mc:AlternateContent>
          </a:graphicData>
        </a:graphic>
      </p:graphicFrame>
    </p:spTree>
    <p:extLst>
      <p:ext uri="{BB962C8B-B14F-4D97-AF65-F5344CB8AC3E}">
        <p14:creationId xmlns:p14="http://schemas.microsoft.com/office/powerpoint/2010/main" val="2981348793"/>
      </p:ext>
    </p:extLst>
  </p:cSld>
  <p:clrMapOvr>
    <a:masterClrMapping/>
  </p:clrMapOvr>
  <p:transition advTm="18857"/>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4.5 </a:t>
            </a:r>
            <a:r>
              <a:rPr lang="zh-CN" altLang="en-US" sz="2800" b="1" dirty="0">
                <a:latin typeface="Times New Roman" pitchFamily="18" charset="0"/>
                <a:ea typeface="华文中宋" pitchFamily="2" charset="-122"/>
              </a:rPr>
              <a:t>四足机器人简化动力学推导</a:t>
            </a:r>
          </a:p>
        </p:txBody>
      </p:sp>
      <p:sp>
        <p:nvSpPr>
          <p:cNvPr id="12290" name="内容占位符 2"/>
          <p:cNvSpPr>
            <a:spLocks noChangeArrowheads="1"/>
          </p:cNvSpPr>
          <p:nvPr/>
        </p:nvSpPr>
        <p:spPr bwMode="auto">
          <a:xfrm>
            <a:off x="977900" y="1009650"/>
            <a:ext cx="105918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分别表示对各坐标原点位置取微分，获得各坐标原点的运动速度：</a:t>
            </a: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杆件     的总动能为</a:t>
            </a:r>
            <a:endParaRPr lang="en-US" altLang="zh-CN" sz="2400" b="1" dirty="0">
              <a:latin typeface="Times New Roman" pitchFamily="18" charset="0"/>
              <a:ea typeface="微软雅黑" pitchFamily="34" charset="-122"/>
            </a:endParaRPr>
          </a:p>
        </p:txBody>
      </p:sp>
      <p:sp>
        <p:nvSpPr>
          <p:cNvPr id="2" name="Rectangle 2">
            <a:extLst>
              <a:ext uri="{FF2B5EF4-FFF2-40B4-BE49-F238E27FC236}">
                <a16:creationId xmlns:a16="http://schemas.microsoft.com/office/drawing/2014/main" id="{05D0BA8F-52A5-C8D0-CAB4-B4070DAE615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4">
            <a:extLst>
              <a:ext uri="{FF2B5EF4-FFF2-40B4-BE49-F238E27FC236}">
                <a16:creationId xmlns:a16="http://schemas.microsoft.com/office/drawing/2014/main" id="{2E8D1518-A6A2-5B86-4105-17A4FD0199F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id="{D6DC6AF4-4071-6769-DF3D-24C8A7F0E33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2">
            <a:extLst>
              <a:ext uri="{FF2B5EF4-FFF2-40B4-BE49-F238E27FC236}">
                <a16:creationId xmlns:a16="http://schemas.microsoft.com/office/drawing/2014/main" id="{8106722E-A8AF-B46A-2FD7-14F069A9781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Rectangle 4">
            <a:extLst>
              <a:ext uri="{FF2B5EF4-FFF2-40B4-BE49-F238E27FC236}">
                <a16:creationId xmlns:a16="http://schemas.microsoft.com/office/drawing/2014/main" id="{7CB91B8C-92E2-4AF0-458B-675043DFEFF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7" name="Rectangle 6">
            <a:extLst>
              <a:ext uri="{FF2B5EF4-FFF2-40B4-BE49-F238E27FC236}">
                <a16:creationId xmlns:a16="http://schemas.microsoft.com/office/drawing/2014/main" id="{EF77BD10-6485-2ED5-54CD-0A09F6FEADB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Rectangle 2">
            <a:extLst>
              <a:ext uri="{FF2B5EF4-FFF2-40B4-BE49-F238E27FC236}">
                <a16:creationId xmlns:a16="http://schemas.microsoft.com/office/drawing/2014/main" id="{495F9D1D-4065-A0ED-652B-D60C9DD0BBC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a:extLst>
              <a:ext uri="{FF2B5EF4-FFF2-40B4-BE49-F238E27FC236}">
                <a16:creationId xmlns:a16="http://schemas.microsoft.com/office/drawing/2014/main" id="{6BFFF5CC-CE83-EC72-8CA1-1D96E9C4B15C}"/>
              </a:ext>
            </a:extLst>
          </p:cNvPr>
          <p:cNvGraphicFramePr>
            <a:graphicFrameLocks noChangeAspect="1"/>
          </p:cNvGraphicFramePr>
          <p:nvPr>
            <p:extLst>
              <p:ext uri="{D42A27DB-BD31-4B8C-83A1-F6EECF244321}">
                <p14:modId xmlns:p14="http://schemas.microsoft.com/office/powerpoint/2010/main" val="2749562934"/>
              </p:ext>
            </p:extLst>
          </p:nvPr>
        </p:nvGraphicFramePr>
        <p:xfrm>
          <a:off x="1792983" y="1571624"/>
          <a:ext cx="1728319" cy="1045684"/>
        </p:xfrm>
        <a:graphic>
          <a:graphicData uri="http://schemas.openxmlformats.org/presentationml/2006/ole">
            <mc:AlternateContent xmlns:mc="http://schemas.openxmlformats.org/markup-compatibility/2006">
              <mc:Choice xmlns:v="urn:schemas-microsoft-com:vml" Requires="v">
                <p:oleObj name="Equation" r:id="rId3" imgW="1073771" imgH="648673" progId="Equation.DSMT4">
                  <p:embed/>
                </p:oleObj>
              </mc:Choice>
              <mc:Fallback>
                <p:oleObj name="Equation" r:id="rId3" imgW="1073771" imgH="648673" progId="Equation.DSMT4">
                  <p:embed/>
                  <p:pic>
                    <p:nvPicPr>
                      <p:cNvPr id="0" name=""/>
                      <p:cNvPicPr/>
                      <p:nvPr/>
                    </p:nvPicPr>
                    <p:blipFill>
                      <a:blip r:embed="rId4"/>
                      <a:stretch>
                        <a:fillRect/>
                      </a:stretch>
                    </p:blipFill>
                    <p:spPr>
                      <a:xfrm>
                        <a:off x="1792983" y="1571624"/>
                        <a:ext cx="1728319" cy="1045684"/>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5E49C233-2FA2-5933-FA8E-58A6D2A1F249}"/>
              </a:ext>
            </a:extLst>
          </p:cNvPr>
          <p:cNvGraphicFramePr>
            <a:graphicFrameLocks noChangeAspect="1"/>
          </p:cNvGraphicFramePr>
          <p:nvPr>
            <p:extLst>
              <p:ext uri="{D42A27DB-BD31-4B8C-83A1-F6EECF244321}">
                <p14:modId xmlns:p14="http://schemas.microsoft.com/office/powerpoint/2010/main" val="1875432221"/>
              </p:ext>
            </p:extLst>
          </p:nvPr>
        </p:nvGraphicFramePr>
        <p:xfrm>
          <a:off x="4336385" y="1571624"/>
          <a:ext cx="2127162" cy="1045684"/>
        </p:xfrm>
        <a:graphic>
          <a:graphicData uri="http://schemas.openxmlformats.org/presentationml/2006/ole">
            <mc:AlternateContent xmlns:mc="http://schemas.openxmlformats.org/markup-compatibility/2006">
              <mc:Choice xmlns:v="urn:schemas-microsoft-com:vml" Requires="v">
                <p:oleObj name="Equation" r:id="rId5" imgW="1320846" imgH="648673" progId="Equation.DSMT4">
                  <p:embed/>
                </p:oleObj>
              </mc:Choice>
              <mc:Fallback>
                <p:oleObj name="Equation" r:id="rId5" imgW="1320846" imgH="648673" progId="Equation.DSMT4">
                  <p:embed/>
                  <p:pic>
                    <p:nvPicPr>
                      <p:cNvPr id="0" name=""/>
                      <p:cNvPicPr/>
                      <p:nvPr/>
                    </p:nvPicPr>
                    <p:blipFill>
                      <a:blip r:embed="rId6"/>
                      <a:stretch>
                        <a:fillRect/>
                      </a:stretch>
                    </p:blipFill>
                    <p:spPr>
                      <a:xfrm>
                        <a:off x="4336385" y="1571624"/>
                        <a:ext cx="2127162" cy="1045684"/>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63607369-4771-FF8E-FA31-08BED387E1DD}"/>
              </a:ext>
            </a:extLst>
          </p:cNvPr>
          <p:cNvGraphicFramePr>
            <a:graphicFrameLocks noChangeAspect="1"/>
          </p:cNvGraphicFramePr>
          <p:nvPr>
            <p:extLst>
              <p:ext uri="{D42A27DB-BD31-4B8C-83A1-F6EECF244321}">
                <p14:modId xmlns:p14="http://schemas.microsoft.com/office/powerpoint/2010/main" val="3774034118"/>
              </p:ext>
            </p:extLst>
          </p:nvPr>
        </p:nvGraphicFramePr>
        <p:xfrm>
          <a:off x="7065872" y="1571624"/>
          <a:ext cx="3901502" cy="1061024"/>
        </p:xfrm>
        <a:graphic>
          <a:graphicData uri="http://schemas.openxmlformats.org/presentationml/2006/ole">
            <mc:AlternateContent xmlns:mc="http://schemas.openxmlformats.org/markup-compatibility/2006">
              <mc:Choice xmlns:v="urn:schemas-microsoft-com:vml" Requires="v">
                <p:oleObj name="Equation" r:id="rId7" imgW="2422988" imgH="658408" progId="Equation.DSMT4">
                  <p:embed/>
                </p:oleObj>
              </mc:Choice>
              <mc:Fallback>
                <p:oleObj name="Equation" r:id="rId7" imgW="2422988" imgH="658408" progId="Equation.DSMT4">
                  <p:embed/>
                  <p:pic>
                    <p:nvPicPr>
                      <p:cNvPr id="0" name=""/>
                      <p:cNvPicPr/>
                      <p:nvPr/>
                    </p:nvPicPr>
                    <p:blipFill>
                      <a:blip r:embed="rId8"/>
                      <a:stretch>
                        <a:fillRect/>
                      </a:stretch>
                    </p:blipFill>
                    <p:spPr>
                      <a:xfrm>
                        <a:off x="7065872" y="1571624"/>
                        <a:ext cx="3901502" cy="1061024"/>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999FB764-046C-8FAC-DAC2-F876E7AD155C}"/>
              </a:ext>
            </a:extLst>
          </p:cNvPr>
          <p:cNvGraphicFramePr>
            <a:graphicFrameLocks noChangeAspect="1"/>
          </p:cNvGraphicFramePr>
          <p:nvPr>
            <p:extLst>
              <p:ext uri="{D42A27DB-BD31-4B8C-83A1-F6EECF244321}">
                <p14:modId xmlns:p14="http://schemas.microsoft.com/office/powerpoint/2010/main" val="3482318558"/>
              </p:ext>
            </p:extLst>
          </p:nvPr>
        </p:nvGraphicFramePr>
        <p:xfrm>
          <a:off x="1792983" y="2731726"/>
          <a:ext cx="5982643" cy="1045684"/>
        </p:xfrm>
        <a:graphic>
          <a:graphicData uri="http://schemas.openxmlformats.org/presentationml/2006/ole">
            <mc:AlternateContent xmlns:mc="http://schemas.openxmlformats.org/markup-compatibility/2006">
              <mc:Choice xmlns:v="urn:schemas-microsoft-com:vml" Requires="v">
                <p:oleObj name="Equation" r:id="rId9" imgW="3715105" imgH="648673" progId="Equation.DSMT4">
                  <p:embed/>
                </p:oleObj>
              </mc:Choice>
              <mc:Fallback>
                <p:oleObj name="Equation" r:id="rId9" imgW="3715105" imgH="648673" progId="Equation.DSMT4">
                  <p:embed/>
                  <p:pic>
                    <p:nvPicPr>
                      <p:cNvPr id="0" name=""/>
                      <p:cNvPicPr/>
                      <p:nvPr/>
                    </p:nvPicPr>
                    <p:blipFill>
                      <a:blip r:embed="rId10"/>
                      <a:stretch>
                        <a:fillRect/>
                      </a:stretch>
                    </p:blipFill>
                    <p:spPr>
                      <a:xfrm>
                        <a:off x="1792983" y="2731726"/>
                        <a:ext cx="5982643" cy="1045684"/>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0C495E65-A870-9849-82AC-F3D22FF75238}"/>
              </a:ext>
            </a:extLst>
          </p:cNvPr>
          <p:cNvGraphicFramePr>
            <a:graphicFrameLocks noChangeAspect="1"/>
          </p:cNvGraphicFramePr>
          <p:nvPr>
            <p:extLst>
              <p:ext uri="{D42A27DB-BD31-4B8C-83A1-F6EECF244321}">
                <p14:modId xmlns:p14="http://schemas.microsoft.com/office/powerpoint/2010/main" val="598216920"/>
              </p:ext>
            </p:extLst>
          </p:nvPr>
        </p:nvGraphicFramePr>
        <p:xfrm>
          <a:off x="2478042" y="3934863"/>
          <a:ext cx="222351" cy="395285"/>
        </p:xfrm>
        <a:graphic>
          <a:graphicData uri="http://schemas.openxmlformats.org/presentationml/2006/ole">
            <mc:AlternateContent xmlns:mc="http://schemas.openxmlformats.org/markup-compatibility/2006">
              <mc:Choice xmlns:v="urn:schemas-microsoft-com:vml" Requires="v">
                <p:oleObj name="Equation" r:id="rId11" imgW="85471" imgH="152523" progId="Equation.DSMT4">
                  <p:embed/>
                </p:oleObj>
              </mc:Choice>
              <mc:Fallback>
                <p:oleObj name="Equation" r:id="rId11" imgW="85471" imgH="152523" progId="Equation.DSMT4">
                  <p:embed/>
                  <p:pic>
                    <p:nvPicPr>
                      <p:cNvPr id="0" name=""/>
                      <p:cNvPicPr/>
                      <p:nvPr/>
                    </p:nvPicPr>
                    <p:blipFill>
                      <a:blip r:embed="rId12"/>
                      <a:stretch>
                        <a:fillRect/>
                      </a:stretch>
                    </p:blipFill>
                    <p:spPr>
                      <a:xfrm>
                        <a:off x="2478042" y="3934863"/>
                        <a:ext cx="222351" cy="395285"/>
                      </a:xfrm>
                      <a:prstGeom prst="rect">
                        <a:avLst/>
                      </a:prstGeom>
                    </p:spPr>
                  </p:pic>
                </p:oleObj>
              </mc:Fallback>
            </mc:AlternateContent>
          </a:graphicData>
        </a:graphic>
      </p:graphicFrame>
      <p:sp>
        <p:nvSpPr>
          <p:cNvPr id="11" name="Rectangle 2">
            <a:extLst>
              <a:ext uri="{FF2B5EF4-FFF2-40B4-BE49-F238E27FC236}">
                <a16:creationId xmlns:a16="http://schemas.microsoft.com/office/drawing/2014/main" id="{66E474ED-7CE5-DC3C-CB2D-F6999EF9C766}"/>
              </a:ext>
            </a:extLst>
          </p:cNvPr>
          <p:cNvSpPr>
            <a:spLocks noChangeArrowheads="1"/>
          </p:cNvSpPr>
          <p:nvPr/>
        </p:nvSpPr>
        <p:spPr bwMode="auto">
          <a:xfrm>
            <a:off x="5190837" y="4572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4" name="对象 13">
            <a:extLst>
              <a:ext uri="{FF2B5EF4-FFF2-40B4-BE49-F238E27FC236}">
                <a16:creationId xmlns:a16="http://schemas.microsoft.com/office/drawing/2014/main" id="{628FEA88-2D64-79DC-0743-9C14BFD97E01}"/>
              </a:ext>
            </a:extLst>
          </p:cNvPr>
          <p:cNvGraphicFramePr>
            <a:graphicFrameLocks noChangeAspect="1"/>
          </p:cNvGraphicFramePr>
          <p:nvPr>
            <p:extLst>
              <p:ext uri="{D42A27DB-BD31-4B8C-83A1-F6EECF244321}">
                <p14:modId xmlns:p14="http://schemas.microsoft.com/office/powerpoint/2010/main" val="3640834007"/>
              </p:ext>
            </p:extLst>
          </p:nvPr>
        </p:nvGraphicFramePr>
        <p:xfrm>
          <a:off x="4408588" y="4405764"/>
          <a:ext cx="3374824" cy="1943081"/>
        </p:xfrm>
        <a:graphic>
          <a:graphicData uri="http://schemas.openxmlformats.org/presentationml/2006/ole">
            <mc:AlternateContent xmlns:mc="http://schemas.openxmlformats.org/markup-compatibility/2006">
              <mc:Choice xmlns:v="urn:schemas-microsoft-com:vml" Requires="v">
                <p:oleObj name="Equation" r:id="rId13" imgW="2095500" imgH="1206500" progId="Equation.DSMT4">
                  <p:embed/>
                </p:oleObj>
              </mc:Choice>
              <mc:Fallback>
                <p:oleObj name="Equation" r:id="rId13" imgW="2095500" imgH="1206500" progId="Equation.DSMT4">
                  <p:embed/>
                  <p:pic>
                    <p:nvPicPr>
                      <p:cNvPr id="0" name="Object 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408588" y="4405764"/>
                        <a:ext cx="3374824" cy="19430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836837744"/>
      </p:ext>
    </p:extLst>
  </p:cSld>
  <p:clrMapOvr>
    <a:masterClrMapping/>
  </p:clrMapOvr>
  <p:transition advTm="18857"/>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4.5 </a:t>
            </a:r>
            <a:r>
              <a:rPr lang="zh-CN" altLang="en-US" sz="2800" b="1" dirty="0">
                <a:latin typeface="Times New Roman" pitchFamily="18" charset="0"/>
                <a:ea typeface="华文中宋" pitchFamily="2" charset="-122"/>
              </a:rPr>
              <a:t>四足机器人简化动力学推导</a:t>
            </a:r>
          </a:p>
        </p:txBody>
      </p:sp>
      <p:sp>
        <p:nvSpPr>
          <p:cNvPr id="12290" name="内容占位符 2"/>
          <p:cNvSpPr>
            <a:spLocks noChangeArrowheads="1"/>
          </p:cNvSpPr>
          <p:nvPr/>
        </p:nvSpPr>
        <p:spPr bwMode="auto">
          <a:xfrm>
            <a:off x="977900" y="1009650"/>
            <a:ext cx="105918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各杆件的动能为</a:t>
            </a: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杆件     的总势能为</a:t>
            </a: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p:txBody>
      </p:sp>
      <p:sp>
        <p:nvSpPr>
          <p:cNvPr id="2" name="Rectangle 2">
            <a:extLst>
              <a:ext uri="{FF2B5EF4-FFF2-40B4-BE49-F238E27FC236}">
                <a16:creationId xmlns:a16="http://schemas.microsoft.com/office/drawing/2014/main" id="{05D0BA8F-52A5-C8D0-CAB4-B4070DAE615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4">
            <a:extLst>
              <a:ext uri="{FF2B5EF4-FFF2-40B4-BE49-F238E27FC236}">
                <a16:creationId xmlns:a16="http://schemas.microsoft.com/office/drawing/2014/main" id="{2E8D1518-A6A2-5B86-4105-17A4FD0199F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id="{D6DC6AF4-4071-6769-DF3D-24C8A7F0E33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2">
            <a:extLst>
              <a:ext uri="{FF2B5EF4-FFF2-40B4-BE49-F238E27FC236}">
                <a16:creationId xmlns:a16="http://schemas.microsoft.com/office/drawing/2014/main" id="{8106722E-A8AF-B46A-2FD7-14F069A9781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Rectangle 4">
            <a:extLst>
              <a:ext uri="{FF2B5EF4-FFF2-40B4-BE49-F238E27FC236}">
                <a16:creationId xmlns:a16="http://schemas.microsoft.com/office/drawing/2014/main" id="{7CB91B8C-92E2-4AF0-458B-675043DFEFF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7" name="Rectangle 6">
            <a:extLst>
              <a:ext uri="{FF2B5EF4-FFF2-40B4-BE49-F238E27FC236}">
                <a16:creationId xmlns:a16="http://schemas.microsoft.com/office/drawing/2014/main" id="{EF77BD10-6485-2ED5-54CD-0A09F6FEADB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Rectangle 2">
            <a:extLst>
              <a:ext uri="{FF2B5EF4-FFF2-40B4-BE49-F238E27FC236}">
                <a16:creationId xmlns:a16="http://schemas.microsoft.com/office/drawing/2014/main" id="{495F9D1D-4065-A0ED-652B-D60C9DD0BBC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2">
            <a:extLst>
              <a:ext uri="{FF2B5EF4-FFF2-40B4-BE49-F238E27FC236}">
                <a16:creationId xmlns:a16="http://schemas.microsoft.com/office/drawing/2014/main" id="{66E474ED-7CE5-DC3C-CB2D-F6999EF9C766}"/>
              </a:ext>
            </a:extLst>
          </p:cNvPr>
          <p:cNvSpPr>
            <a:spLocks noChangeArrowheads="1"/>
          </p:cNvSpPr>
          <p:nvPr/>
        </p:nvSpPr>
        <p:spPr bwMode="auto">
          <a:xfrm>
            <a:off x="5190837" y="4572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a:extLst>
              <a:ext uri="{FF2B5EF4-FFF2-40B4-BE49-F238E27FC236}">
                <a16:creationId xmlns:a16="http://schemas.microsoft.com/office/drawing/2014/main" id="{0C2D6776-5BE8-E95F-22AB-D8BC054E03B5}"/>
              </a:ext>
            </a:extLst>
          </p:cNvPr>
          <p:cNvGraphicFramePr>
            <a:graphicFrameLocks noChangeAspect="1"/>
          </p:cNvGraphicFramePr>
          <p:nvPr>
            <p:extLst>
              <p:ext uri="{D42A27DB-BD31-4B8C-83A1-F6EECF244321}">
                <p14:modId xmlns:p14="http://schemas.microsoft.com/office/powerpoint/2010/main" val="1862371719"/>
              </p:ext>
            </p:extLst>
          </p:nvPr>
        </p:nvGraphicFramePr>
        <p:xfrm>
          <a:off x="5468333" y="1472767"/>
          <a:ext cx="1255333" cy="521565"/>
        </p:xfrm>
        <a:graphic>
          <a:graphicData uri="http://schemas.openxmlformats.org/presentationml/2006/ole">
            <mc:AlternateContent xmlns:mc="http://schemas.openxmlformats.org/markup-compatibility/2006">
              <mc:Choice xmlns:v="urn:schemas-microsoft-com:vml" Requires="v">
                <p:oleObj name="Equation" r:id="rId3" imgW="779292" imgH="324517" progId="Equation.DSMT4">
                  <p:embed/>
                </p:oleObj>
              </mc:Choice>
              <mc:Fallback>
                <p:oleObj name="Equation" r:id="rId3" imgW="779292" imgH="324517" progId="Equation.DSMT4">
                  <p:embed/>
                  <p:pic>
                    <p:nvPicPr>
                      <p:cNvPr id="0" name=""/>
                      <p:cNvPicPr/>
                      <p:nvPr/>
                    </p:nvPicPr>
                    <p:blipFill>
                      <a:blip r:embed="rId4"/>
                      <a:stretch>
                        <a:fillRect/>
                      </a:stretch>
                    </p:blipFill>
                    <p:spPr>
                      <a:xfrm>
                        <a:off x="5468333" y="1472767"/>
                        <a:ext cx="1255333" cy="521565"/>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43CF2C99-E6C1-A7BA-4E1A-ED6C6A140E3A}"/>
              </a:ext>
            </a:extLst>
          </p:cNvPr>
          <p:cNvGraphicFramePr>
            <a:graphicFrameLocks noChangeAspect="1"/>
          </p:cNvGraphicFramePr>
          <p:nvPr>
            <p:extLst>
              <p:ext uri="{D42A27DB-BD31-4B8C-83A1-F6EECF244321}">
                <p14:modId xmlns:p14="http://schemas.microsoft.com/office/powerpoint/2010/main" val="3695929848"/>
              </p:ext>
            </p:extLst>
          </p:nvPr>
        </p:nvGraphicFramePr>
        <p:xfrm>
          <a:off x="3264470" y="2110941"/>
          <a:ext cx="5663056" cy="521565"/>
        </p:xfrm>
        <a:graphic>
          <a:graphicData uri="http://schemas.openxmlformats.org/presentationml/2006/ole">
            <mc:AlternateContent xmlns:mc="http://schemas.openxmlformats.org/markup-compatibility/2006">
              <mc:Choice xmlns:v="urn:schemas-microsoft-com:vml" Requires="v">
                <p:oleObj name="Equation" r:id="rId5" imgW="3515793" imgH="324517" progId="Equation.DSMT4">
                  <p:embed/>
                </p:oleObj>
              </mc:Choice>
              <mc:Fallback>
                <p:oleObj name="Equation" r:id="rId5" imgW="3515793" imgH="324517" progId="Equation.DSMT4">
                  <p:embed/>
                  <p:pic>
                    <p:nvPicPr>
                      <p:cNvPr id="0" name=""/>
                      <p:cNvPicPr/>
                      <p:nvPr/>
                    </p:nvPicPr>
                    <p:blipFill>
                      <a:blip r:embed="rId6"/>
                      <a:stretch>
                        <a:fillRect/>
                      </a:stretch>
                    </p:blipFill>
                    <p:spPr>
                      <a:xfrm>
                        <a:off x="3264470" y="2110941"/>
                        <a:ext cx="5663056" cy="521565"/>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0AD49813-F420-DA68-6A1D-AE73AAC7031E}"/>
              </a:ext>
            </a:extLst>
          </p:cNvPr>
          <p:cNvGraphicFramePr>
            <a:graphicFrameLocks noChangeAspect="1"/>
          </p:cNvGraphicFramePr>
          <p:nvPr>
            <p:extLst>
              <p:ext uri="{D42A27DB-BD31-4B8C-83A1-F6EECF244321}">
                <p14:modId xmlns:p14="http://schemas.microsoft.com/office/powerpoint/2010/main" val="3116422469"/>
              </p:ext>
            </p:extLst>
          </p:nvPr>
        </p:nvGraphicFramePr>
        <p:xfrm>
          <a:off x="3417870" y="2584015"/>
          <a:ext cx="5356254" cy="1689969"/>
        </p:xfrm>
        <a:graphic>
          <a:graphicData uri="http://schemas.openxmlformats.org/presentationml/2006/ole">
            <mc:AlternateContent xmlns:mc="http://schemas.openxmlformats.org/markup-compatibility/2006">
              <mc:Choice xmlns:v="urn:schemas-microsoft-com:vml" Requires="v">
                <p:oleObj name="Equation" r:id="rId7" imgW="3325459" imgH="1049271" progId="Equation.DSMT4">
                  <p:embed/>
                </p:oleObj>
              </mc:Choice>
              <mc:Fallback>
                <p:oleObj name="Equation" r:id="rId7" imgW="3325459" imgH="1049271" progId="Equation.DSMT4">
                  <p:embed/>
                  <p:pic>
                    <p:nvPicPr>
                      <p:cNvPr id="0" name=""/>
                      <p:cNvPicPr/>
                      <p:nvPr/>
                    </p:nvPicPr>
                    <p:blipFill>
                      <a:blip r:embed="rId8"/>
                      <a:stretch>
                        <a:fillRect/>
                      </a:stretch>
                    </p:blipFill>
                    <p:spPr>
                      <a:xfrm>
                        <a:off x="3417870" y="2584015"/>
                        <a:ext cx="5356254" cy="1689969"/>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33D8E691-7B8C-9E24-C0DE-43E6AED5E381}"/>
              </a:ext>
            </a:extLst>
          </p:cNvPr>
          <p:cNvGraphicFramePr>
            <a:graphicFrameLocks noChangeAspect="1"/>
          </p:cNvGraphicFramePr>
          <p:nvPr>
            <p:extLst>
              <p:ext uri="{D42A27DB-BD31-4B8C-83A1-F6EECF244321}">
                <p14:modId xmlns:p14="http://schemas.microsoft.com/office/powerpoint/2010/main" val="3764990378"/>
              </p:ext>
            </p:extLst>
          </p:nvPr>
        </p:nvGraphicFramePr>
        <p:xfrm>
          <a:off x="2493530" y="4374356"/>
          <a:ext cx="222250" cy="395287"/>
        </p:xfrm>
        <a:graphic>
          <a:graphicData uri="http://schemas.openxmlformats.org/presentationml/2006/ole">
            <mc:AlternateContent xmlns:mc="http://schemas.openxmlformats.org/markup-compatibility/2006">
              <mc:Choice xmlns:v="urn:schemas-microsoft-com:vml" Requires="v">
                <p:oleObj name="Equation" r:id="rId9" imgW="222497" imgH="394934" progId="Equation.DSMT4">
                  <p:embed/>
                </p:oleObj>
              </mc:Choice>
              <mc:Fallback>
                <p:oleObj name="Equation" r:id="rId9" imgW="222497" imgH="394934" progId="Equation.DSMT4">
                  <p:embed/>
                  <p:pic>
                    <p:nvPicPr>
                      <p:cNvPr id="0" name=""/>
                      <p:cNvPicPr/>
                      <p:nvPr/>
                    </p:nvPicPr>
                    <p:blipFill>
                      <a:blip r:embed="rId10"/>
                      <a:stretch>
                        <a:fillRect/>
                      </a:stretch>
                    </p:blipFill>
                    <p:spPr>
                      <a:xfrm>
                        <a:off x="2493530" y="4374356"/>
                        <a:ext cx="222250" cy="395287"/>
                      </a:xfrm>
                      <a:prstGeom prst="rect">
                        <a:avLst/>
                      </a:prstGeom>
                    </p:spPr>
                  </p:pic>
                </p:oleObj>
              </mc:Fallback>
            </mc:AlternateContent>
          </a:graphicData>
        </a:graphic>
      </p:graphicFrame>
      <p:sp>
        <p:nvSpPr>
          <p:cNvPr id="19" name="Rectangle 2">
            <a:extLst>
              <a:ext uri="{FF2B5EF4-FFF2-40B4-BE49-F238E27FC236}">
                <a16:creationId xmlns:a16="http://schemas.microsoft.com/office/drawing/2014/main" id="{3407B654-08FC-1EBA-E6D5-E1D49E1A2FA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0" name="对象 19">
            <a:extLst>
              <a:ext uri="{FF2B5EF4-FFF2-40B4-BE49-F238E27FC236}">
                <a16:creationId xmlns:a16="http://schemas.microsoft.com/office/drawing/2014/main" id="{8E9F02D0-0B09-7F87-5873-0BAF24C071A2}"/>
              </a:ext>
            </a:extLst>
          </p:cNvPr>
          <p:cNvGraphicFramePr>
            <a:graphicFrameLocks noChangeAspect="1"/>
          </p:cNvGraphicFramePr>
          <p:nvPr>
            <p:extLst>
              <p:ext uri="{D42A27DB-BD31-4B8C-83A1-F6EECF244321}">
                <p14:modId xmlns:p14="http://schemas.microsoft.com/office/powerpoint/2010/main" val="1685277892"/>
              </p:ext>
            </p:extLst>
          </p:nvPr>
        </p:nvGraphicFramePr>
        <p:xfrm>
          <a:off x="5063436" y="4796492"/>
          <a:ext cx="2069891" cy="674964"/>
        </p:xfrm>
        <a:graphic>
          <a:graphicData uri="http://schemas.openxmlformats.org/presentationml/2006/ole">
            <mc:AlternateContent xmlns:mc="http://schemas.openxmlformats.org/markup-compatibility/2006">
              <mc:Choice xmlns:v="urn:schemas-microsoft-com:vml" Requires="v">
                <p:oleObj name="Equation" r:id="rId11" imgW="1168400" imgH="381000" progId="Equation.DSMT4">
                  <p:embed/>
                </p:oleObj>
              </mc:Choice>
              <mc:Fallback>
                <p:oleObj name="Equation" r:id="rId11" imgW="1168400" imgH="381000" progId="Equation.DSMT4">
                  <p:embed/>
                  <p:pic>
                    <p:nvPicPr>
                      <p:cNvPr id="0" name="Object 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63436" y="4796492"/>
                        <a:ext cx="2069891" cy="6749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472646827"/>
      </p:ext>
    </p:extLst>
  </p:cSld>
  <p:clrMapOvr>
    <a:masterClrMapping/>
  </p:clrMapOvr>
  <p:transition advTm="18857"/>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4.5 </a:t>
            </a:r>
            <a:r>
              <a:rPr lang="zh-CN" altLang="en-US" sz="2800" b="1" dirty="0">
                <a:latin typeface="Times New Roman" pitchFamily="18" charset="0"/>
                <a:ea typeface="华文中宋" pitchFamily="2" charset="-122"/>
              </a:rPr>
              <a:t>四足机器人简化动力学推导</a:t>
            </a:r>
          </a:p>
        </p:txBody>
      </p:sp>
      <p:sp>
        <p:nvSpPr>
          <p:cNvPr id="12290" name="内容占位符 2"/>
          <p:cNvSpPr>
            <a:spLocks noChangeArrowheads="1"/>
          </p:cNvSpPr>
          <p:nvPr/>
        </p:nvSpPr>
        <p:spPr bwMode="auto">
          <a:xfrm>
            <a:off x="977900" y="1009650"/>
            <a:ext cx="105918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各杆件的势能：</a:t>
            </a: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endParaRPr lang="en-US" altLang="zh-CN" sz="2400" b="1" dirty="0">
              <a:latin typeface="Times New Roman" pitchFamily="18" charset="0"/>
              <a:ea typeface="微软雅黑" pitchFamily="34" charset="-122"/>
            </a:endParaRPr>
          </a:p>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将各杆件的动能和势能代入拉格朗日函数：</a:t>
            </a:r>
            <a:endParaRPr lang="en-US" altLang="zh-CN" sz="2400" b="1" dirty="0">
              <a:latin typeface="Times New Roman" pitchFamily="18" charset="0"/>
              <a:ea typeface="微软雅黑" pitchFamily="34" charset="-122"/>
            </a:endParaRPr>
          </a:p>
        </p:txBody>
      </p:sp>
      <p:sp>
        <p:nvSpPr>
          <p:cNvPr id="2" name="Rectangle 2">
            <a:extLst>
              <a:ext uri="{FF2B5EF4-FFF2-40B4-BE49-F238E27FC236}">
                <a16:creationId xmlns:a16="http://schemas.microsoft.com/office/drawing/2014/main" id="{05D0BA8F-52A5-C8D0-CAB4-B4070DAE615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4">
            <a:extLst>
              <a:ext uri="{FF2B5EF4-FFF2-40B4-BE49-F238E27FC236}">
                <a16:creationId xmlns:a16="http://schemas.microsoft.com/office/drawing/2014/main" id="{2E8D1518-A6A2-5B86-4105-17A4FD0199F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id="{D6DC6AF4-4071-6769-DF3D-24C8A7F0E33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2">
            <a:extLst>
              <a:ext uri="{FF2B5EF4-FFF2-40B4-BE49-F238E27FC236}">
                <a16:creationId xmlns:a16="http://schemas.microsoft.com/office/drawing/2014/main" id="{8106722E-A8AF-B46A-2FD7-14F069A9781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Rectangle 4">
            <a:extLst>
              <a:ext uri="{FF2B5EF4-FFF2-40B4-BE49-F238E27FC236}">
                <a16:creationId xmlns:a16="http://schemas.microsoft.com/office/drawing/2014/main" id="{7CB91B8C-92E2-4AF0-458B-675043DFEFF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7" name="Rectangle 6">
            <a:extLst>
              <a:ext uri="{FF2B5EF4-FFF2-40B4-BE49-F238E27FC236}">
                <a16:creationId xmlns:a16="http://schemas.microsoft.com/office/drawing/2014/main" id="{EF77BD10-6485-2ED5-54CD-0A09F6FEADB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Rectangle 2">
            <a:extLst>
              <a:ext uri="{FF2B5EF4-FFF2-40B4-BE49-F238E27FC236}">
                <a16:creationId xmlns:a16="http://schemas.microsoft.com/office/drawing/2014/main" id="{495F9D1D-4065-A0ED-652B-D60C9DD0BBC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9" name="Rectangle 2">
            <a:extLst>
              <a:ext uri="{FF2B5EF4-FFF2-40B4-BE49-F238E27FC236}">
                <a16:creationId xmlns:a16="http://schemas.microsoft.com/office/drawing/2014/main" id="{3407B654-08FC-1EBA-E6D5-E1D49E1A2FA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a:extLst>
              <a:ext uri="{FF2B5EF4-FFF2-40B4-BE49-F238E27FC236}">
                <a16:creationId xmlns:a16="http://schemas.microsoft.com/office/drawing/2014/main" id="{B01D3714-8145-35DD-25BD-85D48ACEC615}"/>
              </a:ext>
            </a:extLst>
          </p:cNvPr>
          <p:cNvGraphicFramePr>
            <a:graphicFrameLocks noChangeAspect="1"/>
          </p:cNvGraphicFramePr>
          <p:nvPr>
            <p:extLst>
              <p:ext uri="{D42A27DB-BD31-4B8C-83A1-F6EECF244321}">
                <p14:modId xmlns:p14="http://schemas.microsoft.com/office/powerpoint/2010/main" val="3910486269"/>
              </p:ext>
            </p:extLst>
          </p:nvPr>
        </p:nvGraphicFramePr>
        <p:xfrm>
          <a:off x="5406968" y="1463007"/>
          <a:ext cx="1378054" cy="567586"/>
        </p:xfrm>
        <a:graphic>
          <a:graphicData uri="http://schemas.openxmlformats.org/presentationml/2006/ole">
            <mc:AlternateContent xmlns:mc="http://schemas.openxmlformats.org/markup-compatibility/2006">
              <mc:Choice xmlns:v="urn:schemas-microsoft-com:vml" Requires="v">
                <p:oleObj name="Equation" r:id="rId3" imgW="855067" imgH="353002" progId="Equation.DSMT4">
                  <p:embed/>
                </p:oleObj>
              </mc:Choice>
              <mc:Fallback>
                <p:oleObj name="Equation" r:id="rId3" imgW="855067" imgH="353002" progId="Equation.DSMT4">
                  <p:embed/>
                  <p:pic>
                    <p:nvPicPr>
                      <p:cNvPr id="0" name=""/>
                      <p:cNvPicPr/>
                      <p:nvPr/>
                    </p:nvPicPr>
                    <p:blipFill>
                      <a:blip r:embed="rId4"/>
                      <a:stretch>
                        <a:fillRect/>
                      </a:stretch>
                    </p:blipFill>
                    <p:spPr>
                      <a:xfrm>
                        <a:off x="5406968" y="1463007"/>
                        <a:ext cx="1378054" cy="567586"/>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8ED24E20-1325-2456-F8BE-120830A16E96}"/>
              </a:ext>
            </a:extLst>
          </p:cNvPr>
          <p:cNvGraphicFramePr>
            <a:graphicFrameLocks noChangeAspect="1"/>
          </p:cNvGraphicFramePr>
          <p:nvPr>
            <p:extLst>
              <p:ext uri="{D42A27DB-BD31-4B8C-83A1-F6EECF244321}">
                <p14:modId xmlns:p14="http://schemas.microsoft.com/office/powerpoint/2010/main" val="1883293662"/>
              </p:ext>
            </p:extLst>
          </p:nvPr>
        </p:nvGraphicFramePr>
        <p:xfrm>
          <a:off x="4909694" y="2135782"/>
          <a:ext cx="2372603" cy="567586"/>
        </p:xfrm>
        <a:graphic>
          <a:graphicData uri="http://schemas.openxmlformats.org/presentationml/2006/ole">
            <mc:AlternateContent xmlns:mc="http://schemas.openxmlformats.org/markup-compatibility/2006">
              <mc:Choice xmlns:v="urn:schemas-microsoft-com:vml" Requires="v">
                <p:oleObj name="Equation" r:id="rId5" imgW="1472754" imgH="353002" progId="Equation.DSMT4">
                  <p:embed/>
                </p:oleObj>
              </mc:Choice>
              <mc:Fallback>
                <p:oleObj name="Equation" r:id="rId5" imgW="1472754" imgH="353002" progId="Equation.DSMT4">
                  <p:embed/>
                  <p:pic>
                    <p:nvPicPr>
                      <p:cNvPr id="0" name=""/>
                      <p:cNvPicPr/>
                      <p:nvPr/>
                    </p:nvPicPr>
                    <p:blipFill>
                      <a:blip r:embed="rId6"/>
                      <a:stretch>
                        <a:fillRect/>
                      </a:stretch>
                    </p:blipFill>
                    <p:spPr>
                      <a:xfrm>
                        <a:off x="4909694" y="2135782"/>
                        <a:ext cx="2372603" cy="567586"/>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9A81BDFC-E937-3736-03BF-F453CE1A9AD4}"/>
              </a:ext>
            </a:extLst>
          </p:cNvPr>
          <p:cNvGraphicFramePr>
            <a:graphicFrameLocks noChangeAspect="1"/>
          </p:cNvGraphicFramePr>
          <p:nvPr>
            <p:extLst>
              <p:ext uri="{D42A27DB-BD31-4B8C-83A1-F6EECF244321}">
                <p14:modId xmlns:p14="http://schemas.microsoft.com/office/powerpoint/2010/main" val="729579688"/>
              </p:ext>
            </p:extLst>
          </p:nvPr>
        </p:nvGraphicFramePr>
        <p:xfrm>
          <a:off x="4022524" y="2819210"/>
          <a:ext cx="4146944" cy="567586"/>
        </p:xfrm>
        <a:graphic>
          <a:graphicData uri="http://schemas.openxmlformats.org/presentationml/2006/ole">
            <mc:AlternateContent xmlns:mc="http://schemas.openxmlformats.org/markup-compatibility/2006">
              <mc:Choice xmlns:v="urn:schemas-microsoft-com:vml" Requires="v">
                <p:oleObj name="Equation" r:id="rId7" imgW="2574896" imgH="353002" progId="Equation.DSMT4">
                  <p:embed/>
                </p:oleObj>
              </mc:Choice>
              <mc:Fallback>
                <p:oleObj name="Equation" r:id="rId7" imgW="2574896" imgH="353002" progId="Equation.DSMT4">
                  <p:embed/>
                  <p:pic>
                    <p:nvPicPr>
                      <p:cNvPr id="0" name=""/>
                      <p:cNvPicPr/>
                      <p:nvPr/>
                    </p:nvPicPr>
                    <p:blipFill>
                      <a:blip r:embed="rId8"/>
                      <a:stretch>
                        <a:fillRect/>
                      </a:stretch>
                    </p:blipFill>
                    <p:spPr>
                      <a:xfrm>
                        <a:off x="4022524" y="2819210"/>
                        <a:ext cx="4146944" cy="567586"/>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5A816EA6-759D-D531-DD3A-EC027A7C5DC9}"/>
              </a:ext>
            </a:extLst>
          </p:cNvPr>
          <p:cNvGraphicFramePr>
            <a:graphicFrameLocks noChangeAspect="1"/>
          </p:cNvGraphicFramePr>
          <p:nvPr>
            <p:extLst>
              <p:ext uri="{D42A27DB-BD31-4B8C-83A1-F6EECF244321}">
                <p14:modId xmlns:p14="http://schemas.microsoft.com/office/powerpoint/2010/main" val="4218282942"/>
              </p:ext>
            </p:extLst>
          </p:nvPr>
        </p:nvGraphicFramePr>
        <p:xfrm>
          <a:off x="4615293" y="4200769"/>
          <a:ext cx="2961407" cy="371231"/>
        </p:xfrm>
        <a:graphic>
          <a:graphicData uri="http://schemas.openxmlformats.org/presentationml/2006/ole">
            <mc:AlternateContent xmlns:mc="http://schemas.openxmlformats.org/markup-compatibility/2006">
              <mc:Choice xmlns:v="urn:schemas-microsoft-com:vml" Requires="v">
                <p:oleObj name="Equation" r:id="rId9" imgW="1672426" imgH="209854" progId="Equation.DSMT4">
                  <p:embed/>
                </p:oleObj>
              </mc:Choice>
              <mc:Fallback>
                <p:oleObj name="Equation" r:id="rId9" imgW="1672426" imgH="209854" progId="Equation.DSMT4">
                  <p:embed/>
                  <p:pic>
                    <p:nvPicPr>
                      <p:cNvPr id="0" name=""/>
                      <p:cNvPicPr/>
                      <p:nvPr/>
                    </p:nvPicPr>
                    <p:blipFill>
                      <a:blip r:embed="rId10"/>
                      <a:stretch>
                        <a:fillRect/>
                      </a:stretch>
                    </p:blipFill>
                    <p:spPr>
                      <a:xfrm>
                        <a:off x="4615293" y="4200769"/>
                        <a:ext cx="2961407" cy="371231"/>
                      </a:xfrm>
                      <a:prstGeom prst="rect">
                        <a:avLst/>
                      </a:prstGeom>
                    </p:spPr>
                  </p:pic>
                </p:oleObj>
              </mc:Fallback>
            </mc:AlternateContent>
          </a:graphicData>
        </a:graphic>
      </p:graphicFrame>
    </p:spTree>
    <p:extLst>
      <p:ext uri="{BB962C8B-B14F-4D97-AF65-F5344CB8AC3E}">
        <p14:creationId xmlns:p14="http://schemas.microsoft.com/office/powerpoint/2010/main" val="4013291594"/>
      </p:ext>
    </p:extLst>
  </p:cSld>
  <p:clrMapOvr>
    <a:masterClrMapping/>
  </p:clrMapOvr>
  <p:transition advTm="18857"/>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4.5 </a:t>
            </a:r>
            <a:r>
              <a:rPr lang="zh-CN" altLang="en-US" sz="2800" b="1" dirty="0">
                <a:latin typeface="Times New Roman" pitchFamily="18" charset="0"/>
                <a:ea typeface="华文中宋" pitchFamily="2" charset="-122"/>
              </a:rPr>
              <a:t>四足机器人简化动力学推导</a:t>
            </a:r>
          </a:p>
        </p:txBody>
      </p:sp>
      <p:sp>
        <p:nvSpPr>
          <p:cNvPr id="12290" name="内容占位符 2"/>
          <p:cNvSpPr>
            <a:spLocks noChangeArrowheads="1"/>
          </p:cNvSpPr>
          <p:nvPr/>
        </p:nvSpPr>
        <p:spPr bwMode="auto">
          <a:xfrm>
            <a:off x="977900" y="1009650"/>
            <a:ext cx="105918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然后由式</a:t>
            </a:r>
            <a:r>
              <a:rPr lang="en-US" altLang="zh-CN" sz="2400" b="1" dirty="0">
                <a:latin typeface="Times New Roman" pitchFamily="18" charset="0"/>
                <a:ea typeface="微软雅黑" pitchFamily="34" charset="-122"/>
              </a:rPr>
              <a:t>(4.9)</a:t>
            </a:r>
            <a:r>
              <a:rPr lang="zh-CN" altLang="en-US" sz="2400" b="1" dirty="0">
                <a:latin typeface="Times New Roman" pitchFamily="18" charset="0"/>
                <a:ea typeface="微软雅黑" pitchFamily="34" charset="-122"/>
              </a:rPr>
              <a:t>可得各广义力矩：</a:t>
            </a:r>
            <a:endParaRPr lang="en-US" altLang="zh-CN" sz="2400" b="1" dirty="0">
              <a:latin typeface="Times New Roman" pitchFamily="18" charset="0"/>
              <a:ea typeface="微软雅黑" pitchFamily="34" charset="-122"/>
            </a:endParaRPr>
          </a:p>
        </p:txBody>
      </p:sp>
      <p:sp>
        <p:nvSpPr>
          <p:cNvPr id="2" name="Rectangle 2">
            <a:extLst>
              <a:ext uri="{FF2B5EF4-FFF2-40B4-BE49-F238E27FC236}">
                <a16:creationId xmlns:a16="http://schemas.microsoft.com/office/drawing/2014/main" id="{05D0BA8F-52A5-C8D0-CAB4-B4070DAE615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4">
            <a:extLst>
              <a:ext uri="{FF2B5EF4-FFF2-40B4-BE49-F238E27FC236}">
                <a16:creationId xmlns:a16="http://schemas.microsoft.com/office/drawing/2014/main" id="{2E8D1518-A6A2-5B86-4105-17A4FD0199F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id="{D6DC6AF4-4071-6769-DF3D-24C8A7F0E33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2">
            <a:extLst>
              <a:ext uri="{FF2B5EF4-FFF2-40B4-BE49-F238E27FC236}">
                <a16:creationId xmlns:a16="http://schemas.microsoft.com/office/drawing/2014/main" id="{8106722E-A8AF-B46A-2FD7-14F069A9781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Rectangle 4">
            <a:extLst>
              <a:ext uri="{FF2B5EF4-FFF2-40B4-BE49-F238E27FC236}">
                <a16:creationId xmlns:a16="http://schemas.microsoft.com/office/drawing/2014/main" id="{7CB91B8C-92E2-4AF0-458B-675043DFEFF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7" name="Rectangle 6">
            <a:extLst>
              <a:ext uri="{FF2B5EF4-FFF2-40B4-BE49-F238E27FC236}">
                <a16:creationId xmlns:a16="http://schemas.microsoft.com/office/drawing/2014/main" id="{EF77BD10-6485-2ED5-54CD-0A09F6FEADB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Rectangle 2">
            <a:extLst>
              <a:ext uri="{FF2B5EF4-FFF2-40B4-BE49-F238E27FC236}">
                <a16:creationId xmlns:a16="http://schemas.microsoft.com/office/drawing/2014/main" id="{495F9D1D-4065-A0ED-652B-D60C9DD0BBC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9" name="Rectangle 2">
            <a:extLst>
              <a:ext uri="{FF2B5EF4-FFF2-40B4-BE49-F238E27FC236}">
                <a16:creationId xmlns:a16="http://schemas.microsoft.com/office/drawing/2014/main" id="{3407B654-08FC-1EBA-E6D5-E1D49E1A2FA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a:extLst>
              <a:ext uri="{FF2B5EF4-FFF2-40B4-BE49-F238E27FC236}">
                <a16:creationId xmlns:a16="http://schemas.microsoft.com/office/drawing/2014/main" id="{EBBA4158-A1C1-D44E-B5EA-EAEA47899A7D}"/>
              </a:ext>
            </a:extLst>
          </p:cNvPr>
          <p:cNvGraphicFramePr>
            <a:graphicFrameLocks noChangeAspect="1"/>
          </p:cNvGraphicFramePr>
          <p:nvPr/>
        </p:nvGraphicFramePr>
        <p:xfrm>
          <a:off x="673670" y="1932847"/>
          <a:ext cx="5422330" cy="3930509"/>
        </p:xfrm>
        <a:graphic>
          <a:graphicData uri="http://schemas.openxmlformats.org/presentationml/2006/ole">
            <mc:AlternateContent xmlns:mc="http://schemas.openxmlformats.org/markup-compatibility/2006">
              <mc:Choice xmlns:v="urn:schemas-microsoft-com:vml" Requires="v">
                <p:oleObj name="Equation" r:id="rId3" imgW="3791238" imgH="2747575" progId="Equation.DSMT4">
                  <p:embed/>
                </p:oleObj>
              </mc:Choice>
              <mc:Fallback>
                <p:oleObj name="Equation" r:id="rId3" imgW="3791238" imgH="2747575" progId="Equation.DSMT4">
                  <p:embed/>
                  <p:pic>
                    <p:nvPicPr>
                      <p:cNvPr id="7" name="对象 6">
                        <a:extLst>
                          <a:ext uri="{FF2B5EF4-FFF2-40B4-BE49-F238E27FC236}">
                            <a16:creationId xmlns:a16="http://schemas.microsoft.com/office/drawing/2014/main" id="{EBBA4158-A1C1-D44E-B5EA-EAEA47899A7D}"/>
                          </a:ext>
                        </a:extLst>
                      </p:cNvPr>
                      <p:cNvPicPr/>
                      <p:nvPr/>
                    </p:nvPicPr>
                    <p:blipFill>
                      <a:blip r:embed="rId4"/>
                      <a:stretch>
                        <a:fillRect/>
                      </a:stretch>
                    </p:blipFill>
                    <p:spPr>
                      <a:xfrm>
                        <a:off x="673670" y="1932847"/>
                        <a:ext cx="5422330" cy="3930509"/>
                      </a:xfrm>
                      <a:prstGeom prst="rect">
                        <a:avLst/>
                      </a:prstGeom>
                    </p:spPr>
                  </p:pic>
                </p:oleObj>
              </mc:Fallback>
            </mc:AlternateContent>
          </a:graphicData>
        </a:graphic>
      </p:graphicFrame>
      <p:sp>
        <p:nvSpPr>
          <p:cNvPr id="10" name="Rectangle 2">
            <a:extLst>
              <a:ext uri="{FF2B5EF4-FFF2-40B4-BE49-F238E27FC236}">
                <a16:creationId xmlns:a16="http://schemas.microsoft.com/office/drawing/2014/main" id="{D07AA4C1-2F75-4FAA-6506-3115D809B106}"/>
              </a:ext>
            </a:extLst>
          </p:cNvPr>
          <p:cNvSpPr>
            <a:spLocks noChangeArrowheads="1"/>
          </p:cNvSpPr>
          <p:nvPr/>
        </p:nvSpPr>
        <p:spPr bwMode="auto">
          <a:xfrm>
            <a:off x="7426037" y="193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 name="对象 10">
            <a:extLst>
              <a:ext uri="{FF2B5EF4-FFF2-40B4-BE49-F238E27FC236}">
                <a16:creationId xmlns:a16="http://schemas.microsoft.com/office/drawing/2014/main" id="{5E570DC8-EFDC-4F41-C1B1-F9741E29C9D8}"/>
              </a:ext>
            </a:extLst>
          </p:cNvPr>
          <p:cNvGraphicFramePr>
            <a:graphicFrameLocks noChangeAspect="1"/>
          </p:cNvGraphicFramePr>
          <p:nvPr/>
        </p:nvGraphicFramePr>
        <p:xfrm>
          <a:off x="6096000" y="1930400"/>
          <a:ext cx="5777930" cy="3325561"/>
        </p:xfrm>
        <a:graphic>
          <a:graphicData uri="http://schemas.openxmlformats.org/presentationml/2006/ole">
            <mc:AlternateContent xmlns:mc="http://schemas.openxmlformats.org/markup-compatibility/2006">
              <mc:Choice xmlns:v="urn:schemas-microsoft-com:vml" Requires="v">
                <p:oleObj name="Equation" r:id="rId5" imgW="3949700" imgH="2273300" progId="Equation.DSMT4">
                  <p:embed/>
                </p:oleObj>
              </mc:Choice>
              <mc:Fallback>
                <p:oleObj name="Equation" r:id="rId5" imgW="3949700" imgH="2273300" progId="Equation.DSMT4">
                  <p:embed/>
                  <p:pic>
                    <p:nvPicPr>
                      <p:cNvPr id="11" name="对象 10">
                        <a:extLst>
                          <a:ext uri="{FF2B5EF4-FFF2-40B4-BE49-F238E27FC236}">
                            <a16:creationId xmlns:a16="http://schemas.microsoft.com/office/drawing/2014/main" id="{5E570DC8-EFDC-4F41-C1B1-F9741E29C9D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0" y="1930400"/>
                        <a:ext cx="5777930" cy="3325561"/>
                      </a:xfrm>
                      <a:prstGeom prst="rect">
                        <a:avLst/>
                      </a:prstGeom>
                      <a:noFill/>
                    </p:spPr>
                  </p:pic>
                </p:oleObj>
              </mc:Fallback>
            </mc:AlternateContent>
          </a:graphicData>
        </a:graphic>
      </p:graphicFrame>
      <p:sp>
        <p:nvSpPr>
          <p:cNvPr id="13" name="Rectangle 4">
            <a:extLst>
              <a:ext uri="{FF2B5EF4-FFF2-40B4-BE49-F238E27FC236}">
                <a16:creationId xmlns:a16="http://schemas.microsoft.com/office/drawing/2014/main" id="{9C2C0E52-611F-AFC6-6679-BB72816717F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722207314"/>
      </p:ext>
    </p:extLst>
  </p:cSld>
  <p:clrMapOvr>
    <a:masterClrMapping/>
  </p:clrMapOvr>
  <p:transition advTm="18857"/>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4.5 </a:t>
            </a:r>
            <a:r>
              <a:rPr lang="zh-CN" altLang="en-US" sz="2800" b="1" dirty="0">
                <a:latin typeface="Times New Roman" pitchFamily="18" charset="0"/>
                <a:ea typeface="华文中宋" pitchFamily="2" charset="-122"/>
              </a:rPr>
              <a:t>四足机器人简化动力学推导</a:t>
            </a:r>
          </a:p>
        </p:txBody>
      </p:sp>
      <p:sp>
        <p:nvSpPr>
          <p:cNvPr id="12290" name="内容占位符 2"/>
          <p:cNvSpPr>
            <a:spLocks noChangeArrowheads="1"/>
          </p:cNvSpPr>
          <p:nvPr/>
        </p:nvSpPr>
        <p:spPr bwMode="auto">
          <a:xfrm>
            <a:off x="977900" y="1009650"/>
            <a:ext cx="105918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然后由式</a:t>
            </a:r>
            <a:r>
              <a:rPr lang="en-US" altLang="zh-CN" sz="2400" b="1" dirty="0">
                <a:latin typeface="Times New Roman" pitchFamily="18" charset="0"/>
                <a:ea typeface="微软雅黑" pitchFamily="34" charset="-122"/>
              </a:rPr>
              <a:t>(4.9)</a:t>
            </a:r>
            <a:r>
              <a:rPr lang="zh-CN" altLang="en-US" sz="2400" b="1" dirty="0">
                <a:latin typeface="Times New Roman" pitchFamily="18" charset="0"/>
                <a:ea typeface="微软雅黑" pitchFamily="34" charset="-122"/>
              </a:rPr>
              <a:t>可得各广义力矩：</a:t>
            </a:r>
            <a:endParaRPr lang="en-US" altLang="zh-CN" sz="2400" b="1" dirty="0">
              <a:latin typeface="Times New Roman" pitchFamily="18" charset="0"/>
              <a:ea typeface="微软雅黑" pitchFamily="34" charset="-122"/>
            </a:endParaRPr>
          </a:p>
        </p:txBody>
      </p:sp>
      <p:sp>
        <p:nvSpPr>
          <p:cNvPr id="2" name="Rectangle 2">
            <a:extLst>
              <a:ext uri="{FF2B5EF4-FFF2-40B4-BE49-F238E27FC236}">
                <a16:creationId xmlns:a16="http://schemas.microsoft.com/office/drawing/2014/main" id="{05D0BA8F-52A5-C8D0-CAB4-B4070DAE615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4">
            <a:extLst>
              <a:ext uri="{FF2B5EF4-FFF2-40B4-BE49-F238E27FC236}">
                <a16:creationId xmlns:a16="http://schemas.microsoft.com/office/drawing/2014/main" id="{2E8D1518-A6A2-5B86-4105-17A4FD0199F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id="{D6DC6AF4-4071-6769-DF3D-24C8A7F0E33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2">
            <a:extLst>
              <a:ext uri="{FF2B5EF4-FFF2-40B4-BE49-F238E27FC236}">
                <a16:creationId xmlns:a16="http://schemas.microsoft.com/office/drawing/2014/main" id="{8106722E-A8AF-B46A-2FD7-14F069A9781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Rectangle 4">
            <a:extLst>
              <a:ext uri="{FF2B5EF4-FFF2-40B4-BE49-F238E27FC236}">
                <a16:creationId xmlns:a16="http://schemas.microsoft.com/office/drawing/2014/main" id="{7CB91B8C-92E2-4AF0-458B-675043DFEFF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7" name="Rectangle 6">
            <a:extLst>
              <a:ext uri="{FF2B5EF4-FFF2-40B4-BE49-F238E27FC236}">
                <a16:creationId xmlns:a16="http://schemas.microsoft.com/office/drawing/2014/main" id="{EF77BD10-6485-2ED5-54CD-0A09F6FEADB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Rectangle 2">
            <a:extLst>
              <a:ext uri="{FF2B5EF4-FFF2-40B4-BE49-F238E27FC236}">
                <a16:creationId xmlns:a16="http://schemas.microsoft.com/office/drawing/2014/main" id="{495F9D1D-4065-A0ED-652B-D60C9DD0BBC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9" name="Rectangle 2">
            <a:extLst>
              <a:ext uri="{FF2B5EF4-FFF2-40B4-BE49-F238E27FC236}">
                <a16:creationId xmlns:a16="http://schemas.microsoft.com/office/drawing/2014/main" id="{3407B654-08FC-1EBA-E6D5-E1D49E1A2FA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2">
            <a:extLst>
              <a:ext uri="{FF2B5EF4-FFF2-40B4-BE49-F238E27FC236}">
                <a16:creationId xmlns:a16="http://schemas.microsoft.com/office/drawing/2014/main" id="{D07AA4C1-2F75-4FAA-6506-3115D809B106}"/>
              </a:ext>
            </a:extLst>
          </p:cNvPr>
          <p:cNvSpPr>
            <a:spLocks noChangeArrowheads="1"/>
          </p:cNvSpPr>
          <p:nvPr/>
        </p:nvSpPr>
        <p:spPr bwMode="auto">
          <a:xfrm>
            <a:off x="7426037" y="193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Rectangle 4">
            <a:extLst>
              <a:ext uri="{FF2B5EF4-FFF2-40B4-BE49-F238E27FC236}">
                <a16:creationId xmlns:a16="http://schemas.microsoft.com/office/drawing/2014/main" id="{9C2C0E52-611F-AFC6-6679-BB72816717F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4" name="对象 13">
            <a:extLst>
              <a:ext uri="{FF2B5EF4-FFF2-40B4-BE49-F238E27FC236}">
                <a16:creationId xmlns:a16="http://schemas.microsoft.com/office/drawing/2014/main" id="{62703A1F-FD06-6060-0622-4342AF15AE8C}"/>
              </a:ext>
            </a:extLst>
          </p:cNvPr>
          <p:cNvGraphicFramePr>
            <a:graphicFrameLocks noChangeAspect="1"/>
          </p:cNvGraphicFramePr>
          <p:nvPr>
            <p:extLst>
              <p:ext uri="{D42A27DB-BD31-4B8C-83A1-F6EECF244321}">
                <p14:modId xmlns:p14="http://schemas.microsoft.com/office/powerpoint/2010/main" val="2389743956"/>
              </p:ext>
            </p:extLst>
          </p:nvPr>
        </p:nvGraphicFramePr>
        <p:xfrm>
          <a:off x="1811265" y="1789361"/>
          <a:ext cx="5586793" cy="2708748"/>
        </p:xfrm>
        <a:graphic>
          <a:graphicData uri="http://schemas.openxmlformats.org/presentationml/2006/ole">
            <mc:AlternateContent xmlns:mc="http://schemas.openxmlformats.org/markup-compatibility/2006">
              <mc:Choice xmlns:v="urn:schemas-microsoft-com:vml" Requires="v">
                <p:oleObj name="Equation" r:id="rId3" imgW="3771900" imgH="1828800" progId="Equation.DSMT4">
                  <p:embed/>
                </p:oleObj>
              </mc:Choice>
              <mc:Fallback>
                <p:oleObj name="Equation" r:id="rId3" imgW="3771900" imgH="18288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1265" y="1789361"/>
                        <a:ext cx="5586793" cy="2708748"/>
                      </a:xfrm>
                      <a:prstGeom prst="rect">
                        <a:avLst/>
                      </a:prstGeom>
                      <a:noFill/>
                    </p:spPr>
                  </p:pic>
                </p:oleObj>
              </mc:Fallback>
            </mc:AlternateContent>
          </a:graphicData>
        </a:graphic>
      </p:graphicFrame>
    </p:spTree>
    <p:extLst>
      <p:ext uri="{BB962C8B-B14F-4D97-AF65-F5344CB8AC3E}">
        <p14:creationId xmlns:p14="http://schemas.microsoft.com/office/powerpoint/2010/main" val="2188370958"/>
      </p:ext>
    </p:extLst>
  </p:cSld>
  <p:clrMapOvr>
    <a:masterClrMapping/>
  </p:clrMapOvr>
  <p:transition advTm="18857"/>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977900" y="825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4.5 </a:t>
            </a:r>
            <a:r>
              <a:rPr lang="zh-CN" altLang="en-US" sz="2800" b="1" dirty="0">
                <a:latin typeface="Times New Roman" pitchFamily="18" charset="0"/>
                <a:ea typeface="华文中宋" pitchFamily="2" charset="-122"/>
              </a:rPr>
              <a:t>四足机器人简化动力学推导</a:t>
            </a:r>
          </a:p>
        </p:txBody>
      </p:sp>
      <p:sp>
        <p:nvSpPr>
          <p:cNvPr id="12290" name="内容占位符 2"/>
          <p:cNvSpPr>
            <a:spLocks noChangeArrowheads="1"/>
          </p:cNvSpPr>
          <p:nvPr/>
        </p:nvSpPr>
        <p:spPr bwMode="auto">
          <a:xfrm>
            <a:off x="977900" y="1009650"/>
            <a:ext cx="105918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720000">
              <a:lnSpc>
                <a:spcPct val="110000"/>
              </a:lnSpc>
              <a:spcBef>
                <a:spcPct val="10000"/>
              </a:spcBef>
              <a:spcAft>
                <a:spcPct val="10000"/>
              </a:spcAft>
            </a:pPr>
            <a:r>
              <a:rPr lang="zh-CN" altLang="en-US" sz="2400" b="1" dirty="0">
                <a:latin typeface="Times New Roman" pitchFamily="18" charset="0"/>
                <a:ea typeface="微软雅黑" pitchFamily="34" charset="-122"/>
              </a:rPr>
              <a:t>将动力学方程整理成式</a:t>
            </a:r>
            <a:r>
              <a:rPr lang="en-US" altLang="zh-CN" sz="2400" b="1" dirty="0">
                <a:latin typeface="Times New Roman" pitchFamily="18" charset="0"/>
                <a:ea typeface="微软雅黑" pitchFamily="34" charset="-122"/>
              </a:rPr>
              <a:t>(4.10)</a:t>
            </a:r>
            <a:r>
              <a:rPr lang="zh-CN" altLang="en-US" sz="2400" b="1" dirty="0">
                <a:latin typeface="Times New Roman" pitchFamily="18" charset="0"/>
                <a:ea typeface="微软雅黑" pitchFamily="34" charset="-122"/>
              </a:rPr>
              <a:t>的通用形式，结果为</a:t>
            </a:r>
            <a:endParaRPr lang="en-US" altLang="zh-CN" sz="2400" b="1" dirty="0">
              <a:latin typeface="Times New Roman" pitchFamily="18" charset="0"/>
              <a:ea typeface="微软雅黑" pitchFamily="34" charset="-122"/>
            </a:endParaRPr>
          </a:p>
        </p:txBody>
      </p:sp>
      <p:sp>
        <p:nvSpPr>
          <p:cNvPr id="2" name="Rectangle 2">
            <a:extLst>
              <a:ext uri="{FF2B5EF4-FFF2-40B4-BE49-F238E27FC236}">
                <a16:creationId xmlns:a16="http://schemas.microsoft.com/office/drawing/2014/main" id="{05D0BA8F-52A5-C8D0-CAB4-B4070DAE615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4">
            <a:extLst>
              <a:ext uri="{FF2B5EF4-FFF2-40B4-BE49-F238E27FC236}">
                <a16:creationId xmlns:a16="http://schemas.microsoft.com/office/drawing/2014/main" id="{2E8D1518-A6A2-5B86-4105-17A4FD0199F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id="{D6DC6AF4-4071-6769-DF3D-24C8A7F0E33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2">
            <a:extLst>
              <a:ext uri="{FF2B5EF4-FFF2-40B4-BE49-F238E27FC236}">
                <a16:creationId xmlns:a16="http://schemas.microsoft.com/office/drawing/2014/main" id="{8106722E-A8AF-B46A-2FD7-14F069A9781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Rectangle 4">
            <a:extLst>
              <a:ext uri="{FF2B5EF4-FFF2-40B4-BE49-F238E27FC236}">
                <a16:creationId xmlns:a16="http://schemas.microsoft.com/office/drawing/2014/main" id="{7CB91B8C-92E2-4AF0-458B-675043DFEFF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7" name="Rectangle 6">
            <a:extLst>
              <a:ext uri="{FF2B5EF4-FFF2-40B4-BE49-F238E27FC236}">
                <a16:creationId xmlns:a16="http://schemas.microsoft.com/office/drawing/2014/main" id="{EF77BD10-6485-2ED5-54CD-0A09F6FEADB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Rectangle 2">
            <a:extLst>
              <a:ext uri="{FF2B5EF4-FFF2-40B4-BE49-F238E27FC236}">
                <a16:creationId xmlns:a16="http://schemas.microsoft.com/office/drawing/2014/main" id="{495F9D1D-4065-A0ED-652B-D60C9DD0BBC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9" name="Rectangle 2">
            <a:extLst>
              <a:ext uri="{FF2B5EF4-FFF2-40B4-BE49-F238E27FC236}">
                <a16:creationId xmlns:a16="http://schemas.microsoft.com/office/drawing/2014/main" id="{3407B654-08FC-1EBA-E6D5-E1D49E1A2FA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2">
            <a:extLst>
              <a:ext uri="{FF2B5EF4-FFF2-40B4-BE49-F238E27FC236}">
                <a16:creationId xmlns:a16="http://schemas.microsoft.com/office/drawing/2014/main" id="{D07AA4C1-2F75-4FAA-6506-3115D809B106}"/>
              </a:ext>
            </a:extLst>
          </p:cNvPr>
          <p:cNvSpPr>
            <a:spLocks noChangeArrowheads="1"/>
          </p:cNvSpPr>
          <p:nvPr/>
        </p:nvSpPr>
        <p:spPr bwMode="auto">
          <a:xfrm>
            <a:off x="7426037" y="193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Rectangle 4">
            <a:extLst>
              <a:ext uri="{FF2B5EF4-FFF2-40B4-BE49-F238E27FC236}">
                <a16:creationId xmlns:a16="http://schemas.microsoft.com/office/drawing/2014/main" id="{9C2C0E52-611F-AFC6-6679-BB72816717F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Rectangle 2">
            <a:extLst>
              <a:ext uri="{FF2B5EF4-FFF2-40B4-BE49-F238E27FC236}">
                <a16:creationId xmlns:a16="http://schemas.microsoft.com/office/drawing/2014/main" id="{4E989AD4-BA58-15FD-38D7-DC06AAFB42F0}"/>
              </a:ext>
            </a:extLst>
          </p:cNvPr>
          <p:cNvSpPr>
            <a:spLocks noChangeArrowheads="1"/>
          </p:cNvSpPr>
          <p:nvPr/>
        </p:nvSpPr>
        <p:spPr bwMode="auto">
          <a:xfrm>
            <a:off x="1311563" y="256770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61B03294-225E-4537-9A3F-1CF6A371B16D}"/>
              </a:ext>
            </a:extLst>
          </p:cNvPr>
          <p:cNvGraphicFramePr>
            <a:graphicFrameLocks noChangeAspect="1"/>
          </p:cNvGraphicFramePr>
          <p:nvPr>
            <p:extLst>
              <p:ext uri="{D42A27DB-BD31-4B8C-83A1-F6EECF244321}">
                <p14:modId xmlns:p14="http://schemas.microsoft.com/office/powerpoint/2010/main" val="2410758997"/>
              </p:ext>
            </p:extLst>
          </p:nvPr>
        </p:nvGraphicFramePr>
        <p:xfrm>
          <a:off x="1505526" y="2197100"/>
          <a:ext cx="8902499" cy="2467264"/>
        </p:xfrm>
        <a:graphic>
          <a:graphicData uri="http://schemas.openxmlformats.org/presentationml/2006/ole">
            <mc:AlternateContent xmlns:mc="http://schemas.openxmlformats.org/markup-compatibility/2006">
              <mc:Choice xmlns:v="urn:schemas-microsoft-com:vml" Requires="v">
                <p:oleObj name="Equation" r:id="rId3" imgW="4445000" imgH="1231900" progId="Equation.DSMT4">
                  <p:embed/>
                </p:oleObj>
              </mc:Choice>
              <mc:Fallback>
                <p:oleObj name="Equation" r:id="rId3" imgW="4445000" imgH="12319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5526" y="2197100"/>
                        <a:ext cx="8902499" cy="2467264"/>
                      </a:xfrm>
                      <a:prstGeom prst="rect">
                        <a:avLst/>
                      </a:prstGeom>
                      <a:noFill/>
                    </p:spPr>
                  </p:pic>
                </p:oleObj>
              </mc:Fallback>
            </mc:AlternateContent>
          </a:graphicData>
        </a:graphic>
      </p:graphicFrame>
    </p:spTree>
    <p:extLst>
      <p:ext uri="{BB962C8B-B14F-4D97-AF65-F5344CB8AC3E}">
        <p14:creationId xmlns:p14="http://schemas.microsoft.com/office/powerpoint/2010/main" val="994427824"/>
      </p:ext>
    </p:extLst>
  </p:cSld>
  <p:clrMapOvr>
    <a:masterClrMapping/>
  </p:clrMapOvr>
  <p:transition advTm="18857"/>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zA3YTM3NGM4NjQ1MjY4MmM1MzFiMWQ3MWE3NTU2ODA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5640</TotalTime>
  <Words>2098</Words>
  <Application>Microsoft Office PowerPoint</Application>
  <PresentationFormat>宽屏</PresentationFormat>
  <Paragraphs>170</Paragraphs>
  <Slides>27</Slides>
  <Notes>26</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2</vt:i4>
      </vt:variant>
      <vt:variant>
        <vt:lpstr>幻灯片标题</vt:lpstr>
      </vt:variant>
      <vt:variant>
        <vt:i4>27</vt:i4>
      </vt:variant>
    </vt:vector>
  </HeadingPairs>
  <TitlesOfParts>
    <vt:vector size="36" baseType="lpstr">
      <vt:lpstr>等线</vt:lpstr>
      <vt:lpstr>等线 Light</vt:lpstr>
      <vt:lpstr>微软雅黑</vt:lpstr>
      <vt:lpstr>Arial</vt:lpstr>
      <vt:lpstr>Calibri</vt:lpstr>
      <vt:lpstr>Times New Roman</vt:lpstr>
      <vt:lpstr>Office 主题​​</vt:lpstr>
      <vt:lpstr>MathType 7.0 Equation</vt:lpstr>
      <vt:lpstr>Microsoft Word 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libin ribben</dc:creator>
  <cp:lastModifiedBy>liu weilong</cp:lastModifiedBy>
  <cp:revision>423</cp:revision>
  <dcterms:created xsi:type="dcterms:W3CDTF">2019-06-19T02:08:00Z</dcterms:created>
  <dcterms:modified xsi:type="dcterms:W3CDTF">2023-06-01T06:38:48Z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2052-11.1.0.11636</vt:lpwstr>
  </property>
  <property fmtid="{D5CDD505-2E9C-101B-9397-08002B2CF9AE}" pid="3" name="ICV">
    <vt:lpwstr>82CFBE4CAFC14D248354FA9E7AB4A679</vt:lpwstr>
  </property>
</Properties>
</file>